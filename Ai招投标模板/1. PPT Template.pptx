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28.xml" ContentType="application/vnd.openxmlformats-officedocument.presentationml.tags+xml"/>
  <Override PartName="/ppt/notesSlides/notesSlide9.xml" ContentType="application/vnd.openxmlformats-officedocument.presentationml.notesSlide+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charts/chart6.xml" ContentType="application/vnd.openxmlformats-officedocument.drawingml.chart+xml"/>
  <Override PartName="/ppt/tags/tag29.xml" ContentType="application/vnd.openxmlformats-officedocument.presentationml.tags+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tags/tag30.xml" ContentType="application/vnd.openxmlformats-officedocument.presentationml.tags+xml"/>
  <Override PartName="/ppt/notesSlides/notesSlide11.xml" ContentType="application/vnd.openxmlformats-officedocument.presentationml.notesSlide+xml"/>
  <Override PartName="/ppt/charts/chart9.xml" ContentType="application/vnd.openxmlformats-officedocument.drawingml.chart+xml"/>
  <Override PartName="/ppt/charts/style2.xml" ContentType="application/vnd.ms-office.chartstyle+xml"/>
  <Override PartName="/ppt/charts/colors2.xml" ContentType="application/vnd.ms-office.chartcolorstyle+xml"/>
  <Override PartName="/ppt/charts/chart10.xml" ContentType="application/vnd.openxmlformats-officedocument.drawingml.chart+xml"/>
  <Override PartName="/ppt/charts/style3.xml" ContentType="application/vnd.ms-office.chartstyle+xml"/>
  <Override PartName="/ppt/charts/colors3.xml" ContentType="application/vnd.ms-office.chartcolorstyle+xml"/>
  <Override PartName="/ppt/charts/chart11.xml" ContentType="application/vnd.openxmlformats-officedocument.drawingml.chart+xml"/>
  <Override PartName="/ppt/charts/style4.xml" ContentType="application/vnd.ms-office.chartstyle+xml"/>
  <Override PartName="/ppt/charts/colors4.xml" ContentType="application/vnd.ms-office.chartcolorstyle+xml"/>
  <Override PartName="/ppt/charts/chart12.xml" ContentType="application/vnd.openxmlformats-officedocument.drawingml.chart+xml"/>
  <Override PartName="/ppt/charts/style5.xml" ContentType="application/vnd.ms-office.chartstyle+xml"/>
  <Override PartName="/ppt/charts/colors5.xml" ContentType="application/vnd.ms-office.chartcolorstyle+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notesSlides/notesSlide13.xml" ContentType="application/vnd.openxmlformats-officedocument.presentationml.notesSlide+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notesSlides/notesSlide15.xml" ContentType="application/vnd.openxmlformats-officedocument.presentationml.notesSlide+xml"/>
  <Override PartName="/ppt/tags/tag35.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handoutMasterIdLst>
    <p:handoutMasterId r:id="rId25"/>
  </p:handoutMasterIdLst>
  <p:sldIdLst>
    <p:sldId id="940" r:id="rId2"/>
    <p:sldId id="1055" r:id="rId3"/>
    <p:sldId id="1149" r:id="rId4"/>
    <p:sldId id="1159" r:id="rId5"/>
    <p:sldId id="1168" r:id="rId6"/>
    <p:sldId id="761" r:id="rId7"/>
    <p:sldId id="820" r:id="rId8"/>
    <p:sldId id="1183" r:id="rId9"/>
    <p:sldId id="1182" r:id="rId10"/>
    <p:sldId id="1184" r:id="rId11"/>
    <p:sldId id="1180" r:id="rId12"/>
    <p:sldId id="1181" r:id="rId13"/>
    <p:sldId id="833" r:id="rId14"/>
    <p:sldId id="835" r:id="rId15"/>
    <p:sldId id="837" r:id="rId16"/>
    <p:sldId id="839" r:id="rId17"/>
    <p:sldId id="840" r:id="rId18"/>
    <p:sldId id="792" r:id="rId19"/>
    <p:sldId id="851" r:id="rId20"/>
    <p:sldId id="852" r:id="rId21"/>
    <p:sldId id="858" r:id="rId22"/>
    <p:sldId id="856" r:id="rId23"/>
  </p:sldIdLst>
  <p:sldSz cx="12192000" cy="6858000"/>
  <p:notesSz cx="6858000" cy="9144000"/>
  <p:custDataLst>
    <p:tags r:id="rId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963B60E9-5BB3-431B-B049-981894E211CA}">
          <p14:sldIdLst>
            <p14:sldId id="940"/>
            <p14:sldId id="1055"/>
          </p14:sldIdLst>
        </p14:section>
        <p14:section name="目录" id="{C7CC32E7-A2B8-4886-B919-03FF6F335856}">
          <p14:sldIdLst>
            <p14:sldId id="1149"/>
          </p14:sldIdLst>
        </p14:section>
        <p14:section name="跨页" id="{47776D70-F26C-41D2-B37D-D6F951F7CCB1}">
          <p14:sldIdLst>
            <p14:sldId id="1159"/>
            <p14:sldId id="1168"/>
          </p14:sldIdLst>
        </p14:section>
        <p14:section name="内页" id="{27F2917A-D962-4F5E-A52A-FED1BEC6EB28}">
          <p14:sldIdLst>
            <p14:sldId id="761"/>
            <p14:sldId id="820"/>
            <p14:sldId id="1183"/>
            <p14:sldId id="1182"/>
            <p14:sldId id="1184"/>
          </p14:sldIdLst>
        </p14:section>
        <p14:section name="尾页" id="{EB8295BA-DCBD-423B-A32E-CC8439C50EC4}">
          <p14:sldIdLst>
            <p14:sldId id="1180"/>
            <p14:sldId id="1181"/>
          </p14:sldIdLst>
        </p14:section>
        <p14:section name="表格" id="{99A7EBF1-E05E-475F-8987-F7AE81713435}">
          <p14:sldIdLst>
            <p14:sldId id="833"/>
            <p14:sldId id="835"/>
            <p14:sldId id="837"/>
            <p14:sldId id="839"/>
            <p14:sldId id="840"/>
          </p14:sldIdLst>
        </p14:section>
        <p14:section name="品牌标准色与LOGO" id="{29B9520F-BDF4-468B-B1DD-A5C76DDF6215}">
          <p14:sldIdLst>
            <p14:sldId id="792"/>
            <p14:sldId id="851"/>
            <p14:sldId id="852"/>
            <p14:sldId id="858"/>
            <p14:sldId id="856"/>
          </p14:sldIdLst>
        </p14:section>
      </p14:sectionLst>
    </p:ext>
    <p:ext uri="{EFAFB233-063F-42B5-8137-9DF3F51BA10A}">
      <p15:sldGuideLst xmlns:p15="http://schemas.microsoft.com/office/powerpoint/2012/main">
        <p15:guide id="1" orient="horz" pos="414" userDrawn="1">
          <p15:clr>
            <a:srgbClr val="A4A3A4"/>
          </p15:clr>
        </p15:guide>
        <p15:guide id="2" pos="43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9C9C9C"/>
    <a:srgbClr val="666666"/>
    <a:srgbClr val="E60012"/>
    <a:srgbClr val="333333"/>
    <a:srgbClr val="C6413A"/>
    <a:srgbClr val="EBEBEB"/>
    <a:srgbClr val="E6E6E6"/>
    <a:srgbClr val="D1131B"/>
    <a:srgbClr val="5DB8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50" autoAdjust="0"/>
    <p:restoredTop sz="96633"/>
  </p:normalViewPr>
  <p:slideViewPr>
    <p:cSldViewPr snapToGrid="0" showGuides="1">
      <p:cViewPr varScale="1">
        <p:scale>
          <a:sx n="76" d="100"/>
          <a:sy n="76" d="100"/>
        </p:scale>
        <p:origin x="144" y="60"/>
      </p:cViewPr>
      <p:guideLst>
        <p:guide orient="horz" pos="414"/>
        <p:guide pos="434"/>
      </p:guideLst>
    </p:cSldViewPr>
  </p:slideViewPr>
  <p:notesTextViewPr>
    <p:cViewPr>
      <p:scale>
        <a:sx n="3" d="2"/>
        <a:sy n="3" d="2"/>
      </p:scale>
      <p:origin x="0" y="0"/>
    </p:cViewPr>
  </p:notesTextViewPr>
  <p:sorterViewPr>
    <p:cViewPr>
      <p:scale>
        <a:sx n="100" d="100"/>
        <a:sy n="100" d="100"/>
      </p:scale>
      <p:origin x="0" y="-16416"/>
    </p:cViewPr>
  </p:sorterViewPr>
  <p:notesViewPr>
    <p:cSldViewPr snapToGrid="0" showGuides="1">
      <p:cViewPr varScale="1">
        <p:scale>
          <a:sx n="75" d="100"/>
          <a:sy n="75" d="100"/>
        </p:scale>
        <p:origin x="3380"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1.xml"/><Relationship Id="rId1" Type="http://schemas.microsoft.com/office/2011/relationships/chartStyle" Target="style1.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openxmlformats.org/officeDocument/2006/relationships/oleObject" Target="../embeddings/oleObject1.bin"/></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7.xlsx"/><Relationship Id="rId2" Type="http://schemas.microsoft.com/office/2011/relationships/chartColorStyle" Target="colors2.xml"/><Relationship Id="rId1" Type="http://schemas.microsoft.com/office/2011/relationships/chartStyle" Target="style2.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___8.xlsx"/><Relationship Id="rId2" Type="http://schemas.microsoft.com/office/2011/relationships/chartColorStyle" Target="colors3.xml"/><Relationship Id="rId1" Type="http://schemas.microsoft.com/office/2011/relationships/chartStyle" Target="style3.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___9.xlsx"/><Relationship Id="rId2" Type="http://schemas.microsoft.com/office/2011/relationships/chartColorStyle" Target="colors4.xml"/><Relationship Id="rId1" Type="http://schemas.microsoft.com/office/2011/relationships/chartStyle" Target="style4.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___10.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669698117974"/>
          <c:y val="0.106763925729443"/>
          <c:w val="0.79002147278009305"/>
          <c:h val="0.66538461538461502"/>
        </c:manualLayout>
      </c:layout>
      <c:barChart>
        <c:barDir val="col"/>
        <c:grouping val="clustered"/>
        <c:varyColors val="0"/>
        <c:ser>
          <c:idx val="0"/>
          <c:order val="0"/>
          <c:tx>
            <c:strRef>
              <c:f>Sheet1!$B$1</c:f>
              <c:strCache>
                <c:ptCount val="1"/>
                <c:pt idx="0">
                  <c:v>系列 1</c:v>
                </c:pt>
              </c:strCache>
            </c:strRef>
          </c:tx>
          <c:spPr>
            <a:solidFill>
              <a:srgbClr val="FDE299"/>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7C9B-4D03-93F6-31EE89A2728A}"/>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7C9B-4D03-93F6-31EE89A2728A}"/>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5-7C9B-4D03-93F6-31EE89A2728A}"/>
              </c:ext>
            </c:extLst>
          </c:dPt>
          <c:dPt>
            <c:idx val="3"/>
            <c:invertIfNegative val="0"/>
            <c:bubble3D val="0"/>
            <c:spPr>
              <a:solidFill>
                <a:srgbClr val="D4C09C"/>
              </a:solidFill>
              <a:ln>
                <a:noFill/>
              </a:ln>
              <a:effectLst/>
            </c:spPr>
            <c:extLst>
              <c:ext xmlns:c16="http://schemas.microsoft.com/office/drawing/2014/chart" uri="{C3380CC4-5D6E-409C-BE32-E72D297353CC}">
                <c16:uniqueId val="{00000007-7C9B-4D03-93F6-31EE89A2728A}"/>
              </c:ext>
            </c:extLst>
          </c:dPt>
          <c:cat>
            <c:strRef>
              <c:f>Sheet1!$A$2:$A$5</c:f>
              <c:strCache>
                <c:ptCount val="4"/>
                <c:pt idx="0">
                  <c:v>Q1</c:v>
                </c:pt>
                <c:pt idx="1">
                  <c:v>Q2</c:v>
                </c:pt>
                <c:pt idx="2">
                  <c:v>Q3</c:v>
                </c:pt>
                <c:pt idx="3">
                  <c:v>Q4</c:v>
                </c:pt>
              </c:strCache>
            </c:strRef>
          </c:cat>
          <c:val>
            <c:numRef>
              <c:f>Sheet1!$B$2:$B$5</c:f>
              <c:numCache>
                <c:formatCode>General</c:formatCode>
                <c:ptCount val="4"/>
                <c:pt idx="0">
                  <c:v>300</c:v>
                </c:pt>
                <c:pt idx="1">
                  <c:v>800</c:v>
                </c:pt>
                <c:pt idx="2">
                  <c:v>1200</c:v>
                </c:pt>
                <c:pt idx="3">
                  <c:v>2000</c:v>
                </c:pt>
              </c:numCache>
            </c:numRef>
          </c:val>
          <c:extLst>
            <c:ext xmlns:c16="http://schemas.microsoft.com/office/drawing/2014/chart" uri="{C3380CC4-5D6E-409C-BE32-E72D297353CC}">
              <c16:uniqueId val="{00000008-7C9B-4D03-93F6-31EE89A2728A}"/>
            </c:ext>
          </c:extLst>
        </c:ser>
        <c:dLbls>
          <c:showLegendKey val="0"/>
          <c:showVal val="0"/>
          <c:showCatName val="0"/>
          <c:showSerName val="0"/>
          <c:showPercent val="0"/>
          <c:showBubbleSize val="0"/>
        </c:dLbls>
        <c:gapWidth val="219"/>
        <c:overlap val="-27"/>
        <c:axId val="190971904"/>
        <c:axId val="190973440"/>
      </c:barChart>
      <c:catAx>
        <c:axId val="190971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90973440"/>
        <c:crosses val="autoZero"/>
        <c:auto val="1"/>
        <c:lblAlgn val="ctr"/>
        <c:lblOffset val="100"/>
        <c:noMultiLvlLbl val="0"/>
      </c:catAx>
      <c:valAx>
        <c:axId val="190973440"/>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90971904"/>
        <c:crosses val="autoZero"/>
        <c:crossBetween val="between"/>
      </c:valAx>
      <c:spPr>
        <a:noFill/>
        <a:ln>
          <a:noFill/>
        </a:ln>
        <a:effectLst/>
      </c:spPr>
    </c:plotArea>
    <c:plotVisOnly val="1"/>
    <c:dispBlanksAs val="gap"/>
    <c:showDLblsOverMax val="0"/>
  </c:chart>
  <c:spPr>
    <a:noFill/>
    <a:ln>
      <a:noFill/>
    </a:ln>
    <a:effectLst/>
  </c:spPr>
  <c:txPr>
    <a:bodyPr/>
    <a:lstStyle/>
    <a:p>
      <a:pPr>
        <a:defRPr lang="zh-CN" sz="1100">
          <a:latin typeface="+mj-ea"/>
          <a:ea typeface="+mj-ea"/>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E8898E"/>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B2CE-4248-9C71-D90ED24D3364}"/>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B2CE-4248-9C71-D90ED24D3364}"/>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5-B2CE-4248-9C71-D90ED24D3364}"/>
              </c:ext>
            </c:extLst>
          </c:dPt>
          <c:dPt>
            <c:idx val="3"/>
            <c:invertIfNegative val="0"/>
            <c:bubble3D val="0"/>
            <c:spPr>
              <a:solidFill>
                <a:srgbClr val="69BBEA">
                  <a:alpha val="40000"/>
                </a:srgbClr>
              </a:solidFill>
              <a:ln>
                <a:noFill/>
              </a:ln>
              <a:effectLst/>
            </c:spPr>
            <c:extLst>
              <c:ext xmlns:c16="http://schemas.microsoft.com/office/drawing/2014/chart" uri="{C3380CC4-5D6E-409C-BE32-E72D297353CC}">
                <c16:uniqueId val="{00000007-B2CE-4248-9C71-D90ED24D3364}"/>
              </c:ext>
            </c:extLst>
          </c:dPt>
          <c:cat>
            <c:strRef>
              <c:f>Sheet1!$A$2:$A$5</c:f>
              <c:strCache>
                <c:ptCount val="4"/>
                <c:pt idx="0">
                  <c:v>Q1</c:v>
                </c:pt>
                <c:pt idx="1">
                  <c:v>Q2</c:v>
                </c:pt>
                <c:pt idx="2">
                  <c:v>Q3</c:v>
                </c:pt>
                <c:pt idx="3">
                  <c:v>Q4</c:v>
                </c:pt>
              </c:strCache>
            </c:strRef>
          </c:cat>
          <c:val>
            <c:numRef>
              <c:f>Sheet1!$B$2:$B$5</c:f>
              <c:numCache>
                <c:formatCode>General</c:formatCode>
                <c:ptCount val="4"/>
                <c:pt idx="0">
                  <c:v>300</c:v>
                </c:pt>
                <c:pt idx="1">
                  <c:v>800</c:v>
                </c:pt>
                <c:pt idx="2">
                  <c:v>1200</c:v>
                </c:pt>
                <c:pt idx="3">
                  <c:v>2000</c:v>
                </c:pt>
              </c:numCache>
            </c:numRef>
          </c:val>
          <c:extLst>
            <c:ext xmlns:c16="http://schemas.microsoft.com/office/drawing/2014/chart" uri="{C3380CC4-5D6E-409C-BE32-E72D297353CC}">
              <c16:uniqueId val="{00000008-B2CE-4248-9C71-D90ED24D3364}"/>
            </c:ext>
          </c:extLst>
        </c:ser>
        <c:dLbls>
          <c:showLegendKey val="0"/>
          <c:showVal val="0"/>
          <c:showCatName val="0"/>
          <c:showSerName val="0"/>
          <c:showPercent val="0"/>
          <c:showBubbleSize val="0"/>
        </c:dLbls>
        <c:gapWidth val="219"/>
        <c:overlap val="-27"/>
        <c:axId val="190845312"/>
        <c:axId val="190846848"/>
      </c:barChart>
      <c:catAx>
        <c:axId val="190845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90846848"/>
        <c:crosses val="autoZero"/>
        <c:auto val="1"/>
        <c:lblAlgn val="ctr"/>
        <c:lblOffset val="100"/>
        <c:noMultiLvlLbl val="0"/>
      </c:catAx>
      <c:valAx>
        <c:axId val="19084684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90845312"/>
        <c:crosses val="autoZero"/>
        <c:crossBetween val="between"/>
      </c:valAx>
      <c:spPr>
        <a:noFill/>
        <a:ln>
          <a:noFill/>
        </a:ln>
        <a:effectLst/>
      </c:spPr>
    </c:plotArea>
    <c:plotVisOnly val="1"/>
    <c:dispBlanksAs val="gap"/>
    <c:showDLblsOverMax val="0"/>
  </c:chart>
  <c:spPr>
    <a:noFill/>
    <a:ln>
      <a:noFill/>
    </a:ln>
    <a:effectLst/>
  </c:spPr>
  <c:txPr>
    <a:bodyPr/>
    <a:lstStyle/>
    <a:p>
      <a:pPr>
        <a:defRPr lang="zh-CN" sz="1100">
          <a:latin typeface="+mj-ea"/>
          <a:ea typeface="+mj-ea"/>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Headcount</c:v>
                </c:pt>
              </c:strCache>
            </c:strRef>
          </c:tx>
          <c:spPr>
            <a:solidFill>
              <a:srgbClr val="E8898E"/>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8169-46EA-A071-69349710E2A6}"/>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8169-46EA-A071-69349710E2A6}"/>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5-8169-46EA-A071-69349710E2A6}"/>
              </c:ext>
            </c:extLst>
          </c:dPt>
          <c:dPt>
            <c:idx val="3"/>
            <c:invertIfNegative val="0"/>
            <c:bubble3D val="0"/>
            <c:spPr>
              <a:solidFill>
                <a:srgbClr val="D4C09C"/>
              </a:solidFill>
              <a:ln>
                <a:noFill/>
              </a:ln>
              <a:effectLst/>
            </c:spPr>
            <c:extLst>
              <c:ext xmlns:c16="http://schemas.microsoft.com/office/drawing/2014/chart" uri="{C3380CC4-5D6E-409C-BE32-E72D297353CC}">
                <c16:uniqueId val="{00000007-8169-46EA-A071-69349710E2A6}"/>
              </c:ext>
            </c:extLst>
          </c:dPt>
          <c:dLbls>
            <c:spPr>
              <a:noFill/>
              <a:ln>
                <a:noFill/>
              </a:ln>
              <a:effectLst/>
            </c:spPr>
            <c:txPr>
              <a:bodyPr rot="0" spcFirstLastPara="1" vertOverflow="ellipsis" vert="horz" wrap="square" lIns="38100" tIns="19050" rIns="38100" bIns="19050" anchor="ctr" anchorCtr="1"/>
              <a:lstStyle/>
              <a:p>
                <a:pPr>
                  <a:defRPr lang="zh-CN" sz="11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c:v>
                </c:pt>
                <c:pt idx="1">
                  <c:v>Q2</c:v>
                </c:pt>
                <c:pt idx="2">
                  <c:v>Q3</c:v>
                </c:pt>
                <c:pt idx="3">
                  <c:v>Q4</c:v>
                </c:pt>
              </c:strCache>
            </c:strRef>
          </c:cat>
          <c:val>
            <c:numRef>
              <c:f>Sheet1!$B$2:$B$5</c:f>
              <c:numCache>
                <c:formatCode>_(* #,##0_);_(* \(#,##0\);_(* "-"??_);_(@_)</c:formatCode>
                <c:ptCount val="4"/>
                <c:pt idx="0">
                  <c:v>200</c:v>
                </c:pt>
                <c:pt idx="1">
                  <c:v>800</c:v>
                </c:pt>
                <c:pt idx="2">
                  <c:v>1200</c:v>
                </c:pt>
                <c:pt idx="3">
                  <c:v>2000</c:v>
                </c:pt>
              </c:numCache>
            </c:numRef>
          </c:val>
          <c:extLst>
            <c:ext xmlns:c16="http://schemas.microsoft.com/office/drawing/2014/chart" uri="{C3380CC4-5D6E-409C-BE32-E72D297353CC}">
              <c16:uniqueId val="{00000008-8169-46EA-A071-69349710E2A6}"/>
            </c:ext>
          </c:extLst>
        </c:ser>
        <c:dLbls>
          <c:showLegendKey val="0"/>
          <c:showVal val="0"/>
          <c:showCatName val="0"/>
          <c:showSerName val="0"/>
          <c:showPercent val="0"/>
          <c:showBubbleSize val="0"/>
        </c:dLbls>
        <c:gapWidth val="75"/>
        <c:overlap val="-25"/>
        <c:axId val="190895616"/>
        <c:axId val="190897152"/>
      </c:barChart>
      <c:catAx>
        <c:axId val="190895616"/>
        <c:scaling>
          <c:orientation val="minMax"/>
        </c:scaling>
        <c:delete val="0"/>
        <c:axPos val="l"/>
        <c:numFmt formatCode="General" sourceLinked="0"/>
        <c:majorTickMark val="none"/>
        <c:minorTickMark val="none"/>
        <c:tickLblPos val="nextTo"/>
        <c:spPr>
          <a:noFill/>
          <a:ln w="6350" cap="flat" cmpd="sng" algn="ctr">
            <a:solidFill>
              <a:srgbClr val="968C83"/>
            </a:solidFill>
            <a:prstDash val="solid"/>
            <a:round/>
          </a:ln>
          <a:effectLst/>
        </c:spPr>
        <c:txPr>
          <a:bodyPr rot="-60000000" spcFirstLastPara="1" vertOverflow="ellipsis" vert="horz" wrap="square" anchor="ctr" anchorCtr="1"/>
          <a:lstStyle/>
          <a:p>
            <a:pPr>
              <a:defRPr lang="zh-CN" sz="1100" b="0" i="0" u="none" strike="noStrike" kern="1200" baseline="0">
                <a:solidFill>
                  <a:schemeClr val="tx1"/>
                </a:solidFill>
                <a:latin typeface="Source Han Sans CN Medium" panose="020B0500000000000000" pitchFamily="34" charset="-128"/>
                <a:ea typeface="Source Han Sans CN Medium" panose="020B0500000000000000" pitchFamily="34" charset="-128"/>
                <a:cs typeface="+mn-cs"/>
              </a:defRPr>
            </a:pPr>
            <a:endParaRPr lang="zh-CN"/>
          </a:p>
        </c:txPr>
        <c:crossAx val="190897152"/>
        <c:crosses val="autoZero"/>
        <c:auto val="1"/>
        <c:lblAlgn val="ctr"/>
        <c:lblOffset val="100"/>
        <c:noMultiLvlLbl val="0"/>
      </c:catAx>
      <c:valAx>
        <c:axId val="190897152"/>
        <c:scaling>
          <c:orientation val="minMax"/>
        </c:scaling>
        <c:delete val="1"/>
        <c:axPos val="b"/>
        <c:numFmt formatCode="_(* #,##0_);_(* \(#,##0\);_(* &quot;-&quot;??_);_(@_)" sourceLinked="1"/>
        <c:majorTickMark val="none"/>
        <c:minorTickMark val="none"/>
        <c:tickLblPos val="none"/>
        <c:crossAx val="190895616"/>
        <c:crosses val="autoZero"/>
        <c:crossBetween val="between"/>
      </c:valAx>
      <c:spPr>
        <a:noFill/>
        <a:ln>
          <a:noFill/>
        </a:ln>
        <a:effectLst/>
      </c:spPr>
    </c:plotArea>
    <c:plotVisOnly val="1"/>
    <c:dispBlanksAs val="gap"/>
    <c:showDLblsOverMax val="0"/>
  </c:chart>
  <c:spPr>
    <a:noFill/>
    <a:ln w="9525" cap="flat" cmpd="sng" algn="ctr">
      <a:noFill/>
      <a:prstDash val="solid"/>
    </a:ln>
    <a:effectLst/>
  </c:spPr>
  <c:txPr>
    <a:bodyPr/>
    <a:lstStyle/>
    <a:p>
      <a:pPr>
        <a:defRPr lang="zh-CN" sz="11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bg1">
                <a:lumMod val="85000"/>
              </a:schemeClr>
            </a:solidFill>
            <a:ln>
              <a:noFill/>
            </a:ln>
            <a:effectLst/>
          </c:spPr>
          <c:invertIfNegative val="0"/>
          <c:dPt>
            <c:idx val="0"/>
            <c:invertIfNegative val="0"/>
            <c:bubble3D val="0"/>
            <c:extLst>
              <c:ext xmlns:c16="http://schemas.microsoft.com/office/drawing/2014/chart" uri="{C3380CC4-5D6E-409C-BE32-E72D297353CC}">
                <c16:uniqueId val="{00000000-E2D2-4C22-BE6E-338B055E5DCA}"/>
              </c:ext>
            </c:extLst>
          </c:dPt>
          <c:dPt>
            <c:idx val="1"/>
            <c:invertIfNegative val="0"/>
            <c:bubble3D val="0"/>
            <c:extLst>
              <c:ext xmlns:c16="http://schemas.microsoft.com/office/drawing/2014/chart" uri="{C3380CC4-5D6E-409C-BE32-E72D297353CC}">
                <c16:uniqueId val="{00000001-E2D2-4C22-BE6E-338B055E5DCA}"/>
              </c:ext>
            </c:extLst>
          </c:dPt>
          <c:dPt>
            <c:idx val="2"/>
            <c:invertIfNegative val="0"/>
            <c:bubble3D val="0"/>
            <c:extLst>
              <c:ext xmlns:c16="http://schemas.microsoft.com/office/drawing/2014/chart" uri="{C3380CC4-5D6E-409C-BE32-E72D297353CC}">
                <c16:uniqueId val="{00000002-E2D2-4C22-BE6E-338B055E5DCA}"/>
              </c:ext>
            </c:extLst>
          </c:dPt>
          <c:dPt>
            <c:idx val="3"/>
            <c:invertIfNegative val="0"/>
            <c:bubble3D val="0"/>
            <c:extLst>
              <c:ext xmlns:c16="http://schemas.microsoft.com/office/drawing/2014/chart" uri="{C3380CC4-5D6E-409C-BE32-E72D297353CC}">
                <c16:uniqueId val="{00000003-E2D2-4C22-BE6E-338B055E5DCA}"/>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Source Han Sans CN Light" panose="020B0500000000000000" pitchFamily="34" charset="-128"/>
                    <a:ea typeface="Source Han Sans CN Light" panose="020B0500000000000000" pitchFamily="34" charset="-128"/>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100</c:v>
                </c:pt>
                <c:pt idx="1">
                  <c:v>150</c:v>
                </c:pt>
                <c:pt idx="2">
                  <c:v>200</c:v>
                </c:pt>
                <c:pt idx="3">
                  <c:v>250</c:v>
                </c:pt>
              </c:numCache>
            </c:numRef>
          </c:val>
          <c:extLst>
            <c:ext xmlns:c16="http://schemas.microsoft.com/office/drawing/2014/chart" uri="{C3380CC4-5D6E-409C-BE32-E72D297353CC}">
              <c16:uniqueId val="{00000004-E2D2-4C22-BE6E-338B055E5DCA}"/>
            </c:ext>
          </c:extLst>
        </c:ser>
        <c:ser>
          <c:idx val="1"/>
          <c:order val="1"/>
          <c:tx>
            <c:strRef>
              <c:f>Sheet1!$C$1</c:f>
              <c:strCache>
                <c:ptCount val="1"/>
                <c:pt idx="0">
                  <c:v>系列 2</c:v>
                </c:pt>
              </c:strCache>
            </c:strRef>
          </c:tx>
          <c:spPr>
            <a:solidFill>
              <a:srgbClr val="69BBEA">
                <a:alpha val="40000"/>
              </a:srgbClr>
            </a:solidFill>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Source Han Sans CN Light" panose="020B0500000000000000" pitchFamily="34" charset="-128"/>
                    <a:ea typeface="Source Han Sans CN Light" panose="020B0500000000000000" pitchFamily="34" charset="-128"/>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90</c:v>
                </c:pt>
                <c:pt idx="1">
                  <c:v>130</c:v>
                </c:pt>
                <c:pt idx="2">
                  <c:v>150</c:v>
                </c:pt>
                <c:pt idx="3">
                  <c:v>200</c:v>
                </c:pt>
              </c:numCache>
            </c:numRef>
          </c:val>
          <c:extLst>
            <c:ext xmlns:c16="http://schemas.microsoft.com/office/drawing/2014/chart" uri="{C3380CC4-5D6E-409C-BE32-E72D297353CC}">
              <c16:uniqueId val="{00000005-E2D2-4C22-BE6E-338B055E5DCA}"/>
            </c:ext>
          </c:extLst>
        </c:ser>
        <c:dLbls>
          <c:showLegendKey val="0"/>
          <c:showVal val="1"/>
          <c:showCatName val="0"/>
          <c:showSerName val="0"/>
          <c:showPercent val="0"/>
          <c:showBubbleSize val="0"/>
        </c:dLbls>
        <c:gapWidth val="184"/>
        <c:overlap val="-22"/>
        <c:axId val="190958592"/>
        <c:axId val="190964480"/>
      </c:barChart>
      <c:catAx>
        <c:axId val="19095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90964480"/>
        <c:crosses val="autoZero"/>
        <c:auto val="1"/>
        <c:lblAlgn val="ctr"/>
        <c:lblOffset val="100"/>
        <c:noMultiLvlLbl val="0"/>
      </c:catAx>
      <c:valAx>
        <c:axId val="190964480"/>
        <c:scaling>
          <c:orientation val="minMax"/>
        </c:scaling>
        <c:delete val="0"/>
        <c:axPos val="l"/>
        <c:numFmt formatCode="General" sourceLinked="1"/>
        <c:majorTickMark val="none"/>
        <c:minorTickMark val="none"/>
        <c:tickLblPos val="nextTo"/>
        <c:spPr>
          <a:noFill/>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cs"/>
              </a:defRPr>
            </a:pPr>
            <a:endParaRPr lang="zh-CN"/>
          </a:p>
        </c:txPr>
        <c:crossAx val="190958592"/>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Entry>
      <c:legendEntry>
        <c:idx val="1"/>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Entry>
      <c:layout/>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lang="zh-CN" sz="1000">
          <a:latin typeface="+mj-ea"/>
          <a:ea typeface="+mj-ea"/>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微软雅黑" panose="020B0503020204020204" pitchFamily="34" charset="-122"/>
                <a:ea typeface="微软雅黑" panose="020B0503020204020204" pitchFamily="34" charset="-122"/>
                <a:cs typeface="+mn-cs"/>
              </a:defRPr>
            </a:pPr>
            <a:r>
              <a:rPr lang="zh-CN" altLang="en-US" b="0" i="0" dirty="0">
                <a:latin typeface="微软雅黑" panose="020B0503020204020204" pitchFamily="34" charset="-122"/>
                <a:ea typeface="微软雅黑" panose="020B0503020204020204" pitchFamily="34" charset="-122"/>
              </a:rPr>
              <a:t>标题</a:t>
            </a:r>
          </a:p>
        </c:rich>
      </c:tx>
      <c:layout/>
      <c:overlay val="0"/>
      <c:spPr>
        <a:noFill/>
        <a:ln>
          <a:noFill/>
        </a:ln>
        <a:effectLst/>
      </c:spPr>
      <c:txPr>
        <a:bodyPr rot="0" spcFirstLastPara="1" vertOverflow="ellipsis" vert="horz" wrap="square" anchor="ctr" anchorCtr="1"/>
        <a:lstStyle/>
        <a:p>
          <a:pPr>
            <a:defRPr lang="zh-CN" sz="1440" b="0" i="0" u="none" strike="noStrike" kern="1200" spc="0" baseline="0">
              <a:solidFill>
                <a:schemeClr val="tx1"/>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2.1409496758762199E-2"/>
          <c:y val="0.118449573950505"/>
          <c:w val="0.91889380400820997"/>
          <c:h val="0.68298078752098801"/>
        </c:manualLayout>
      </c:layout>
      <c:barChart>
        <c:barDir val="col"/>
        <c:grouping val="clustered"/>
        <c:varyColors val="0"/>
        <c:ser>
          <c:idx val="0"/>
          <c:order val="0"/>
          <c:tx>
            <c:strRef>
              <c:f>Sheet1!$B$1</c:f>
              <c:strCache>
                <c:ptCount val="1"/>
                <c:pt idx="0">
                  <c:v>系列 1</c:v>
                </c:pt>
              </c:strCache>
            </c:strRef>
          </c:tx>
          <c:spPr>
            <a:solidFill>
              <a:srgbClr val="CEABCF"/>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575-4414-9B48-CF6B30CAAB8B}"/>
            </c:ext>
          </c:extLst>
        </c:ser>
        <c:ser>
          <c:idx val="1"/>
          <c:order val="1"/>
          <c:tx>
            <c:strRef>
              <c:f>Sheet1!$C$1</c:f>
              <c:strCache>
                <c:ptCount val="1"/>
                <c:pt idx="0">
                  <c:v>系列 2</c:v>
                </c:pt>
              </c:strCache>
            </c:strRef>
          </c:tx>
          <c:spPr>
            <a:solidFill>
              <a:srgbClr val="FFD867"/>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5.6</c:v>
                </c:pt>
                <c:pt idx="2">
                  <c:v>1.8</c:v>
                </c:pt>
                <c:pt idx="3">
                  <c:v>2.8</c:v>
                </c:pt>
              </c:numCache>
            </c:numRef>
          </c:val>
          <c:extLst>
            <c:ext xmlns:c16="http://schemas.microsoft.com/office/drawing/2014/chart" uri="{C3380CC4-5D6E-409C-BE32-E72D297353CC}">
              <c16:uniqueId val="{00000001-C575-4414-9B48-CF6B30CAAB8B}"/>
            </c:ext>
          </c:extLst>
        </c:ser>
        <c:ser>
          <c:idx val="2"/>
          <c:order val="2"/>
          <c:tx>
            <c:strRef>
              <c:f>Sheet1!$D$1</c:f>
              <c:strCache>
                <c:ptCount val="1"/>
                <c:pt idx="0">
                  <c:v>系列 3</c:v>
                </c:pt>
              </c:strCache>
            </c:strRef>
          </c:tx>
          <c:spPr>
            <a:solidFill>
              <a:srgbClr val="BED369"/>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5</c:v>
                </c:pt>
                <c:pt idx="1">
                  <c:v>2</c:v>
                </c:pt>
                <c:pt idx="2">
                  <c:v>3</c:v>
                </c:pt>
                <c:pt idx="3">
                  <c:v>5</c:v>
                </c:pt>
              </c:numCache>
            </c:numRef>
          </c:val>
          <c:extLst>
            <c:ext xmlns:c16="http://schemas.microsoft.com/office/drawing/2014/chart" uri="{C3380CC4-5D6E-409C-BE32-E72D297353CC}">
              <c16:uniqueId val="{00000002-C575-4414-9B48-CF6B30CAAB8B}"/>
            </c:ext>
          </c:extLst>
        </c:ser>
        <c:ser>
          <c:idx val="3"/>
          <c:order val="3"/>
          <c:tx>
            <c:strRef>
              <c:f>Sheet1!$E$1</c:f>
              <c:strCache>
                <c:ptCount val="1"/>
                <c:pt idx="0">
                  <c:v>系列 4</c:v>
                </c:pt>
              </c:strCache>
            </c:strRef>
          </c:tx>
          <c:spPr>
            <a:solidFill>
              <a:schemeClr val="accent2">
                <a:lumMod val="60000"/>
                <a:lumOff val="40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Sheet1!$E$2:$E$5</c:f>
              <c:numCache>
                <c:formatCode>General</c:formatCode>
                <c:ptCount val="4"/>
                <c:pt idx="0">
                  <c:v>2</c:v>
                </c:pt>
                <c:pt idx="1">
                  <c:v>3</c:v>
                </c:pt>
                <c:pt idx="2">
                  <c:v>2</c:v>
                </c:pt>
                <c:pt idx="3">
                  <c:v>6</c:v>
                </c:pt>
              </c:numCache>
            </c:numRef>
          </c:val>
          <c:extLst>
            <c:ext xmlns:c16="http://schemas.microsoft.com/office/drawing/2014/chart" uri="{C3380CC4-5D6E-409C-BE32-E72D297353CC}">
              <c16:uniqueId val="{00000003-C575-4414-9B48-CF6B30CAAB8B}"/>
            </c:ext>
          </c:extLst>
        </c:ser>
        <c:dLbls>
          <c:showLegendKey val="0"/>
          <c:showVal val="0"/>
          <c:showCatName val="0"/>
          <c:showSerName val="0"/>
          <c:showPercent val="0"/>
          <c:showBubbleSize val="0"/>
        </c:dLbls>
        <c:gapWidth val="219"/>
        <c:overlap val="-27"/>
        <c:axId val="213889792"/>
        <c:axId val="213891328"/>
      </c:barChart>
      <c:catAx>
        <c:axId val="213889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3891328"/>
        <c:crosses val="autoZero"/>
        <c:auto val="1"/>
        <c:lblAlgn val="ctr"/>
        <c:lblOffset val="100"/>
        <c:noMultiLvlLbl val="0"/>
      </c:catAx>
      <c:valAx>
        <c:axId val="21389132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j-ea"/>
                <a:ea typeface="+mj-ea"/>
                <a:cs typeface="+mn-cs"/>
              </a:defRPr>
            </a:pPr>
            <a:endParaRPr lang="zh-CN"/>
          </a:p>
        </c:txPr>
        <c:crossAx val="2138897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egendEntry>
        <c:idx val="1"/>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egendEntry>
        <c:idx val="2"/>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egendEntry>
        <c:idx val="3"/>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ayout>
        <c:manualLayout>
          <c:xMode val="edge"/>
          <c:yMode val="edge"/>
          <c:x val="0.25891951579707101"/>
          <c:y val="0.934789184630891"/>
          <c:w val="0.53583690233957004"/>
          <c:h val="6.5210815369108999E-2"/>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6350" cap="flat" cmpd="sng" algn="ctr">
      <a:noFill/>
      <a:prstDash val="solid"/>
      <a:miter lim="800000"/>
    </a:ln>
    <a:effectLst/>
  </c:spPr>
  <c:txPr>
    <a:bodyPr/>
    <a:lstStyle/>
    <a:p>
      <a:pPr>
        <a:defRPr lang="zh-CN" sz="1200">
          <a:latin typeface="+mj-ea"/>
          <a:ea typeface="+mj-ea"/>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微软雅黑" panose="020B0503020204020204" pitchFamily="34" charset="-122"/>
                <a:ea typeface="微软雅黑" panose="020B0503020204020204" pitchFamily="34" charset="-122"/>
                <a:cs typeface="+mn-cs"/>
              </a:defRPr>
            </a:pPr>
            <a:r>
              <a:rPr lang="zh-CN" altLang="en-US" b="0" i="0" dirty="0">
                <a:latin typeface="微软雅黑" panose="020B0503020204020204" pitchFamily="34" charset="-122"/>
                <a:ea typeface="微软雅黑" panose="020B0503020204020204" pitchFamily="34" charset="-122"/>
              </a:rPr>
              <a:t>标题</a:t>
            </a:r>
          </a:p>
        </c:rich>
      </c:tx>
      <c:layout/>
      <c:overlay val="0"/>
      <c:spPr>
        <a:noFill/>
        <a:ln>
          <a:noFill/>
        </a:ln>
        <a:effectLst/>
      </c:spPr>
    </c:title>
    <c:autoTitleDeleted val="0"/>
    <c:plotArea>
      <c:layout>
        <c:manualLayout>
          <c:layoutTarget val="inner"/>
          <c:xMode val="edge"/>
          <c:yMode val="edge"/>
          <c:x val="0.101409821216593"/>
          <c:y val="0.15567719870758201"/>
          <c:w val="0.87627659776731603"/>
          <c:h val="0.65319813653769299"/>
        </c:manualLayout>
      </c:layout>
      <c:barChart>
        <c:barDir val="bar"/>
        <c:grouping val="stacked"/>
        <c:varyColors val="0"/>
        <c:ser>
          <c:idx val="0"/>
          <c:order val="0"/>
          <c:tx>
            <c:strRef>
              <c:f>Sheet1!$B$1</c:f>
              <c:strCache>
                <c:ptCount val="1"/>
                <c:pt idx="0">
                  <c:v>系列 1</c:v>
                </c:pt>
              </c:strCache>
            </c:strRef>
          </c:tx>
          <c:spPr>
            <a:solidFill>
              <a:schemeClr val="tx2"/>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6C4-4F05-A9AE-2C4CBE82E40C}"/>
            </c:ext>
          </c:extLst>
        </c:ser>
        <c:ser>
          <c:idx val="1"/>
          <c:order val="1"/>
          <c:tx>
            <c:strRef>
              <c:f>Sheet1!$C$1</c:f>
              <c:strCache>
                <c:ptCount val="1"/>
                <c:pt idx="0">
                  <c:v>系列 2</c:v>
                </c:pt>
              </c:strCache>
            </c:strRef>
          </c:tx>
          <c:spPr>
            <a:solidFill>
              <a:srgbClr val="F18388"/>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6C4-4F05-A9AE-2C4CBE82E40C}"/>
            </c:ext>
          </c:extLst>
        </c:ser>
        <c:ser>
          <c:idx val="2"/>
          <c:order val="2"/>
          <c:tx>
            <c:strRef>
              <c:f>Sheet1!$D$1</c:f>
              <c:strCache>
                <c:ptCount val="1"/>
                <c:pt idx="0">
                  <c:v>系列 3</c:v>
                </c:pt>
              </c:strCache>
            </c:strRef>
          </c:tx>
          <c:spPr>
            <a:solidFill>
              <a:schemeClr val="bg1">
                <a:lumMod val="85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4</c:v>
                </c:pt>
                <c:pt idx="1">
                  <c:v>2</c:v>
                </c:pt>
                <c:pt idx="2">
                  <c:v>5</c:v>
                </c:pt>
                <c:pt idx="3">
                  <c:v>5</c:v>
                </c:pt>
              </c:numCache>
            </c:numRef>
          </c:val>
          <c:extLst>
            <c:ext xmlns:c16="http://schemas.microsoft.com/office/drawing/2014/chart" uri="{C3380CC4-5D6E-409C-BE32-E72D297353CC}">
              <c16:uniqueId val="{00000002-26C4-4F05-A9AE-2C4CBE82E40C}"/>
            </c:ext>
          </c:extLst>
        </c:ser>
        <c:ser>
          <c:idx val="3"/>
          <c:order val="3"/>
          <c:tx>
            <c:strRef>
              <c:f>Sheet1!$E$1</c:f>
              <c:strCache>
                <c:ptCount val="1"/>
                <c:pt idx="0">
                  <c:v>系列 4</c:v>
                </c:pt>
              </c:strCache>
            </c:strRef>
          </c:tx>
          <c:spPr>
            <a:solidFill>
              <a:schemeClr val="bg1">
                <a:lumMod val="95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Sheet1!$E$2:$E$5</c:f>
              <c:numCache>
                <c:formatCode>General</c:formatCode>
                <c:ptCount val="4"/>
                <c:pt idx="0">
                  <c:v>6</c:v>
                </c:pt>
                <c:pt idx="1">
                  <c:v>2</c:v>
                </c:pt>
                <c:pt idx="2">
                  <c:v>4</c:v>
                </c:pt>
                <c:pt idx="3">
                  <c:v>3</c:v>
                </c:pt>
              </c:numCache>
            </c:numRef>
          </c:val>
          <c:extLst>
            <c:ext xmlns:c16="http://schemas.microsoft.com/office/drawing/2014/chart" uri="{C3380CC4-5D6E-409C-BE32-E72D297353CC}">
              <c16:uniqueId val="{00000003-26C4-4F05-A9AE-2C4CBE82E40C}"/>
            </c:ext>
          </c:extLst>
        </c:ser>
        <c:dLbls>
          <c:showLegendKey val="0"/>
          <c:showVal val="0"/>
          <c:showCatName val="0"/>
          <c:showSerName val="0"/>
          <c:showPercent val="0"/>
          <c:showBubbleSize val="0"/>
        </c:dLbls>
        <c:gapWidth val="219"/>
        <c:overlap val="100"/>
        <c:axId val="214609920"/>
        <c:axId val="214611456"/>
      </c:barChart>
      <c:catAx>
        <c:axId val="2146099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4611456"/>
        <c:crosses val="autoZero"/>
        <c:auto val="1"/>
        <c:lblAlgn val="ctr"/>
        <c:lblOffset val="100"/>
        <c:noMultiLvlLbl val="0"/>
      </c:catAx>
      <c:valAx>
        <c:axId val="214611456"/>
        <c:scaling>
          <c:orientation val="minMax"/>
        </c:scaling>
        <c:delete val="0"/>
        <c:axPos val="b"/>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j-ea"/>
                <a:ea typeface="+mj-ea"/>
                <a:cs typeface="+mn-cs"/>
              </a:defRPr>
            </a:pPr>
            <a:endParaRPr lang="zh-CN"/>
          </a:p>
        </c:txPr>
        <c:crossAx val="214609920"/>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egendEntry>
        <c:idx val="1"/>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egendEntry>
        <c:idx val="2"/>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egendEntry>
        <c:idx val="3"/>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Entry>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lang="zh-CN" sz="1200">
          <a:latin typeface="+mj-ea"/>
          <a:ea typeface="+mj-ea"/>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1" i="0" u="none" strike="noStrike" kern="1200" spc="0" baseline="0">
                <a:solidFill>
                  <a:schemeClr val="tx1"/>
                </a:solidFill>
                <a:latin typeface="微软雅黑" panose="020B0503020204020204" pitchFamily="34" charset="-122"/>
                <a:ea typeface="微软雅黑" panose="020B0503020204020204" pitchFamily="34" charset="-122"/>
                <a:cs typeface="+mn-cs"/>
              </a:defRPr>
            </a:pPr>
            <a:r>
              <a:rPr lang="zh-CN" altLang="en-US" sz="1200" b="1" i="0" dirty="0">
                <a:solidFill>
                  <a:schemeClr val="tx1"/>
                </a:solidFill>
                <a:latin typeface="微软雅黑" panose="020B0503020204020204" pitchFamily="34" charset="-122"/>
                <a:ea typeface="微软雅黑" panose="020B0503020204020204" pitchFamily="34" charset="-122"/>
              </a:rPr>
              <a:t>标题</a:t>
            </a:r>
          </a:p>
        </c:rich>
      </c:tx>
      <c:layout>
        <c:manualLayout>
          <c:xMode val="edge"/>
          <c:yMode val="edge"/>
          <c:x val="0.50008970267135899"/>
          <c:y val="0.107382140877476"/>
        </c:manualLayout>
      </c:layout>
      <c:overlay val="0"/>
      <c:spPr>
        <a:noFill/>
        <a:ln>
          <a:noFill/>
        </a:ln>
        <a:effectLst/>
      </c:spPr>
    </c:title>
    <c:autoTitleDeleted val="0"/>
    <c:plotArea>
      <c:layout>
        <c:manualLayout>
          <c:layoutTarget val="inner"/>
          <c:xMode val="edge"/>
          <c:yMode val="edge"/>
          <c:x val="0.16103188591571899"/>
          <c:y val="0.22817065073041201"/>
          <c:w val="0.82919403941675995"/>
          <c:h val="0.54639774236387795"/>
        </c:manualLayout>
      </c:layout>
      <c:lineChart>
        <c:grouping val="standard"/>
        <c:varyColors val="0"/>
        <c:ser>
          <c:idx val="0"/>
          <c:order val="0"/>
          <c:tx>
            <c:strRef>
              <c:f>Sheet1!$B$1</c:f>
              <c:strCache>
                <c:ptCount val="1"/>
                <c:pt idx="0">
                  <c:v>线条-1</c:v>
                </c:pt>
              </c:strCache>
            </c:strRef>
          </c:tx>
          <c:spPr>
            <a:ln w="31750" cap="rnd" cmpd="sng" algn="ctr">
              <a:solidFill>
                <a:schemeClr val="bg1">
                  <a:lumMod val="85000"/>
                </a:schemeClr>
              </a:solidFill>
              <a:prstDash val="solid"/>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002B-44D2-BDAD-37787DF5580C}"/>
            </c:ext>
          </c:extLst>
        </c:ser>
        <c:ser>
          <c:idx val="1"/>
          <c:order val="1"/>
          <c:tx>
            <c:strRef>
              <c:f>Sheet1!$C$1</c:f>
              <c:strCache>
                <c:ptCount val="1"/>
                <c:pt idx="0">
                  <c:v>线条-2</c:v>
                </c:pt>
              </c:strCache>
            </c:strRef>
          </c:tx>
          <c:spPr>
            <a:ln w="31750" cap="rnd" cmpd="sng" algn="ctr">
              <a:solidFill>
                <a:srgbClr val="F5DDB5"/>
              </a:solidFill>
              <a:prstDash val="solid"/>
              <a:round/>
            </a:ln>
            <a:effectLst/>
          </c:spPr>
          <c:marker>
            <c:symbol val="none"/>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002B-44D2-BDAD-37787DF5580C}"/>
            </c:ext>
          </c:extLst>
        </c:ser>
        <c:ser>
          <c:idx val="2"/>
          <c:order val="2"/>
          <c:tx>
            <c:strRef>
              <c:f>Sheet1!$D$1</c:f>
              <c:strCache>
                <c:ptCount val="1"/>
                <c:pt idx="0">
                  <c:v>线条-3</c:v>
                </c:pt>
              </c:strCache>
            </c:strRef>
          </c:tx>
          <c:spPr>
            <a:ln w="31750" cap="rnd" cmpd="sng" algn="ctr">
              <a:solidFill>
                <a:srgbClr val="D4C09C"/>
              </a:solidFill>
              <a:prstDash val="solid"/>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02B-44D2-BDAD-37787DF5580C}"/>
            </c:ext>
          </c:extLst>
        </c:ser>
        <c:dLbls>
          <c:showLegendKey val="0"/>
          <c:showVal val="0"/>
          <c:showCatName val="0"/>
          <c:showSerName val="0"/>
          <c:showPercent val="0"/>
          <c:showBubbleSize val="0"/>
        </c:dLbls>
        <c:smooth val="0"/>
        <c:axId val="190505728"/>
        <c:axId val="190507264"/>
      </c:lineChart>
      <c:catAx>
        <c:axId val="190505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endParaRPr lang="zh-CN"/>
          </a:p>
        </c:txPr>
        <c:crossAx val="190507264"/>
        <c:crosses val="autoZero"/>
        <c:auto val="1"/>
        <c:lblAlgn val="ctr"/>
        <c:lblOffset val="100"/>
        <c:noMultiLvlLbl val="0"/>
      </c:catAx>
      <c:valAx>
        <c:axId val="190507264"/>
        <c:scaling>
          <c:orientation val="minMax"/>
        </c:scaling>
        <c:delete val="0"/>
        <c:axPos val="l"/>
        <c:majorGridlines>
          <c:spPr>
            <a:ln w="12700" cap="flat" cmpd="sng" algn="ctr">
              <a:solidFill>
                <a:schemeClr val="bg1">
                  <a:lumMod val="75000"/>
                </a:schemeClr>
              </a:solidFill>
              <a:prstDash val="sysDot"/>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Source Han Sans CN Light" panose="020B0500000000000000" pitchFamily="34" charset="-128"/>
                <a:ea typeface="Source Han Sans CN Light" panose="020B0500000000000000" pitchFamily="34" charset="-128"/>
                <a:cs typeface="+mn-cs"/>
              </a:defRPr>
            </a:pPr>
            <a:endParaRPr lang="zh-CN"/>
          </a:p>
        </c:txPr>
        <c:crossAx val="190505728"/>
        <c:crosses val="autoZero"/>
        <c:crossBetween val="between"/>
      </c:valAx>
      <c:spPr>
        <a:solidFill>
          <a:schemeClr val="bg1">
            <a:lumMod val="95000"/>
            <a:alpha val="6000"/>
          </a:schemeClr>
        </a:solid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endParaRPr lang="zh-CN"/>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endParaRPr lang="zh-CN"/>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endParaRPr lang="zh-CN"/>
          </a:p>
        </c:txPr>
      </c:legendEntry>
      <c:layout>
        <c:manualLayout>
          <c:xMode val="edge"/>
          <c:yMode val="edge"/>
          <c:x val="0.31621781296661"/>
          <c:y val="0.93061089007782505"/>
          <c:w val="0.44982795333461201"/>
          <c:h val="5.5344682384160203E-2"/>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endParaRPr lang="zh-CN"/>
        </a:p>
      </c:txPr>
    </c:legend>
    <c:plotVisOnly val="1"/>
    <c:dispBlanksAs val="gap"/>
    <c:showDLblsOverMax val="0"/>
  </c:chart>
  <c:spPr>
    <a:noFill/>
    <a:ln>
      <a:noFill/>
    </a:ln>
    <a:effectLst/>
  </c:spPr>
  <c:txPr>
    <a:bodyPr/>
    <a:lstStyle/>
    <a:p>
      <a:pPr>
        <a:defRPr lang="zh-CN" sz="1000"/>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0531797808164402E-2"/>
          <c:y val="1.98165924953108E-2"/>
          <c:w val="0.915180345833151"/>
          <c:h val="0.88637804311149104"/>
        </c:manualLayout>
      </c:layout>
      <c:lineChart>
        <c:grouping val="standard"/>
        <c:varyColors val="0"/>
        <c:ser>
          <c:idx val="0"/>
          <c:order val="0"/>
          <c:tx>
            <c:strRef>
              <c:f>Sheet1!$B$1</c:f>
              <c:strCache>
                <c:ptCount val="1"/>
                <c:pt idx="0">
                  <c:v>Communication</c:v>
                </c:pt>
              </c:strCache>
            </c:strRef>
          </c:tx>
          <c:spPr>
            <a:ln w="31750" cap="rnd" cmpd="sng" algn="ctr">
              <a:solidFill>
                <a:srgbClr val="CEABCB"/>
              </a:solidFill>
              <a:prstDash val="solid"/>
              <a:round/>
            </a:ln>
            <a:effectLst/>
          </c:spPr>
          <c:marker>
            <c:symbol val="none"/>
          </c:marker>
          <c:cat>
            <c:strRef>
              <c:f>Sheet1!$A$2:$A$7</c:f>
              <c:strCache>
                <c:ptCount val="6"/>
                <c:pt idx="0">
                  <c:v>Jan</c:v>
                </c:pt>
                <c:pt idx="1">
                  <c:v>Feb</c:v>
                </c:pt>
                <c:pt idx="2">
                  <c:v>Mar</c:v>
                </c:pt>
                <c:pt idx="3">
                  <c:v>April</c:v>
                </c:pt>
                <c:pt idx="4">
                  <c:v>May</c:v>
                </c:pt>
                <c:pt idx="5">
                  <c:v>Jun</c:v>
                </c:pt>
              </c:strCache>
            </c:strRef>
          </c:cat>
          <c:val>
            <c:numRef>
              <c:f>Sheet1!$B$2:$B$7</c:f>
              <c:numCache>
                <c:formatCode>General</c:formatCode>
                <c:ptCount val="6"/>
                <c:pt idx="0">
                  <c:v>90</c:v>
                </c:pt>
                <c:pt idx="1">
                  <c:v>120</c:v>
                </c:pt>
                <c:pt idx="2">
                  <c:v>150</c:v>
                </c:pt>
                <c:pt idx="3">
                  <c:v>230</c:v>
                </c:pt>
                <c:pt idx="4">
                  <c:v>450</c:v>
                </c:pt>
                <c:pt idx="5">
                  <c:v>300</c:v>
                </c:pt>
              </c:numCache>
            </c:numRef>
          </c:val>
          <c:smooth val="0"/>
          <c:extLst>
            <c:ext xmlns:c16="http://schemas.microsoft.com/office/drawing/2014/chart" uri="{C3380CC4-5D6E-409C-BE32-E72D297353CC}">
              <c16:uniqueId val="{00000000-B500-4DFB-AB6E-C41330DACE05}"/>
            </c:ext>
          </c:extLst>
        </c:ser>
        <c:ser>
          <c:idx val="1"/>
          <c:order val="1"/>
          <c:tx>
            <c:strRef>
              <c:f>Sheet1!$C$1</c:f>
              <c:strCache>
                <c:ptCount val="1"/>
                <c:pt idx="0">
                  <c:v>Pictures</c:v>
                </c:pt>
              </c:strCache>
            </c:strRef>
          </c:tx>
          <c:spPr>
            <a:ln w="31750" cap="rnd" cmpd="sng" algn="ctr">
              <a:solidFill>
                <a:srgbClr val="5AB1AB"/>
              </a:solidFill>
              <a:prstDash val="solid"/>
              <a:round/>
            </a:ln>
            <a:effectLst/>
          </c:spPr>
          <c:marker>
            <c:symbol val="none"/>
          </c:marker>
          <c:cat>
            <c:strRef>
              <c:f>Sheet1!$A$2:$A$7</c:f>
              <c:strCache>
                <c:ptCount val="6"/>
                <c:pt idx="0">
                  <c:v>Jan</c:v>
                </c:pt>
                <c:pt idx="1">
                  <c:v>Feb</c:v>
                </c:pt>
                <c:pt idx="2">
                  <c:v>Mar</c:v>
                </c:pt>
                <c:pt idx="3">
                  <c:v>April</c:v>
                </c:pt>
                <c:pt idx="4">
                  <c:v>May</c:v>
                </c:pt>
                <c:pt idx="5">
                  <c:v>Jun</c:v>
                </c:pt>
              </c:strCache>
            </c:strRef>
          </c:cat>
          <c:val>
            <c:numRef>
              <c:f>Sheet1!$C$2:$C$7</c:f>
              <c:numCache>
                <c:formatCode>General</c:formatCode>
                <c:ptCount val="6"/>
                <c:pt idx="0">
                  <c:v>600</c:v>
                </c:pt>
                <c:pt idx="1">
                  <c:v>560</c:v>
                </c:pt>
                <c:pt idx="2">
                  <c:v>400</c:v>
                </c:pt>
                <c:pt idx="3">
                  <c:v>400</c:v>
                </c:pt>
                <c:pt idx="4">
                  <c:v>200</c:v>
                </c:pt>
                <c:pt idx="5">
                  <c:v>580</c:v>
                </c:pt>
              </c:numCache>
            </c:numRef>
          </c:val>
          <c:smooth val="0"/>
          <c:extLst>
            <c:ext xmlns:c16="http://schemas.microsoft.com/office/drawing/2014/chart" uri="{C3380CC4-5D6E-409C-BE32-E72D297353CC}">
              <c16:uniqueId val="{00000001-B500-4DFB-AB6E-C41330DACE05}"/>
            </c:ext>
          </c:extLst>
        </c:ser>
        <c:ser>
          <c:idx val="2"/>
          <c:order val="2"/>
          <c:tx>
            <c:strRef>
              <c:f>Sheet1!$D$1</c:f>
              <c:strCache>
                <c:ptCount val="1"/>
                <c:pt idx="0">
                  <c:v>Research</c:v>
                </c:pt>
              </c:strCache>
            </c:strRef>
          </c:tx>
          <c:spPr>
            <a:ln w="31750" cap="rnd" cmpd="sng" algn="ctr">
              <a:solidFill>
                <a:schemeClr val="accent5">
                  <a:lumMod val="75000"/>
                </a:schemeClr>
              </a:solidFill>
              <a:prstDash val="solid"/>
              <a:round/>
            </a:ln>
            <a:effectLst/>
          </c:spPr>
          <c:marker>
            <c:symbol val="none"/>
          </c:marker>
          <c:cat>
            <c:strRef>
              <c:f>Sheet1!$A$2:$A$7</c:f>
              <c:strCache>
                <c:ptCount val="6"/>
                <c:pt idx="0">
                  <c:v>Jan</c:v>
                </c:pt>
                <c:pt idx="1">
                  <c:v>Feb</c:v>
                </c:pt>
                <c:pt idx="2">
                  <c:v>Mar</c:v>
                </c:pt>
                <c:pt idx="3">
                  <c:v>April</c:v>
                </c:pt>
                <c:pt idx="4">
                  <c:v>May</c:v>
                </c:pt>
                <c:pt idx="5">
                  <c:v>Jun</c:v>
                </c:pt>
              </c:strCache>
            </c:strRef>
          </c:cat>
          <c:val>
            <c:numRef>
              <c:f>Sheet1!$D$2:$D$7</c:f>
              <c:numCache>
                <c:formatCode>General</c:formatCode>
                <c:ptCount val="6"/>
                <c:pt idx="0">
                  <c:v>230</c:v>
                </c:pt>
                <c:pt idx="1">
                  <c:v>150</c:v>
                </c:pt>
                <c:pt idx="2">
                  <c:v>400</c:v>
                </c:pt>
                <c:pt idx="3">
                  <c:v>600</c:v>
                </c:pt>
                <c:pt idx="4">
                  <c:v>700</c:v>
                </c:pt>
                <c:pt idx="5">
                  <c:v>400</c:v>
                </c:pt>
              </c:numCache>
            </c:numRef>
          </c:val>
          <c:smooth val="0"/>
          <c:extLst>
            <c:ext xmlns:c16="http://schemas.microsoft.com/office/drawing/2014/chart" uri="{C3380CC4-5D6E-409C-BE32-E72D297353CC}">
              <c16:uniqueId val="{00000002-B500-4DFB-AB6E-C41330DACE05}"/>
            </c:ext>
          </c:extLst>
        </c:ser>
        <c:ser>
          <c:idx val="3"/>
          <c:order val="3"/>
          <c:tx>
            <c:strRef>
              <c:f>Sheet1!$E$1</c:f>
              <c:strCache>
                <c:ptCount val="1"/>
                <c:pt idx="0">
                  <c:v>Quality</c:v>
                </c:pt>
              </c:strCache>
            </c:strRef>
          </c:tx>
          <c:spPr>
            <a:ln w="31750" cap="rnd" cmpd="sng" algn="ctr">
              <a:solidFill>
                <a:srgbClr val="BED369"/>
              </a:solidFill>
              <a:prstDash val="solid"/>
              <a:round/>
            </a:ln>
            <a:effectLst/>
          </c:spPr>
          <c:marker>
            <c:symbol val="none"/>
          </c:marker>
          <c:cat>
            <c:strRef>
              <c:f>Sheet1!$A$2:$A$7</c:f>
              <c:strCache>
                <c:ptCount val="6"/>
                <c:pt idx="0">
                  <c:v>Jan</c:v>
                </c:pt>
                <c:pt idx="1">
                  <c:v>Feb</c:v>
                </c:pt>
                <c:pt idx="2">
                  <c:v>Mar</c:v>
                </c:pt>
                <c:pt idx="3">
                  <c:v>April</c:v>
                </c:pt>
                <c:pt idx="4">
                  <c:v>May</c:v>
                </c:pt>
                <c:pt idx="5">
                  <c:v>Jun</c:v>
                </c:pt>
              </c:strCache>
            </c:strRef>
          </c:cat>
          <c:val>
            <c:numRef>
              <c:f>Sheet1!$E$2:$E$7</c:f>
              <c:numCache>
                <c:formatCode>General</c:formatCode>
                <c:ptCount val="6"/>
                <c:pt idx="0">
                  <c:v>100</c:v>
                </c:pt>
                <c:pt idx="1">
                  <c:v>200</c:v>
                </c:pt>
                <c:pt idx="2">
                  <c:v>300</c:v>
                </c:pt>
                <c:pt idx="3">
                  <c:v>50</c:v>
                </c:pt>
                <c:pt idx="4">
                  <c:v>200</c:v>
                </c:pt>
                <c:pt idx="5">
                  <c:v>400</c:v>
                </c:pt>
              </c:numCache>
            </c:numRef>
          </c:val>
          <c:smooth val="0"/>
          <c:extLst>
            <c:ext xmlns:c16="http://schemas.microsoft.com/office/drawing/2014/chart" uri="{C3380CC4-5D6E-409C-BE32-E72D297353CC}">
              <c16:uniqueId val="{00000003-B500-4DFB-AB6E-C41330DACE05}"/>
            </c:ext>
          </c:extLst>
        </c:ser>
        <c:dLbls>
          <c:showLegendKey val="0"/>
          <c:showVal val="0"/>
          <c:showCatName val="0"/>
          <c:showSerName val="0"/>
          <c:showPercent val="0"/>
          <c:showBubbleSize val="0"/>
        </c:dLbls>
        <c:smooth val="0"/>
        <c:axId val="190545280"/>
        <c:axId val="190551168"/>
      </c:lineChart>
      <c:catAx>
        <c:axId val="190545280"/>
        <c:scaling>
          <c:orientation val="minMax"/>
        </c:scaling>
        <c:delete val="0"/>
        <c:axPos val="b"/>
        <c:majorGridlines>
          <c:spPr>
            <a:ln w="9525" cap="flat" cmpd="sng" algn="ctr">
              <a:solidFill>
                <a:schemeClr val="bg1">
                  <a:lumMod val="95000"/>
                </a:schemeClr>
              </a:solidFill>
              <a:prstDash val="solid"/>
              <a:round/>
            </a:ln>
            <a:effectLst/>
          </c:spPr>
        </c:majorGridlines>
        <c:numFmt formatCode="General" sourceLinked="0"/>
        <c:majorTickMark val="out"/>
        <c:minorTickMark val="none"/>
        <c:tickLblPos val="nextTo"/>
        <c:spPr>
          <a:noFill/>
          <a:ln w="12700" cap="flat" cmpd="sng" algn="ctr">
            <a:solidFill>
              <a:schemeClr val="bg1">
                <a:lumMod val="75000"/>
              </a:schemeClr>
            </a:solid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Lato Regular"/>
              </a:defRPr>
            </a:pPr>
            <a:endParaRPr lang="zh-CN"/>
          </a:p>
        </c:txPr>
        <c:crossAx val="190551168"/>
        <c:crosses val="autoZero"/>
        <c:auto val="1"/>
        <c:lblAlgn val="ctr"/>
        <c:lblOffset val="100"/>
        <c:noMultiLvlLbl val="0"/>
      </c:catAx>
      <c:valAx>
        <c:axId val="190551168"/>
        <c:scaling>
          <c:orientation val="minMax"/>
        </c:scaling>
        <c:delete val="0"/>
        <c:axPos val="l"/>
        <c:majorGridlines>
          <c:spPr>
            <a:ln w="9525" cap="flat" cmpd="sng" algn="ctr">
              <a:solidFill>
                <a:schemeClr val="bg1">
                  <a:lumMod val="95000"/>
                </a:schemeClr>
              </a:solidFill>
              <a:prstDash val="solid"/>
              <a:round/>
            </a:ln>
            <a:effectLst/>
          </c:spPr>
        </c:majorGridlines>
        <c:numFmt formatCode="General" sourceLinked="1"/>
        <c:majorTickMark val="none"/>
        <c:minorTickMark val="none"/>
        <c:tickLblPos val="nextTo"/>
        <c:spPr>
          <a:noFill/>
          <a:ln w="12700" cap="flat" cmpd="sng" algn="ctr">
            <a:solidFill>
              <a:schemeClr val="bg1">
                <a:lumMod val="65000"/>
              </a:schemeClr>
            </a:solid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Lato Regular"/>
              </a:defRPr>
            </a:pPr>
            <a:endParaRPr lang="zh-CN"/>
          </a:p>
        </c:txPr>
        <c:crossAx val="190545280"/>
        <c:crosses val="autoZero"/>
        <c:crossBetween val="between"/>
      </c:valAx>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lang="zh-CN" sz="1000"/>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rgbClr val="D4C09C"/>
              </a:solidFill>
              <a:ln w="19050">
                <a:solidFill>
                  <a:schemeClr val="lt1"/>
                </a:solidFill>
              </a:ln>
              <a:effectLst/>
            </c:spPr>
            <c:extLst>
              <c:ext xmlns:c16="http://schemas.microsoft.com/office/drawing/2014/chart" uri="{C3380CC4-5D6E-409C-BE32-E72D297353CC}">
                <c16:uniqueId val="{00000001-4233-433F-AC99-C8FD863D77F4}"/>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4233-433F-AC99-C8FD863D77F4}"/>
              </c:ext>
            </c:extLst>
          </c:dPt>
          <c:dLbls>
            <c:dLbl>
              <c:idx val="0"/>
              <c:layout>
                <c:manualLayout>
                  <c:x val="-0.23006878450538501"/>
                  <c:y val="-0.18362350539515901"/>
                </c:manualLayout>
              </c:layout>
              <c:tx>
                <c:rich>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4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70%</a:t>
                    </a:r>
                  </a:p>
                </c:rich>
              </c:tx>
              <c:spPr>
                <a:noFill/>
                <a:ln>
                  <a:noFill/>
                </a:ln>
                <a:effectLst/>
              </c:spPr>
              <c:txPr>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233-433F-AC99-C8FD863D77F4}"/>
                </c:ext>
              </c:extLst>
            </c:dLbl>
            <c:dLbl>
              <c:idx val="1"/>
              <c:layout>
                <c:manualLayout>
                  <c:x val="0.20401620056113701"/>
                  <c:y val="0.120194906192282"/>
                </c:manualLayout>
              </c:layout>
              <c:tx>
                <c:rich>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4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30%</a:t>
                    </a:r>
                  </a:p>
                </c:rich>
              </c:tx>
              <c:spPr>
                <a:noFill/>
                <a:ln>
                  <a:noFill/>
                </a:ln>
                <a:effectLst/>
              </c:spPr>
              <c:txPr>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233-433F-AC99-C8FD863D77F4}"/>
                </c:ext>
              </c:extLst>
            </c:dLbl>
            <c:spPr>
              <a:noFill/>
              <a:ln>
                <a:noFill/>
              </a:ln>
              <a:effectLst/>
            </c:spPr>
            <c:txPr>
              <a:bodyPr rot="0" spcFirstLastPara="1" vertOverflow="ellipsis" vert="horz" wrap="square" lIns="38100" tIns="19050" rIns="38100" bIns="19050" anchor="ctr" anchorCtr="1">
                <a:spAutoFit/>
              </a:bodyPr>
              <a:lstStyle/>
              <a:p>
                <a:pPr>
                  <a:defRPr lang="zh-CN" sz="12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Sheet1!$B$2:$B$3</c:f>
              <c:numCache>
                <c:formatCode>General</c:formatCode>
                <c:ptCount val="2"/>
                <c:pt idx="0">
                  <c:v>7</c:v>
                </c:pt>
                <c:pt idx="1">
                  <c:v>3</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Sheet1!$A$2:$A$3</c15:sqref>
                        </c15:formulaRef>
                      </c:ext>
                    </c:extLst>
                    <c:strCache>
                      <c:ptCount val="2"/>
                      <c:pt idx="0">
                        <c:v>1st Qtr</c:v>
                      </c:pt>
                      <c:pt idx="1">
                        <c:v>2nd Qtr</c:v>
                      </c:pt>
                    </c:strCache>
                  </c:strRef>
                </c15:cat>
              </c15:filteredCategoryTitle>
            </c:ext>
            <c:ext xmlns:c16="http://schemas.microsoft.com/office/drawing/2014/chart" uri="{C3380CC4-5D6E-409C-BE32-E72D297353CC}">
              <c16:uniqueId val="{00000004-4233-433F-AC99-C8FD863D77F4}"/>
            </c:ext>
          </c:extLst>
        </c:ser>
        <c:dLbls>
          <c:showLegendKey val="0"/>
          <c:showVal val="1"/>
          <c:showCatName val="1"/>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mn-lt"/>
                <a:ea typeface="+mn-ea"/>
                <a:cs typeface="+mn-cs"/>
              </a:defRPr>
            </a:pPr>
            <a:endParaRPr lang="zh-CN"/>
          </a:p>
        </c:txPr>
      </c:legendEntry>
      <c:legendEntry>
        <c:idx val="1"/>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mn-lt"/>
                <a:ea typeface="+mn-ea"/>
                <a:cs typeface="+mn-cs"/>
              </a:defRPr>
            </a:pPr>
            <a:endParaRPr lang="zh-CN"/>
          </a:p>
        </c:txPr>
      </c:legendEntry>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sz="1200"/>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spPr>
            <a:solidFill>
              <a:schemeClr val="bg2">
                <a:lumMod val="40000"/>
                <a:lumOff val="60000"/>
              </a:schemeClr>
            </a:solidFill>
          </c:spPr>
          <c:dPt>
            <c:idx val="0"/>
            <c:bubble3D val="0"/>
            <c:spPr>
              <a:solidFill>
                <a:srgbClr val="ECD5AE"/>
              </a:solidFill>
              <a:ln w="19050">
                <a:solidFill>
                  <a:schemeClr val="lt1"/>
                </a:solidFill>
              </a:ln>
              <a:effectLst/>
            </c:spPr>
            <c:extLst>
              <c:ext xmlns:c16="http://schemas.microsoft.com/office/drawing/2014/chart" uri="{C3380CC4-5D6E-409C-BE32-E72D297353CC}">
                <c16:uniqueId val="{00000001-29BE-4067-AAD4-0A22153F8217}"/>
              </c:ext>
            </c:extLst>
          </c:dPt>
          <c:dPt>
            <c:idx val="1"/>
            <c:bubble3D val="0"/>
            <c:spPr>
              <a:solidFill>
                <a:srgbClr val="ECD5AE">
                  <a:alpha val="29859"/>
                </a:srgbClr>
              </a:solidFill>
              <a:ln w="19050">
                <a:solidFill>
                  <a:schemeClr val="lt1"/>
                </a:solidFill>
              </a:ln>
              <a:effectLst/>
            </c:spPr>
            <c:extLst>
              <c:ext xmlns:c16="http://schemas.microsoft.com/office/drawing/2014/chart" uri="{C3380CC4-5D6E-409C-BE32-E72D297353CC}">
                <c16:uniqueId val="{00000003-29BE-4067-AAD4-0A22153F8217}"/>
              </c:ext>
            </c:extLst>
          </c:dPt>
          <c:dLbls>
            <c:dLbl>
              <c:idx val="0"/>
              <c:layout>
                <c:manualLayout>
                  <c:x val="-0.27029866956285598"/>
                  <c:y val="1.56216584038106E-3"/>
                </c:manualLayout>
              </c:layout>
              <c:tx>
                <c:rich>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mn-ea"/>
                        <a:ea typeface="+mn-ea"/>
                        <a:cs typeface="+mn-ea"/>
                        <a:sym typeface="+mn-ea"/>
                      </a:defRPr>
                    </a:pPr>
                    <a:r>
                      <a:rPr lang="en-US" sz="1400" dirty="0">
                        <a:latin typeface="+mn-ea"/>
                        <a:ea typeface="+mn-ea"/>
                        <a:cs typeface="+mn-ea"/>
                        <a:sym typeface="+mn-ea"/>
                      </a:rPr>
                      <a:t>50%</a:t>
                    </a:r>
                  </a:p>
                </c:rich>
              </c:tx>
              <c:spPr>
                <a:noFill/>
                <a:ln>
                  <a:noFill/>
                </a:ln>
                <a:effectLst/>
              </c:spPr>
              <c:txPr>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mn-ea"/>
                      <a:ea typeface="+mn-ea"/>
                      <a:cs typeface="+mn-ea"/>
                      <a:sym typeface="+mn-ea"/>
                    </a:defRPr>
                  </a:pPr>
                  <a:endParaRPr lang="zh-CN"/>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9BE-4067-AAD4-0A22153F8217}"/>
                </c:ext>
              </c:extLst>
            </c:dLbl>
            <c:dLbl>
              <c:idx val="1"/>
              <c:layout>
                <c:manualLayout>
                  <c:x val="0.302376233143271"/>
                  <c:y val="5.5555555555555497E-3"/>
                </c:manualLayout>
              </c:layout>
              <c:tx>
                <c:rich>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4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50%</a:t>
                    </a:r>
                  </a:p>
                </c:rich>
              </c:tx>
              <c:spPr>
                <a:noFill/>
                <a:ln>
                  <a:noFill/>
                </a:ln>
                <a:effectLst/>
              </c:spPr>
              <c:txPr>
                <a:bodyPr rot="0" spcFirstLastPara="1" vertOverflow="ellipsis" vert="horz" wrap="square" lIns="38100" tIns="19050" rIns="38100" bIns="19050" anchor="ctr" anchorCtr="1"/>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9BE-4067-AAD4-0A22153F8217}"/>
                </c:ext>
              </c:extLst>
            </c:dLbl>
            <c:spPr>
              <a:noFill/>
              <a:ln>
                <a:noFill/>
              </a:ln>
              <a:effectLst/>
            </c:spPr>
            <c:txPr>
              <a:bodyPr rot="0" spcFirstLastPara="1" vertOverflow="ellipsis" vert="horz" wrap="square" lIns="38100" tIns="19050" rIns="38100" bIns="19050" anchor="ctr" anchorCtr="1"/>
              <a:lstStyle/>
              <a:p>
                <a:pPr>
                  <a:defRPr lang="zh-CN" sz="11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Sheet1!$B$2:$B$3</c:f>
              <c:numCache>
                <c:formatCode>General</c:formatCode>
                <c:ptCount val="2"/>
                <c:pt idx="0">
                  <c:v>5</c:v>
                </c:pt>
                <c:pt idx="1">
                  <c:v>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Sheet1!$A$2:$A$3</c15:sqref>
                        </c15:formulaRef>
                      </c:ext>
                    </c:extLst>
                    <c:strCache>
                      <c:ptCount val="2"/>
                      <c:pt idx="0">
                        <c:v>1st Qtr</c:v>
                      </c:pt>
                      <c:pt idx="1">
                        <c:v>2nd Qtr</c:v>
                      </c:pt>
                    </c:strCache>
                  </c:strRef>
                </c15:cat>
              </c15:filteredCategoryTitle>
            </c:ext>
            <c:ext xmlns:c16="http://schemas.microsoft.com/office/drawing/2014/chart" uri="{C3380CC4-5D6E-409C-BE32-E72D297353CC}">
              <c16:uniqueId val="{00000004-29BE-4067-AAD4-0A22153F8217}"/>
            </c:ext>
          </c:extLst>
        </c:ser>
        <c:dLbls>
          <c:showLegendKey val="0"/>
          <c:showVal val="1"/>
          <c:showCatName val="1"/>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mn-lt"/>
                <a:ea typeface="+mn-ea"/>
                <a:cs typeface="+mn-cs"/>
              </a:defRPr>
            </a:pPr>
            <a:endParaRPr lang="zh-CN"/>
          </a:p>
        </c:txPr>
      </c:legendEntry>
      <c:legendEntry>
        <c:idx val="1"/>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mn-lt"/>
                <a:ea typeface="+mn-ea"/>
                <a:cs typeface="+mn-cs"/>
              </a:defRPr>
            </a:pPr>
            <a:endParaRPr lang="zh-CN"/>
          </a:p>
        </c:txPr>
      </c:legendEntry>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sz="1600"/>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spPr>
            <a:solidFill>
              <a:schemeClr val="tx2"/>
            </a:solidFill>
          </c:spPr>
          <c:dPt>
            <c:idx val="0"/>
            <c:bubble3D val="0"/>
            <c:spPr>
              <a:solidFill>
                <a:schemeClr val="tx2">
                  <a:alpha val="80000"/>
                </a:schemeClr>
              </a:solidFill>
              <a:ln w="19050">
                <a:solidFill>
                  <a:schemeClr val="lt1"/>
                </a:solidFill>
              </a:ln>
              <a:effectLst/>
            </c:spPr>
            <c:extLst>
              <c:ext xmlns:c16="http://schemas.microsoft.com/office/drawing/2014/chart" uri="{C3380CC4-5D6E-409C-BE32-E72D297353CC}">
                <c16:uniqueId val="{00000001-C043-4F2F-926F-702C7C5737FB}"/>
              </c:ext>
            </c:extLst>
          </c:dPt>
          <c:dPt>
            <c:idx val="1"/>
            <c:bubble3D val="0"/>
            <c:spPr>
              <a:solidFill>
                <a:schemeClr val="tx2">
                  <a:alpha val="40000"/>
                </a:schemeClr>
              </a:solidFill>
              <a:ln w="19050">
                <a:solidFill>
                  <a:schemeClr val="lt1"/>
                </a:solidFill>
              </a:ln>
              <a:effectLst/>
            </c:spPr>
            <c:extLst>
              <c:ext xmlns:c16="http://schemas.microsoft.com/office/drawing/2014/chart" uri="{C3380CC4-5D6E-409C-BE32-E72D297353CC}">
                <c16:uniqueId val="{00000003-C043-4F2F-926F-702C7C5737FB}"/>
              </c:ext>
            </c:extLst>
          </c:dPt>
          <c:dLbls>
            <c:dLbl>
              <c:idx val="0"/>
              <c:layout>
                <c:manualLayout>
                  <c:x val="-0.16110371979364599"/>
                  <c:y val="-0.25769709341887798"/>
                </c:manualLayout>
              </c:layout>
              <c:tx>
                <c:rich>
                  <a:bodyPr rot="0" spcFirstLastPara="1" vertOverflow="ellipsis" vert="horz" wrap="square" lIns="38100" tIns="19050" rIns="38100" bIns="19050" anchor="ctr" anchorCtr="1">
                    <a:spAutoFit/>
                  </a:bodyPr>
                  <a:lstStyle/>
                  <a:p>
                    <a:pPr>
                      <a:defRPr lang="zh-CN" sz="14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90%</a:t>
                    </a:r>
                  </a:p>
                </c:rich>
              </c:tx>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043-4F2F-926F-702C7C5737FB}"/>
                </c:ext>
              </c:extLst>
            </c:dLbl>
            <c:dLbl>
              <c:idx val="1"/>
              <c:layout>
                <c:manualLayout>
                  <c:x val="-0.139080912299756"/>
                  <c:y val="2.7218819869738502E-4"/>
                </c:manualLayout>
              </c:layout>
              <c:tx>
                <c:rich>
                  <a:bodyPr/>
                  <a:lstStyle/>
                  <a:p>
                    <a:r>
                      <a:rPr lang="en-US" sz="14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10%</a:t>
                    </a:r>
                  </a:p>
                </c:rich>
              </c:tx>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043-4F2F-926F-702C7C5737FB}"/>
                </c:ext>
              </c:extLst>
            </c:dLbl>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Sheet1!$B$2:$B$3</c:f>
              <c:numCache>
                <c:formatCode>General</c:formatCode>
                <c:ptCount val="2"/>
                <c:pt idx="0">
                  <c:v>9</c:v>
                </c:pt>
                <c:pt idx="1">
                  <c:v>1</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Sheet1!$A$2:$A$3</c15:sqref>
                        </c15:formulaRef>
                      </c:ext>
                    </c:extLst>
                    <c:strCache>
                      <c:ptCount val="2"/>
                      <c:pt idx="0">
                        <c:v>1st Qtr</c:v>
                      </c:pt>
                      <c:pt idx="1">
                        <c:v>2nd Qtr</c:v>
                      </c:pt>
                    </c:strCache>
                  </c:strRef>
                </c15:cat>
              </c15:filteredCategoryTitle>
            </c:ext>
            <c:ext xmlns:c16="http://schemas.microsoft.com/office/drawing/2014/chart" uri="{C3380CC4-5D6E-409C-BE32-E72D297353CC}">
              <c16:uniqueId val="{00000004-C043-4F2F-926F-702C7C5737FB}"/>
            </c:ext>
          </c:extLst>
        </c:ser>
        <c:dLbls>
          <c:showLegendKey val="0"/>
          <c:showVal val="1"/>
          <c:showCatName val="1"/>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Entry>
      <c:legendEntry>
        <c:idx val="1"/>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Entry>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
    <c:plotVisOnly val="1"/>
    <c:dispBlanksAs val="gap"/>
    <c:showDLblsOverMax val="0"/>
  </c:chart>
  <c:spPr>
    <a:noFill/>
    <a:ln>
      <a:noFill/>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spPr>
            <a:solidFill>
              <a:schemeClr val="bg2">
                <a:lumMod val="60000"/>
                <a:lumOff val="40000"/>
              </a:schemeClr>
            </a:solidFill>
          </c:spPr>
          <c:dPt>
            <c:idx val="0"/>
            <c:bubble3D val="0"/>
            <c:spPr>
              <a:solidFill>
                <a:schemeClr val="tx2">
                  <a:alpha val="40000"/>
                </a:schemeClr>
              </a:solidFill>
              <a:ln w="19050">
                <a:solidFill>
                  <a:schemeClr val="lt1"/>
                </a:solidFill>
              </a:ln>
              <a:effectLst/>
            </c:spPr>
            <c:extLst>
              <c:ext xmlns:c16="http://schemas.microsoft.com/office/drawing/2014/chart" uri="{C3380CC4-5D6E-409C-BE32-E72D297353CC}">
                <c16:uniqueId val="{00000001-9368-44DA-B02E-C8061087C648}"/>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9368-44DA-B02E-C8061087C648}"/>
              </c:ext>
            </c:extLst>
          </c:dPt>
          <c:dLbls>
            <c:dLbl>
              <c:idx val="0"/>
              <c:layout>
                <c:manualLayout>
                  <c:x val="-0.24731061634537099"/>
                  <c:y val="-9.1030426752211596E-2"/>
                </c:manualLayout>
              </c:layout>
              <c:tx>
                <c:rich>
                  <a:bodyPr/>
                  <a:lstStyle/>
                  <a:p>
                    <a:r>
                      <a:rPr lang="en-US" sz="14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60%</a:t>
                    </a:r>
                  </a:p>
                </c:rich>
              </c:tx>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368-44DA-B02E-C8061087C648}"/>
                </c:ext>
              </c:extLst>
            </c:dLbl>
            <c:dLbl>
              <c:idx val="1"/>
              <c:layout>
                <c:manualLayout>
                  <c:x val="0.25189293148701197"/>
                  <c:y val="6.6150967240206096E-2"/>
                </c:manualLayout>
              </c:layout>
              <c:tx>
                <c:rich>
                  <a:bodyPr/>
                  <a:lstStyle/>
                  <a:p>
                    <a:r>
                      <a:rPr lang="en-US" sz="14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40%</a:t>
                    </a:r>
                  </a:p>
                </c:rich>
              </c:tx>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368-44DA-B02E-C8061087C648}"/>
                </c:ext>
              </c:extLst>
            </c:dLbl>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Sheet1!$B$2:$B$3</c:f>
              <c:numCache>
                <c:formatCode>General</c:formatCode>
                <c:ptCount val="2"/>
                <c:pt idx="0">
                  <c:v>6</c:v>
                </c:pt>
                <c:pt idx="1">
                  <c:v>4</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Sheet1!$A$2:$A$3</c15:sqref>
                        </c15:formulaRef>
                      </c:ext>
                    </c:extLst>
                    <c:strCache>
                      <c:ptCount val="2"/>
                      <c:pt idx="0">
                        <c:v>1st Qtr</c:v>
                      </c:pt>
                      <c:pt idx="1">
                        <c:v>2nd Qtr</c:v>
                      </c:pt>
                    </c:strCache>
                  </c:strRef>
                </c15:cat>
              </c15:filteredCategoryTitle>
            </c:ext>
            <c:ext xmlns:c16="http://schemas.microsoft.com/office/drawing/2014/chart" uri="{C3380CC4-5D6E-409C-BE32-E72D297353CC}">
              <c16:uniqueId val="{00000004-9368-44DA-B02E-C8061087C648}"/>
            </c:ext>
          </c:extLst>
        </c:ser>
        <c:dLbls>
          <c:showLegendKey val="0"/>
          <c:showVal val="1"/>
          <c:showCatName val="1"/>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Entry>
      <c:legendEntry>
        <c:idx val="1"/>
        <c:txPr>
          <a:bodyPr rot="0" spcFirstLastPara="1" vertOverflow="ellipsis" vert="horz" wrap="square" anchor="ctr" anchorCtr="1"/>
          <a:lstStyle/>
          <a:p>
            <a:pPr rtl="0">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Entry>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legend>
    <c:plotVisOnly val="1"/>
    <c:dispBlanksAs val="gap"/>
    <c:showDLblsOverMax val="0"/>
  </c:chart>
  <c:spPr>
    <a:noFill/>
    <a:ln>
      <a:noFill/>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1">
  <a:schemeClr val="accent1"/>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1ADB66-1B04-4234-945B-B9316B964761}" type="datetimeFigureOut">
              <a:rPr lang="zh-CN" altLang="en-US" smtClean="0"/>
              <a:t>2026/6/5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A931E-AC4A-4F52-80E7-0376A1488B54}" type="slidenum">
              <a:rPr lang="zh-CN" altLang="en-US" smtClean="0"/>
              <a:t>‹#›</a:t>
            </a:fld>
            <a:endParaRPr lang="zh-CN" altLang="en-US"/>
          </a:p>
        </p:txBody>
      </p:sp>
    </p:spTree>
    <p:extLst>
      <p:ext uri="{BB962C8B-B14F-4D97-AF65-F5344CB8AC3E}">
        <p14:creationId xmlns:p14="http://schemas.microsoft.com/office/powerpoint/2010/main" val="14128462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04D4F-37A8-EF41-8C0A-86C6D24EC934}" type="datetimeFigureOut">
              <a:rPr kumimoji="1" lang="zh-CN" altLang="en-US" smtClean="0"/>
              <a:t>2026/6/5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1AC83-BF0E-604D-8FC7-7CD0EDA8070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089363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4152608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F11AC83-BF0E-604D-8FC7-7CD0EDA80709}" type="slidenum">
              <a:rPr kumimoji="1" lang="zh-CN" altLang="en-US" smtClean="0"/>
              <a:t>10</a:t>
            </a:fld>
            <a:endParaRPr kumimoji="1" lang="zh-CN" altLang="en-US"/>
          </a:p>
        </p:txBody>
      </p:sp>
    </p:spTree>
    <p:extLst>
      <p:ext uri="{BB962C8B-B14F-4D97-AF65-F5344CB8AC3E}">
        <p14:creationId xmlns:p14="http://schemas.microsoft.com/office/powerpoint/2010/main" val="1114302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标题 1"/>
          <p:cNvSpPr>
            <a:spLocks noGrp="1"/>
          </p:cNvSpPr>
          <p:nvPr>
            <p:ph type="title"/>
          </p:nvPr>
        </p:nvSpPr>
        <p:spPr>
          <a:xfrm>
            <a:off x="895612" y="285913"/>
            <a:ext cx="9624812" cy="423512"/>
          </a:xfrm>
        </p:spPr>
        <p:txBody>
          <a:bodyPr anchor="b">
            <a:normAutofit/>
          </a:bodyPr>
          <a:lstStyle>
            <a:lvl1pPr>
              <a:defRPr sz="18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文本占位符 2"/>
          <p:cNvSpPr>
            <a:spLocks noGrp="1"/>
          </p:cNvSpPr>
          <p:nvPr>
            <p:ph type="body" idx="1" hasCustomPrompt="1"/>
          </p:nvPr>
        </p:nvSpPr>
        <p:spPr>
          <a:xfrm>
            <a:off x="673100" y="1006691"/>
            <a:ext cx="7392204" cy="5147845"/>
          </a:xfrm>
        </p:spPr>
        <p:txBody>
          <a:bodyPr>
            <a:normAutofit/>
          </a:bodyPr>
          <a:lstStyle>
            <a:lvl1pPr marL="0" indent="0">
              <a:buNone/>
              <a:defRPr sz="1800">
                <a:solidFill>
                  <a:schemeClr val="tx1"/>
                </a:solidFill>
                <a:latin typeface="微软雅黑 Light" panose="020B0502040204020203" pitchFamily="34" charset="-122"/>
                <a:ea typeface="微软雅黑 Light" panose="020B0502040204020203"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编辑文本样式</a:t>
            </a:r>
          </a:p>
        </p:txBody>
      </p:sp>
      <p:sp>
        <p:nvSpPr>
          <p:cNvPr id="9" name="灯片编号占位符 5"/>
          <p:cNvSpPr>
            <a:spLocks noGrp="1"/>
          </p:cNvSpPr>
          <p:nvPr>
            <p:ph type="sldNum" sz="quarter" idx="12"/>
          </p:nvPr>
        </p:nvSpPr>
        <p:spPr>
          <a:xfrm>
            <a:off x="689919" y="6209084"/>
            <a:ext cx="2743200" cy="365125"/>
          </a:xfrm>
        </p:spPr>
        <p:txBody>
          <a:bodyPr/>
          <a:lstStyle>
            <a:lvl1pPr algn="l">
              <a:defRPr/>
            </a:lvl1pPr>
          </a:lstStyle>
          <a:p>
            <a:fld id="{153AF625-0792-41B6-A2B6-BF3733C00B4B}" type="slidenum">
              <a:rPr lang="zh-CN" altLang="en-US" smtClean="0"/>
              <a:t>‹#›</a:t>
            </a:fld>
            <a:endParaRPr lang="zh-CN" altLang="en-US"/>
          </a:p>
        </p:txBody>
      </p:sp>
      <p:pic>
        <p:nvPicPr>
          <p:cNvPr id="10" name="图片 9"/>
          <p:cNvPicPr>
            <a:picLocks noChangeAspect="1"/>
          </p:cNvPicPr>
          <p:nvPr userDrawn="1"/>
        </p:nvPicPr>
        <p:blipFill>
          <a:blip r:embed="rId2"/>
          <a:stretch>
            <a:fillRect/>
          </a:stretch>
        </p:blipFill>
        <p:spPr>
          <a:xfrm>
            <a:off x="673100" y="415288"/>
            <a:ext cx="222512" cy="222512"/>
          </a:xfrm>
          <a:prstGeom prst="rect">
            <a:avLst/>
          </a:prstGeom>
        </p:spPr>
      </p:pic>
      <p:pic>
        <p:nvPicPr>
          <p:cNvPr id="11" name="图片 10"/>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774800" y="5979156"/>
            <a:ext cx="966362" cy="627175"/>
          </a:xfrm>
          <a:prstGeom prst="rect">
            <a:avLst/>
          </a:prstGeom>
        </p:spPr>
      </p:pic>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520424" y="251246"/>
            <a:ext cx="1216034" cy="756431"/>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ctrTitle"/>
          </p:nvPr>
        </p:nvSpPr>
        <p:spPr>
          <a:xfrm>
            <a:off x="1382472" y="984265"/>
            <a:ext cx="9189464" cy="492204"/>
          </a:xfrm>
        </p:spPr>
        <p:txBody>
          <a:bodyPr anchor="b">
            <a:noAutofit/>
          </a:bodyPr>
          <a:lstStyle>
            <a:lvl1pPr algn="l">
              <a:defRPr sz="2800" b="1">
                <a:solidFill>
                  <a:srgbClr val="666666"/>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副标题 2"/>
          <p:cNvSpPr>
            <a:spLocks noGrp="1"/>
          </p:cNvSpPr>
          <p:nvPr>
            <p:ph type="subTitle" idx="1" hasCustomPrompt="1"/>
          </p:nvPr>
        </p:nvSpPr>
        <p:spPr>
          <a:xfrm>
            <a:off x="978222" y="1770194"/>
            <a:ext cx="6956856" cy="4208962"/>
          </a:xfrm>
        </p:spPr>
        <p:txBody>
          <a:bodyPr>
            <a:normAutofit/>
          </a:bodyPr>
          <a:lstStyle>
            <a:lvl1pPr marL="0" indent="0" algn="l">
              <a:buNone/>
              <a:defRPr sz="1800">
                <a:solidFill>
                  <a:srgbClr val="9C9C9C"/>
                </a:solidFill>
                <a:latin typeface="微软雅黑 Light" panose="020B0502040204020203" pitchFamily="34" charset="-122"/>
                <a:ea typeface="微软雅黑 Light" panose="020B0502040204020203"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单击以编辑正文</a:t>
            </a:r>
            <a:endParaRPr lang="zh-CN" altLang="en-US" dirty="0"/>
          </a:p>
        </p:txBody>
      </p:sp>
      <p:pic>
        <p:nvPicPr>
          <p:cNvPr id="10" name="图片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774800" y="5979156"/>
            <a:ext cx="966362" cy="627175"/>
          </a:xfrm>
          <a:prstGeom prst="rect">
            <a:avLst/>
          </a:prstGeom>
        </p:spPr>
      </p:pic>
      <p:pic>
        <p:nvPicPr>
          <p:cNvPr id="11" name="图片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20424" y="251246"/>
            <a:ext cx="1216034" cy="756431"/>
          </a:xfrm>
          <a:prstGeom prst="rect">
            <a:avLst/>
          </a:prstGeom>
        </p:spPr>
      </p:pic>
      <p:sp>
        <p:nvSpPr>
          <p:cNvPr id="12" name="灯片编号占位符 5"/>
          <p:cNvSpPr>
            <a:spLocks noGrp="1"/>
          </p:cNvSpPr>
          <p:nvPr>
            <p:ph type="sldNum" sz="quarter" idx="12"/>
          </p:nvPr>
        </p:nvSpPr>
        <p:spPr>
          <a:xfrm>
            <a:off x="689919" y="6209084"/>
            <a:ext cx="2743200" cy="365125"/>
          </a:xfrm>
        </p:spPr>
        <p:txBody>
          <a:bodyPr/>
          <a:lstStyle>
            <a:lvl1pPr algn="l">
              <a:defRPr/>
            </a:lvl1pPr>
          </a:lstStyle>
          <a:p>
            <a:fld id="{153AF625-0792-41B6-A2B6-BF3733C00B4B}" type="slidenum">
              <a:rPr lang="zh-CN" altLang="en-US" smtClean="0"/>
              <a:t>‹#›</a:t>
            </a:fld>
            <a:endParaRPr lang="zh-CN" altLang="en-US"/>
          </a:p>
        </p:txBody>
      </p:sp>
      <p:pic>
        <p:nvPicPr>
          <p:cNvPr id="13" name="图片 12"/>
          <p:cNvPicPr>
            <a:picLocks noChangeAspect="1"/>
          </p:cNvPicPr>
          <p:nvPr userDrawn="1"/>
        </p:nvPicPr>
        <p:blipFill>
          <a:blip r:embed="rId4"/>
          <a:stretch>
            <a:fillRect/>
          </a:stretch>
        </p:blipFill>
        <p:spPr>
          <a:xfrm>
            <a:off x="982192" y="1053322"/>
            <a:ext cx="344331" cy="344331"/>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E6FCBD3-6546-CB4A-B4D7-6F9E5D298D5F}" type="slidenum">
              <a:rPr kumimoji="1" lang="zh-CN" altLang="en-US" smtClean="0"/>
              <a:t>‹#›</a:t>
            </a:fld>
            <a:endParaRPr kumimoji="1"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文本框 3"/>
          <p:cNvSpPr txBox="1"/>
          <p:nvPr userDrawn="1"/>
        </p:nvSpPr>
        <p:spPr>
          <a:xfrm>
            <a:off x="8001000" y="2692400"/>
            <a:ext cx="184731" cy="369332"/>
          </a:xfrm>
          <a:prstGeom prst="rect">
            <a:avLst/>
          </a:prstGeom>
          <a:noFill/>
        </p:spPr>
        <p:txBody>
          <a:bodyPr wrap="none" rtlCol="0">
            <a:spAutoFit/>
          </a:bodyPr>
          <a:lstStyle/>
          <a:p>
            <a:endParaRPr kumimoji="1" lang="zh-CN" altLang="en-US" dirty="0"/>
          </a:p>
        </p:txBody>
      </p:sp>
      <p:sp>
        <p:nvSpPr>
          <p:cNvPr id="2" name="灯片编号占位符 1"/>
          <p:cNvSpPr>
            <a:spLocks noGrp="1"/>
          </p:cNvSpPr>
          <p:nvPr>
            <p:ph type="sldNum" sz="quarter" idx="10"/>
          </p:nvPr>
        </p:nvSpPr>
        <p:spPr>
          <a:xfrm>
            <a:off x="0" y="6370384"/>
            <a:ext cx="482600" cy="316800"/>
          </a:xfrm>
          <a:prstGeom prst="rect">
            <a:avLst/>
          </a:prstGeom>
        </p:spPr>
        <p:txBody>
          <a:bodyPr/>
          <a:lstStyle/>
          <a:p>
            <a:fld id="{49AE70B2-8BF9-45C0-BB95-33D1B9D3A854}" type="slidenum">
              <a:rPr lang="zh-CN" altLang="en-US" smtClean="0"/>
              <a:t>‹#›</a:t>
            </a:fld>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6FCBD3-6546-CB4A-B4D7-6F9E5D298D5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jpeg"/><Relationship Id="rId5" Type="http://schemas.openxmlformats.org/officeDocument/2006/relationships/slideLayout" Target="../slideLayouts/slideLayout1.xml"/><Relationship Id="rId4"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7.emf"/><Relationship Id="rId5" Type="http://schemas.openxmlformats.org/officeDocument/2006/relationships/image" Target="../media/image6.jpe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8.jpe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9.jpe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image" Target="../media/image12.jpe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chart" Target="../charts/chart4.xml"/><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8.xml"/><Relationship Id="rId5" Type="http://schemas.openxmlformats.org/officeDocument/2006/relationships/chart" Target="../charts/chart6.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9.xml"/><Relationship Id="rId5" Type="http://schemas.openxmlformats.org/officeDocument/2006/relationships/chart" Target="../charts/chart8.xml"/><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chart" Target="../charts/chart12.xml"/><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4.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153AF625-0792-41B6-A2B6-BF3733C00B4B}" type="slidenum">
              <a:rPr lang="zh-CN" altLang="en-US" smtClean="0"/>
              <a:t>1</a:t>
            </a:fld>
            <a:endParaRPr lang="zh-CN" altLang="en-US"/>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标题 1"/>
          <p:cNvSpPr txBox="1"/>
          <p:nvPr>
            <p:custDataLst>
              <p:tags r:id="rId1"/>
            </p:custDataLst>
          </p:nvPr>
        </p:nvSpPr>
        <p:spPr>
          <a:xfrm>
            <a:off x="695517" y="2421923"/>
            <a:ext cx="9799320" cy="1668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6000" b="1"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PPT Template</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11"/>
          <p:cNvPicPr>
            <a:picLocks noChangeAspect="1"/>
          </p:cNvPicPr>
          <p:nvPr/>
        </p:nvPicPr>
        <p:blipFill>
          <a:blip r:embed="rId6"/>
          <a:stretch>
            <a:fillRect/>
          </a:stretch>
        </p:blipFill>
        <p:spPr>
          <a:xfrm>
            <a:off x="0" y="0"/>
            <a:ext cx="12192000" cy="6858000"/>
          </a:xfrm>
          <a:prstGeom prst="rect">
            <a:avLst/>
          </a:prstGeom>
        </p:spPr>
      </p:pic>
      <p:sp>
        <p:nvSpPr>
          <p:cNvPr id="8" name="副标题 2"/>
          <p:cNvSpPr txBox="1"/>
          <p:nvPr>
            <p:custDataLst>
              <p:tags r:id="rId2"/>
            </p:custDataLst>
          </p:nvPr>
        </p:nvSpPr>
        <p:spPr>
          <a:xfrm>
            <a:off x="691297" y="6055360"/>
            <a:ext cx="7602855" cy="464820"/>
          </a:xfrm>
          <a:prstGeom prst="rect">
            <a:avLst/>
          </a:prstGeom>
        </p:spPr>
        <p:txBody>
          <a:bodyPr vert="horz" lIns="90000" tIns="46800" rIns="90000" bIns="46800" rtlCol="0">
            <a:norm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zh-CN" altLang="en-US" sz="1400" dirty="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rPr>
              <a:t>地点 &amp; 时间</a:t>
            </a:r>
            <a:r>
              <a:rPr lang="en-US" altLang="zh-CN" sz="1400" dirty="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rPr>
              <a:t> </a:t>
            </a:r>
            <a:r>
              <a:rPr lang="zh-CN" altLang="en-US" sz="1400" dirty="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rPr>
              <a:t> </a:t>
            </a:r>
            <a:r>
              <a:rPr lang="en-US" altLang="zh-CN" sz="1400" dirty="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rPr>
              <a:t>|  </a:t>
            </a:r>
            <a:r>
              <a:rPr lang="zh-CN" altLang="en-US" sz="1400" spc="0" dirty="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rPr>
              <a:t>Venue &amp; Date</a:t>
            </a:r>
          </a:p>
        </p:txBody>
      </p:sp>
      <p:sp>
        <p:nvSpPr>
          <p:cNvPr id="9" name="标题 4"/>
          <p:cNvSpPr>
            <a:spLocks noGrp="1"/>
          </p:cNvSpPr>
          <p:nvPr>
            <p:ph type="ctrTitle" idx="4294967295"/>
            <p:custDataLst>
              <p:tags r:id="rId3"/>
            </p:custDataLst>
          </p:nvPr>
        </p:nvSpPr>
        <p:spPr>
          <a:xfrm>
            <a:off x="691298" y="2780665"/>
            <a:ext cx="9799320" cy="958850"/>
          </a:xfrm>
        </p:spPr>
        <p:txBody>
          <a:bodyPr/>
          <a:lstStyle/>
          <a:p>
            <a:pPr algn="l"/>
            <a:r>
              <a:rPr lang="zh-CN" altLang="en-US" sz="4400" b="1" spc="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主题文字 </a:t>
            </a:r>
            <a:r>
              <a:rPr lang="en-US" altLang="zh-CN" sz="4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400" b="1" spc="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Theme</a:t>
            </a:r>
          </a:p>
        </p:txBody>
      </p:sp>
      <p:sp>
        <p:nvSpPr>
          <p:cNvPr id="10" name="副标题 2"/>
          <p:cNvSpPr>
            <a:spLocks noGrp="1"/>
          </p:cNvSpPr>
          <p:nvPr>
            <p:custDataLst>
              <p:tags r:id="rId4"/>
            </p:custDataLst>
          </p:nvPr>
        </p:nvSpPr>
        <p:spPr>
          <a:xfrm>
            <a:off x="691298" y="4118737"/>
            <a:ext cx="7602855" cy="1016635"/>
          </a:xfrm>
          <a:prstGeom prst="rect">
            <a:avLst/>
          </a:prstGeom>
        </p:spPr>
        <p:txBody>
          <a:bodyPr vert="horz" lIns="90000" tIns="46800" rIns="90000" bIns="46800" rtlCol="0">
            <a:norm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1600" spc="300" dirty="0" err="1">
                <a:solidFill>
                  <a:schemeClr val="bg1"/>
                </a:solidFill>
                <a:latin typeface="微软雅黑" panose="020B0503020204020204" pitchFamily="34" charset="-122"/>
                <a:cs typeface="微软雅黑" panose="020B0503020204020204" pitchFamily="34" charset="-122"/>
              </a:rPr>
              <a:t>演讲人</a:t>
            </a:r>
            <a:r>
              <a:rPr lang="en-US" sz="1600" spc="300" dirty="0">
                <a:solidFill>
                  <a:schemeClr val="bg1"/>
                </a:solidFill>
                <a:latin typeface="微软雅黑" panose="020B0503020204020204" pitchFamily="34" charset="-122"/>
                <a:cs typeface="微软雅黑" panose="020B0503020204020204" pitchFamily="34" charset="-122"/>
              </a:rPr>
              <a:t> </a:t>
            </a:r>
            <a:r>
              <a:rPr lang="en-US" sz="1600" dirty="0">
                <a:solidFill>
                  <a:schemeClr val="bg1"/>
                </a:solidFill>
                <a:latin typeface="微软雅黑" panose="020B0503020204020204" pitchFamily="34" charset="-122"/>
                <a:cs typeface="微软雅黑" panose="020B0503020204020204" pitchFamily="34" charset="-122"/>
              </a:rPr>
              <a:t>| </a:t>
            </a:r>
            <a:r>
              <a:rPr sz="1600" dirty="0">
                <a:solidFill>
                  <a:schemeClr val="bg1"/>
                </a:solidFill>
                <a:latin typeface="微软雅黑" panose="020B0503020204020204" pitchFamily="34" charset="-122"/>
                <a:cs typeface="微软雅黑" panose="020B0503020204020204" pitchFamily="34" charset="-122"/>
              </a:rPr>
              <a:t>Name</a:t>
            </a:r>
            <a:endParaRPr lang="en-US" sz="1600" dirty="0">
              <a:solidFill>
                <a:schemeClr val="bg1"/>
              </a:solidFill>
              <a:latin typeface="微软雅黑" panose="020B0503020204020204" pitchFamily="34" charset="-122"/>
              <a:cs typeface="微软雅黑" panose="020B0503020204020204" pitchFamily="34" charset="-122"/>
            </a:endParaRPr>
          </a:p>
          <a:p>
            <a:pPr algn="l"/>
            <a:r>
              <a:rPr lang="zh-CN" altLang="en-US" sz="1600" dirty="0">
                <a:solidFill>
                  <a:schemeClr val="bg1"/>
                </a:solidFill>
                <a:latin typeface="微软雅黑" panose="020B0503020204020204" pitchFamily="34" charset="-122"/>
                <a:cs typeface="微软雅黑" panose="020B0503020204020204" pitchFamily="34" charset="-122"/>
              </a:rPr>
              <a:t>职   务</a:t>
            </a:r>
            <a:r>
              <a:rPr lang="en-US" altLang="zh-CN" sz="1600" dirty="0">
                <a:solidFill>
                  <a:schemeClr val="bg1"/>
                </a:solidFill>
                <a:latin typeface="微软雅黑" panose="020B0503020204020204" pitchFamily="34" charset="-122"/>
                <a:cs typeface="微软雅黑" panose="020B0503020204020204" pitchFamily="34" charset="-122"/>
              </a:rPr>
              <a:t> | </a:t>
            </a:r>
            <a:r>
              <a:rPr lang="en-US" altLang="zh-CN" sz="1600" dirty="0">
                <a:solidFill>
                  <a:schemeClr val="bg1"/>
                </a:solidFill>
                <a:uFillTx/>
                <a:latin typeface="微软雅黑" panose="020B0503020204020204" pitchFamily="34" charset="-122"/>
                <a:cs typeface="微软雅黑" panose="020B0503020204020204" pitchFamily="34" charset="-122"/>
              </a:rPr>
              <a:t>Job Title</a:t>
            </a:r>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46"/>
          <p:cNvPicPr>
            <a:picLocks noChangeAspect="1"/>
          </p:cNvPicPr>
          <p:nvPr/>
        </p:nvPicPr>
        <p:blipFill>
          <a:blip r:embed="rId5"/>
          <a:stretch>
            <a:fillRect/>
          </a:stretch>
        </p:blipFill>
        <p:spPr>
          <a:xfrm>
            <a:off x="0" y="0"/>
            <a:ext cx="12192000" cy="6858000"/>
          </a:xfrm>
          <a:prstGeom prst="rect">
            <a:avLst/>
          </a:prstGeom>
        </p:spPr>
      </p:pic>
      <p:sp>
        <p:nvSpPr>
          <p:cNvPr id="27" name="副标题 2"/>
          <p:cNvSpPr>
            <a:spLocks noGrp="1"/>
          </p:cNvSpPr>
          <p:nvPr>
            <p:custDataLst>
              <p:tags r:id="rId2"/>
            </p:custDataLst>
          </p:nvPr>
        </p:nvSpPr>
        <p:spPr>
          <a:xfrm>
            <a:off x="1338043" y="1290312"/>
            <a:ext cx="6772275" cy="4511689"/>
          </a:xfrm>
          <a:prstGeom prst="rect">
            <a:avLst/>
          </a:prstGeom>
        </p:spPr>
        <p:txBody>
          <a:bodyPr vert="horz" lIns="90000" tIns="46800" rIns="90000" bIns="46800" rtlCol="0" anchor="t" anchorCtr="0">
            <a:norm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dist">
              <a:lnSpc>
                <a:spcPct val="190000"/>
              </a:lnSpc>
              <a:spcAft>
                <a:spcPts val="1400"/>
              </a:spcAft>
            </a:pPr>
            <a:r>
              <a:rPr lang="zh-CN" altLang="en-US" sz="1800" spc="0" dirty="0">
                <a:solidFill>
                  <a:schemeClr val="bg1"/>
                </a:solidFill>
                <a:latin typeface="微软雅黑" panose="020B0503020204020204" pitchFamily="34" charset="-122"/>
                <a:sym typeface="+mn-ea"/>
              </a:rPr>
              <a:t>章节标题</a:t>
            </a:r>
            <a:r>
              <a:rPr lang="en-US" altLang="zh-CN" sz="1800" spc="0" dirty="0">
                <a:solidFill>
                  <a:schemeClr val="bg1"/>
                </a:solidFill>
                <a:uFillTx/>
                <a:latin typeface="微软雅黑" panose="020B0503020204020204" pitchFamily="34" charset="-122"/>
                <a:sym typeface="+mn-ea"/>
              </a:rPr>
              <a:t>..............................................01</a:t>
            </a:r>
            <a:endParaRPr lang="en-US" altLang="zh-CN" sz="1800" spc="0" dirty="0">
              <a:solidFill>
                <a:schemeClr val="bg1"/>
              </a:solidFill>
              <a:uFillTx/>
              <a:latin typeface="微软雅黑" panose="020B0503020204020204" pitchFamily="34" charset="-122"/>
            </a:endParaRPr>
          </a:p>
          <a:p>
            <a:pPr algn="dist">
              <a:lnSpc>
                <a:spcPct val="190000"/>
              </a:lnSpc>
              <a:spcAft>
                <a:spcPts val="1400"/>
              </a:spcAft>
            </a:pPr>
            <a:r>
              <a:rPr lang="zh-CN" altLang="en-US" sz="1800" spc="0" dirty="0">
                <a:solidFill>
                  <a:schemeClr val="bg1"/>
                </a:solidFill>
                <a:latin typeface="微软雅黑" panose="020B0503020204020204" pitchFamily="34" charset="-122"/>
                <a:sym typeface="+mn-ea"/>
              </a:rPr>
              <a:t>章节标题</a:t>
            </a:r>
            <a:r>
              <a:rPr lang="en-US" altLang="zh-CN" sz="1800" spc="0" dirty="0">
                <a:solidFill>
                  <a:schemeClr val="bg1"/>
                </a:solidFill>
                <a:uFillTx/>
                <a:latin typeface="微软雅黑" panose="020B0503020204020204" pitchFamily="34" charset="-122"/>
                <a:sym typeface="+mn-ea"/>
              </a:rPr>
              <a:t>......................................................02</a:t>
            </a:r>
            <a:endParaRPr lang="en-US" altLang="zh-CN" sz="1800" spc="0" dirty="0">
              <a:solidFill>
                <a:schemeClr val="bg1"/>
              </a:solidFill>
              <a:uFillTx/>
              <a:latin typeface="微软雅黑" panose="020B0503020204020204" pitchFamily="34" charset="-122"/>
            </a:endParaRPr>
          </a:p>
          <a:p>
            <a:pPr algn="dist">
              <a:lnSpc>
                <a:spcPct val="190000"/>
              </a:lnSpc>
              <a:spcAft>
                <a:spcPts val="1400"/>
              </a:spcAft>
            </a:pPr>
            <a:r>
              <a:rPr lang="zh-CN" altLang="en-US" sz="1800" spc="0" dirty="0">
                <a:solidFill>
                  <a:schemeClr val="bg1"/>
                </a:solidFill>
                <a:latin typeface="微软雅黑" panose="020B0503020204020204" pitchFamily="34" charset="-122"/>
                <a:sym typeface="+mn-ea"/>
              </a:rPr>
              <a:t>章节标题</a:t>
            </a:r>
            <a:r>
              <a:rPr lang="en-US" altLang="zh-CN" sz="1800" spc="0" dirty="0">
                <a:solidFill>
                  <a:schemeClr val="bg1"/>
                </a:solidFill>
                <a:uFillTx/>
                <a:latin typeface="微软雅黑" panose="020B0503020204020204" pitchFamily="34" charset="-122"/>
                <a:sym typeface="+mn-ea"/>
              </a:rPr>
              <a:t>..................................................</a:t>
            </a:r>
            <a:r>
              <a:rPr lang="en-US" altLang="zh-CN" sz="1800" spc="0" dirty="0">
                <a:solidFill>
                  <a:schemeClr val="bg1"/>
                </a:solidFill>
                <a:latin typeface="微软雅黑" panose="020B0503020204020204" pitchFamily="34" charset="-122"/>
                <a:sym typeface="+mn-ea"/>
              </a:rPr>
              <a:t>03</a:t>
            </a:r>
            <a:endParaRPr lang="en-US" altLang="zh-CN" sz="1800" spc="0" dirty="0">
              <a:solidFill>
                <a:schemeClr val="bg1"/>
              </a:solidFill>
              <a:uFillTx/>
              <a:latin typeface="微软雅黑" panose="020B0503020204020204" pitchFamily="34" charset="-122"/>
            </a:endParaRPr>
          </a:p>
          <a:p>
            <a:pPr algn="dist">
              <a:lnSpc>
                <a:spcPct val="190000"/>
              </a:lnSpc>
              <a:spcAft>
                <a:spcPts val="1400"/>
              </a:spcAft>
            </a:pPr>
            <a:r>
              <a:rPr lang="zh-CN" altLang="en-US" sz="1800" spc="0" dirty="0">
                <a:solidFill>
                  <a:schemeClr val="bg1"/>
                </a:solidFill>
                <a:latin typeface="微软雅黑" panose="020B0503020204020204" pitchFamily="34" charset="-122"/>
                <a:sym typeface="+mn-ea"/>
              </a:rPr>
              <a:t>章节标题</a:t>
            </a:r>
            <a:r>
              <a:rPr lang="en-US" altLang="zh-CN" sz="1800" spc="0" dirty="0">
                <a:solidFill>
                  <a:schemeClr val="bg1"/>
                </a:solidFill>
                <a:uFillTx/>
                <a:latin typeface="微软雅黑" panose="020B0503020204020204" pitchFamily="34" charset="-122"/>
                <a:sym typeface="+mn-ea"/>
              </a:rPr>
              <a:t>..............................................................</a:t>
            </a:r>
            <a:r>
              <a:rPr lang="en-US" altLang="zh-CN" sz="1800" spc="0" dirty="0">
                <a:solidFill>
                  <a:schemeClr val="bg1"/>
                </a:solidFill>
                <a:latin typeface="微软雅黑" panose="020B0503020204020204" pitchFamily="34" charset="-122"/>
                <a:sym typeface="+mn-ea"/>
              </a:rPr>
              <a:t>04</a:t>
            </a:r>
            <a:endParaRPr lang="en-US" altLang="zh-CN" sz="1800" spc="0" dirty="0">
              <a:solidFill>
                <a:schemeClr val="bg1"/>
              </a:solidFill>
              <a:uFillTx/>
              <a:latin typeface="微软雅黑" panose="020B0503020204020204" pitchFamily="34" charset="-122"/>
            </a:endParaRPr>
          </a:p>
          <a:p>
            <a:pPr algn="dist">
              <a:lnSpc>
                <a:spcPct val="190000"/>
              </a:lnSpc>
              <a:spcAft>
                <a:spcPts val="1400"/>
              </a:spcAft>
            </a:pPr>
            <a:r>
              <a:rPr lang="zh-CN" altLang="en-US" sz="1800" spc="0" dirty="0">
                <a:solidFill>
                  <a:schemeClr val="bg1"/>
                </a:solidFill>
                <a:latin typeface="微软雅黑" panose="020B0503020204020204" pitchFamily="34" charset="-122"/>
                <a:sym typeface="+mn-ea"/>
              </a:rPr>
              <a:t>章节标题</a:t>
            </a:r>
            <a:r>
              <a:rPr lang="en-US" altLang="zh-CN" sz="1800" spc="0" dirty="0">
                <a:solidFill>
                  <a:schemeClr val="bg1"/>
                </a:solidFill>
                <a:uFillTx/>
                <a:latin typeface="微软雅黑" panose="020B0503020204020204" pitchFamily="34" charset="-122"/>
                <a:sym typeface="+mn-ea"/>
              </a:rPr>
              <a:t>....................................................................</a:t>
            </a:r>
            <a:r>
              <a:rPr lang="en-US" altLang="zh-CN" sz="1800" spc="0" dirty="0">
                <a:solidFill>
                  <a:schemeClr val="bg1"/>
                </a:solidFill>
                <a:latin typeface="微软雅黑" panose="020B0503020204020204" pitchFamily="34" charset="-122"/>
                <a:sym typeface="+mn-ea"/>
              </a:rPr>
              <a:t>05</a:t>
            </a:r>
            <a:endParaRPr lang="en-US" altLang="zh-CN" sz="1800" spc="0" dirty="0">
              <a:solidFill>
                <a:schemeClr val="bg1"/>
              </a:solidFill>
              <a:uFillTx/>
              <a:latin typeface="微软雅黑" panose="020B0503020204020204" pitchFamily="34" charset="-122"/>
              <a:sym typeface="+mn-ea"/>
            </a:endParaRPr>
          </a:p>
          <a:p>
            <a:pPr algn="dist">
              <a:lnSpc>
                <a:spcPct val="190000"/>
              </a:lnSpc>
              <a:spcAft>
                <a:spcPts val="1400"/>
              </a:spcAft>
            </a:pPr>
            <a:r>
              <a:rPr lang="zh-CN" altLang="en-US" sz="1800" spc="0" dirty="0">
                <a:solidFill>
                  <a:schemeClr val="bg1"/>
                </a:solidFill>
                <a:latin typeface="微软雅黑" panose="020B0503020204020204" pitchFamily="34" charset="-122"/>
                <a:sym typeface="+mn-ea"/>
              </a:rPr>
              <a:t>章节标题</a:t>
            </a:r>
            <a:r>
              <a:rPr lang="en-US" altLang="zh-CN" sz="1800" spc="0" dirty="0">
                <a:solidFill>
                  <a:schemeClr val="bg1"/>
                </a:solidFill>
                <a:latin typeface="微软雅黑" panose="020B0503020204020204" pitchFamily="34" charset="-122"/>
                <a:sym typeface="+mn-ea"/>
              </a:rPr>
              <a:t>....................................................................06</a:t>
            </a:r>
          </a:p>
          <a:p>
            <a:pPr algn="dist">
              <a:lnSpc>
                <a:spcPct val="190000"/>
              </a:lnSpc>
              <a:spcAft>
                <a:spcPts val="1400"/>
              </a:spcAft>
            </a:pPr>
            <a:endParaRPr lang="en-US" altLang="zh-CN" sz="1800" spc="0" dirty="0">
              <a:solidFill>
                <a:schemeClr val="bg1"/>
              </a:solidFill>
              <a:uFillTx/>
              <a:latin typeface="微软雅黑" panose="020B0503020204020204" pitchFamily="34" charset="-122"/>
              <a:sym typeface="+mn-ea"/>
            </a:endParaRPr>
          </a:p>
        </p:txBody>
      </p:sp>
      <p:pic>
        <p:nvPicPr>
          <p:cNvPr id="8" name="图片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114307" y="1545078"/>
            <a:ext cx="186446" cy="186446"/>
          </a:xfrm>
          <a:prstGeom prst="rect">
            <a:avLst/>
          </a:prstGeom>
        </p:spPr>
      </p:pic>
      <p:pic>
        <p:nvPicPr>
          <p:cNvPr id="9" name="图片 8"/>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114307" y="2251955"/>
            <a:ext cx="186446" cy="186446"/>
          </a:xfrm>
          <a:prstGeom prst="rect">
            <a:avLst/>
          </a:prstGeom>
        </p:spPr>
      </p:pic>
      <p:pic>
        <p:nvPicPr>
          <p:cNvPr id="10" name="图片 9"/>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114307" y="2942620"/>
            <a:ext cx="186446" cy="186446"/>
          </a:xfrm>
          <a:prstGeom prst="rect">
            <a:avLst/>
          </a:prstGeom>
        </p:spPr>
      </p:pic>
      <p:pic>
        <p:nvPicPr>
          <p:cNvPr id="11" name="图片 10"/>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114307" y="3649497"/>
            <a:ext cx="186446" cy="186446"/>
          </a:xfrm>
          <a:prstGeom prst="rect">
            <a:avLst/>
          </a:prstGeom>
        </p:spPr>
      </p:pic>
      <p:pic>
        <p:nvPicPr>
          <p:cNvPr id="12" name="图片 11"/>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104579" y="4326377"/>
            <a:ext cx="186446" cy="186446"/>
          </a:xfrm>
          <a:prstGeom prst="rect">
            <a:avLst/>
          </a:prstGeom>
        </p:spPr>
      </p:pic>
      <p:pic>
        <p:nvPicPr>
          <p:cNvPr id="13" name="图片 12"/>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104579" y="5033254"/>
            <a:ext cx="186446" cy="186446"/>
          </a:xfrm>
          <a:prstGeom prst="rect">
            <a:avLst/>
          </a:prstGeom>
        </p:spPr>
      </p:pic>
      <p:sp>
        <p:nvSpPr>
          <p:cNvPr id="4" name="文本框 3"/>
          <p:cNvSpPr txBox="1"/>
          <p:nvPr>
            <p:custDataLst>
              <p:tags r:id="rId3"/>
            </p:custDataLst>
          </p:nvPr>
        </p:nvSpPr>
        <p:spPr>
          <a:xfrm>
            <a:off x="671830" y="372110"/>
            <a:ext cx="3017520" cy="276999"/>
          </a:xfrm>
          <a:prstGeom prst="rect">
            <a:avLst/>
          </a:prstGeom>
          <a:noFill/>
        </p:spPr>
        <p:txBody>
          <a:bodyPr wrap="square"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mn-ea"/>
              </a:rPr>
              <a:t>目录 </a:t>
            </a:r>
            <a:r>
              <a:rPr lang="en-US" altLang="zh-CN" sz="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内容阐述</a:t>
            </a:r>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26"/>
          <p:cNvPicPr>
            <a:picLocks noChangeAspect="1"/>
          </p:cNvPicPr>
          <p:nvPr/>
        </p:nvPicPr>
        <p:blipFill>
          <a:blip r:embed="rId5"/>
          <a:stretch>
            <a:fillRect/>
          </a:stretch>
        </p:blipFill>
        <p:spPr>
          <a:xfrm>
            <a:off x="0" y="0"/>
            <a:ext cx="12192000" cy="6858000"/>
          </a:xfrm>
          <a:prstGeom prst="rect">
            <a:avLst/>
          </a:prstGeom>
        </p:spPr>
      </p:pic>
      <p:sp>
        <p:nvSpPr>
          <p:cNvPr id="7" name="标题 1"/>
          <p:cNvSpPr txBox="1"/>
          <p:nvPr>
            <p:custDataLst>
              <p:tags r:id="rId2"/>
            </p:custDataLst>
          </p:nvPr>
        </p:nvSpPr>
        <p:spPr>
          <a:xfrm>
            <a:off x="817880" y="2470150"/>
            <a:ext cx="9799320" cy="958850"/>
          </a:xfrm>
          <a:prstGeom prst="rect">
            <a:avLst/>
          </a:prstGeom>
          <a:effectLst>
            <a:outerShdw blurRad="25400" dist="38100" dir="5400000" algn="t" rotWithShape="0">
              <a:schemeClr val="bg1">
                <a:alpha val="10000"/>
              </a:schemeClr>
            </a:outerShdw>
          </a:effectLst>
        </p:spPr>
        <p:txBody>
          <a:bodyPr vert="horz" lIns="90000" tIns="46800" rIns="90000" bIns="46800" rtlCol="0" anchor="b" anchorCtr="0">
            <a:norm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sz="3600" spc="500" dirty="0">
                <a:solidFill>
                  <a:schemeClr val="bg1"/>
                </a:solidFill>
                <a:latin typeface="微软雅黑" panose="020B0503020204020204" pitchFamily="34" charset="-122"/>
                <a:cs typeface="微软雅黑" panose="020B0503020204020204" pitchFamily="34" charset="-122"/>
              </a:rPr>
              <a:t>内页主题</a:t>
            </a:r>
            <a:r>
              <a:rPr lang="zh-CN" altLang="en-US" sz="3600" spc="500" dirty="0">
                <a:solidFill>
                  <a:schemeClr val="bg1"/>
                </a:solidFill>
                <a:latin typeface="微软雅黑" panose="020B0503020204020204" pitchFamily="34" charset="-122"/>
                <a:cs typeface="微软雅黑" panose="020B0503020204020204" pitchFamily="34" charset="-122"/>
              </a:rPr>
              <a:t>文字</a:t>
            </a:r>
            <a:endParaRPr lang="en-US" altLang="zh-CN" sz="3600" spc="500" dirty="0">
              <a:solidFill>
                <a:schemeClr val="bg1"/>
              </a:solidFill>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35"/>
          <p:cNvPicPr>
            <a:picLocks noChangeAspect="1"/>
          </p:cNvPicPr>
          <p:nvPr/>
        </p:nvPicPr>
        <p:blipFill>
          <a:blip r:embed="rId5"/>
          <a:stretch>
            <a:fillRect/>
          </a:stretch>
        </p:blipFill>
        <p:spPr>
          <a:xfrm>
            <a:off x="0" y="0"/>
            <a:ext cx="12192000" cy="6858000"/>
          </a:xfrm>
          <a:prstGeom prst="rect">
            <a:avLst/>
          </a:prstGeom>
        </p:spPr>
      </p:pic>
      <p:sp>
        <p:nvSpPr>
          <p:cNvPr id="7" name="标题 1"/>
          <p:cNvSpPr txBox="1"/>
          <p:nvPr>
            <p:custDataLst>
              <p:tags r:id="rId2"/>
            </p:custDataLst>
          </p:nvPr>
        </p:nvSpPr>
        <p:spPr>
          <a:xfrm>
            <a:off x="817880" y="2470150"/>
            <a:ext cx="9799320" cy="958850"/>
          </a:xfrm>
          <a:prstGeom prst="rect">
            <a:avLst/>
          </a:prstGeom>
          <a:effectLst>
            <a:outerShdw blurRad="25400" dist="38100" dir="5400000" algn="t" rotWithShape="0">
              <a:schemeClr val="bg1">
                <a:alpha val="10000"/>
              </a:schemeClr>
            </a:outerShdw>
          </a:effectLst>
        </p:spPr>
        <p:txBody>
          <a:bodyPr vert="horz" lIns="90000" tIns="46800" rIns="90000" bIns="46800" rtlCol="0" anchor="b" anchorCtr="0">
            <a:norm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sz="3600" spc="500" dirty="0">
                <a:solidFill>
                  <a:schemeClr val="bg1"/>
                </a:solidFill>
                <a:latin typeface="微软雅黑" panose="020B0503020204020204" pitchFamily="34" charset="-122"/>
                <a:cs typeface="微软雅黑" panose="020B0503020204020204" pitchFamily="34" charset="-122"/>
              </a:rPr>
              <a:t>内页主题</a:t>
            </a:r>
            <a:r>
              <a:rPr lang="zh-CN" altLang="en-US" sz="3600" spc="500" dirty="0">
                <a:solidFill>
                  <a:schemeClr val="bg1"/>
                </a:solidFill>
                <a:latin typeface="微软雅黑" panose="020B0503020204020204" pitchFamily="34" charset="-122"/>
                <a:cs typeface="微软雅黑" panose="020B0503020204020204" pitchFamily="34" charset="-122"/>
              </a:rPr>
              <a:t>文字</a:t>
            </a:r>
            <a:endParaRPr lang="en-US" altLang="zh-CN" sz="3600" spc="500" dirty="0">
              <a:solidFill>
                <a:schemeClr val="bg1"/>
              </a:solidFill>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pc="200" dirty="0">
                <a:solidFill>
                  <a:schemeClr val="tx1">
                    <a:lumMod val="75000"/>
                    <a:lumOff val="25000"/>
                  </a:schemeClr>
                </a:solidFill>
                <a:cs typeface="微软雅黑" panose="020B0503020204020204" pitchFamily="34" charset="-122"/>
              </a:rPr>
              <a:t>主封面样式使用</a:t>
            </a:r>
            <a:r>
              <a:rPr lang="zh-CN" altLang="en-US" spc="200" dirty="0" smtClean="0">
                <a:solidFill>
                  <a:srgbClr val="F2F2F2"/>
                </a:solidFill>
                <a:cs typeface="微软雅黑" panose="020B0503020204020204" pitchFamily="34" charset="-122"/>
              </a:rPr>
              <a:t>说明</a:t>
            </a:r>
            <a:endParaRPr lang="zh-CN" altLang="en-US" dirty="0"/>
          </a:p>
        </p:txBody>
      </p:sp>
      <p:sp>
        <p:nvSpPr>
          <p:cNvPr id="8" name="副标题 7"/>
          <p:cNvSpPr>
            <a:spLocks noGrp="1"/>
          </p:cNvSpPr>
          <p:nvPr>
            <p:ph type="subTitle" idx="1"/>
          </p:nvPr>
        </p:nvSpPr>
        <p:spPr>
          <a:xfrm>
            <a:off x="982662" y="1819355"/>
            <a:ext cx="9578013" cy="4208962"/>
          </a:xfrm>
        </p:spPr>
        <p:txBody>
          <a:bodyPr>
            <a:noAutofit/>
          </a:bodyPr>
          <a:lstStyle/>
          <a:p>
            <a:pPr marL="342900" indent="-342900">
              <a:lnSpc>
                <a:spcPct val="150000"/>
              </a:lnSpc>
              <a:buFont typeface="Arial" panose="020B0604020202020204" pitchFamily="34" charset="0"/>
              <a:buChar char="•"/>
            </a:pP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主封面样式分为</a:t>
            </a:r>
            <a:r>
              <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rPr>
              <a:t>2</a:t>
            </a: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种类型：红色底色样式和图片满铺样式</a:t>
            </a: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endParaRPr lang="en-US" altLang="zh-CN" dirty="0">
              <a:solidFill>
                <a:srgbClr val="666666"/>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主封面中的文字，建议使用“微软雅黑”字体</a:t>
            </a: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主封面中展现的文字内容仅为示例，可根据实际情况，进行文字内容及字号大小的调整</a:t>
            </a: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以下</a:t>
            </a:r>
            <a:r>
              <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rPr>
              <a:t>17</a:t>
            </a: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页（</a:t>
            </a:r>
            <a:r>
              <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rPr>
              <a:t>P4-P20</a:t>
            </a:r>
            <a:r>
              <a:rPr lang="zh-CN" altLang="en-US" dirty="0">
                <a:solidFill>
                  <a:schemeClr val="tx1">
                    <a:lumMod val="75000"/>
                    <a:lumOff val="25000"/>
                  </a:schemeClr>
                </a:solidFill>
                <a:latin typeface="微软雅黑 Light" panose="020B0502040204020203" pitchFamily="34" charset="-122"/>
                <a:ea typeface="微软雅黑 Light" panose="020B0502040204020203" pitchFamily="34" charset="-122"/>
              </a:rPr>
              <a:t>）为不同类型及图片的主封面设计，可根据实际情况选择使用</a:t>
            </a: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marL="342900" indent="-342900">
              <a:lnSpc>
                <a:spcPct val="150000"/>
              </a:lnSpc>
              <a:buFont typeface="Arial" panose="020B0604020202020204" pitchFamily="34" charset="0"/>
              <a:buChar char="•"/>
            </a:pP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a:lnSpc>
                <a:spcPct val="150000"/>
              </a:lnSpc>
            </a:pPr>
            <a:endParaRPr lang="en-US" altLang="zh-CN"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endParaRPr lang="zh-CN" altLang="en-US" dirty="0"/>
          </a:p>
        </p:txBody>
      </p:sp>
      <p:pic>
        <p:nvPicPr>
          <p:cNvPr id="5" name="图片 4"/>
          <p:cNvPicPr>
            <a:picLocks noChangeAspect="1"/>
          </p:cNvPicPr>
          <p:nvPr/>
        </p:nvPicPr>
        <p:blipFill>
          <a:blip r:embed="rId3">
            <a:alphaModFix amt="80000"/>
          </a:blip>
          <a:stretch>
            <a:fillRect/>
          </a:stretch>
        </p:blipFill>
        <p:spPr>
          <a:xfrm>
            <a:off x="10661904" y="2053134"/>
            <a:ext cx="1530096" cy="3121642"/>
          </a:xfrm>
          <a:prstGeom prst="rect">
            <a:avLst/>
          </a:prstGeom>
        </p:spPr>
      </p:pic>
      <p:sp>
        <p:nvSpPr>
          <p:cNvPr id="3" name="灯片编号占位符 2"/>
          <p:cNvSpPr>
            <a:spLocks noGrp="1"/>
          </p:cNvSpPr>
          <p:nvPr>
            <p:ph type="sldNum" sz="quarter" idx="12"/>
          </p:nvPr>
        </p:nvSpPr>
        <p:spPr/>
        <p:txBody>
          <a:bodyPr/>
          <a:lstStyle/>
          <a:p>
            <a:fld id="{153AF625-0792-41B6-A2B6-BF3733C00B4B}" type="slidenum">
              <a:rPr lang="zh-CN" altLang="en-US" smtClean="0"/>
              <a:t>6</a:t>
            </a:fld>
            <a:endParaRPr lang="zh-CN" altLang="en-US"/>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chemeClr val="tx1">
                    <a:lumMod val="75000"/>
                    <a:lumOff val="25000"/>
                  </a:schemeClr>
                </a:solidFill>
                <a:cs typeface="Arial" panose="020B0604020202020204" pitchFamily="34" charset="0"/>
                <a:sym typeface="+mn-ea"/>
              </a:rPr>
              <a:t>内页</a:t>
            </a:r>
            <a:r>
              <a:rPr lang="en-US" altLang="zh-CN" b="1" dirty="0">
                <a:solidFill>
                  <a:schemeClr val="tx1">
                    <a:lumMod val="75000"/>
                    <a:lumOff val="25000"/>
                  </a:schemeClr>
                </a:solidFill>
                <a:cs typeface="Arial" panose="020B0604020202020204" pitchFamily="34" charset="0"/>
                <a:sym typeface="+mn-ea"/>
              </a:rPr>
              <a:t>-</a:t>
            </a:r>
            <a:r>
              <a:rPr lang="zh-CN" altLang="en-US" b="1" dirty="0">
                <a:solidFill>
                  <a:schemeClr val="tx1">
                    <a:lumMod val="75000"/>
                    <a:lumOff val="25000"/>
                  </a:schemeClr>
                </a:solidFill>
                <a:cs typeface="Arial" panose="020B0604020202020204" pitchFamily="34" charset="0"/>
                <a:sym typeface="+mn-ea"/>
              </a:rPr>
              <a:t>文字</a:t>
            </a:r>
            <a:r>
              <a:rPr lang="zh-CN" altLang="en-US" b="1" dirty="0">
                <a:solidFill>
                  <a:schemeClr val="tx1">
                    <a:lumMod val="75000"/>
                    <a:lumOff val="25000"/>
                  </a:schemeClr>
                </a:solidFill>
                <a:cs typeface="Archer Bold" panose="02000000000000000000" charset="0"/>
              </a:rPr>
              <a:t>内容页 | </a:t>
            </a:r>
            <a:r>
              <a:rPr lang="zh-CN" altLang="en-US" dirty="0">
                <a:solidFill>
                  <a:schemeClr val="tx1">
                    <a:lumMod val="75000"/>
                    <a:lumOff val="25000"/>
                  </a:schemeClr>
                </a:solidFill>
                <a:cs typeface="Archer Bold" panose="02000000000000000000" charset="0"/>
              </a:rPr>
              <a:t>示例</a:t>
            </a:r>
            <a:r>
              <a:rPr lang="zh-CN" altLang="en-US" dirty="0" smtClean="0">
                <a:solidFill>
                  <a:schemeClr val="tx1">
                    <a:lumMod val="75000"/>
                    <a:lumOff val="25000"/>
                  </a:schemeClr>
                </a:solidFill>
                <a:cs typeface="Archer Bold" panose="02000000000000000000" charset="0"/>
              </a:rPr>
              <a:t>文字</a:t>
            </a:r>
            <a:endParaRPr lang="zh-CN" altLang="en-US" dirty="0"/>
          </a:p>
        </p:txBody>
      </p:sp>
      <p:sp>
        <p:nvSpPr>
          <p:cNvPr id="4" name="灯片编号占位符 3"/>
          <p:cNvSpPr>
            <a:spLocks noGrp="1"/>
          </p:cNvSpPr>
          <p:nvPr>
            <p:ph type="sldNum" sz="quarter" idx="12"/>
          </p:nvPr>
        </p:nvSpPr>
        <p:spPr/>
        <p:txBody>
          <a:bodyPr/>
          <a:lstStyle/>
          <a:p>
            <a:fld id="{153AF625-0792-41B6-A2B6-BF3733C00B4B}" type="slidenum">
              <a:rPr lang="zh-CN" altLang="en-US" smtClean="0"/>
              <a:t>7</a:t>
            </a:fld>
            <a:endParaRPr lang="zh-CN" altLang="en-US"/>
          </a:p>
        </p:txBody>
      </p:sp>
      <p:sp>
        <p:nvSpPr>
          <p:cNvPr id="44" name="文本占位符 5"/>
          <p:cNvSpPr>
            <a:spLocks noGrp="1"/>
          </p:cNvSpPr>
          <p:nvPr>
            <p:ph type="body" idx="1"/>
          </p:nvPr>
        </p:nvSpPr>
        <p:spPr>
          <a:xfrm>
            <a:off x="673100" y="1006691"/>
            <a:ext cx="7392204" cy="5147845"/>
          </a:xfrm>
        </p:spPr>
        <p:txBody>
          <a:bodyPr>
            <a:normAutofit/>
          </a:bodyPr>
          <a:lstStyle/>
          <a:p>
            <a:pPr marL="400050" indent="-400050" algn="just">
              <a:lnSpc>
                <a:spcPct val="200000"/>
              </a:lnSpc>
              <a:spcAft>
                <a:spcPts val="1200"/>
              </a:spcAft>
              <a:buFont typeface="+mj-lt"/>
              <a:buAutoNum type="alphaUcPeriod"/>
            </a:pPr>
            <a:r>
              <a:rPr lang="zh-CN" altLang="en-US" sz="1400" spc="100" dirty="0">
                <a:solidFill>
                  <a:schemeClr val="tx1">
                    <a:lumMod val="75000"/>
                    <a:lumOff val="25000"/>
                  </a:schemeClr>
                </a:solidFill>
                <a:cs typeface="微软雅黑 Light" panose="020B0502040204020203" pitchFamily="34" charset="-122"/>
                <a:sym typeface="+mn-ea"/>
              </a:rPr>
              <a:t>文字示例文字示例文字示例文字示例文字示例文字示例文字示例文字示例</a:t>
            </a:r>
            <a:endParaRPr lang="en-US" altLang="zh-CN" sz="1400"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r>
              <a:rPr lang="zh-CN" altLang="en-US" sz="1400" spc="100" dirty="0">
                <a:solidFill>
                  <a:schemeClr val="tx1">
                    <a:lumMod val="75000"/>
                    <a:lumOff val="25000"/>
                  </a:schemeClr>
                </a:solidFill>
                <a:cs typeface="微软雅黑 Light" panose="020B0502040204020203" pitchFamily="34" charset="-122"/>
                <a:sym typeface="+mn-ea"/>
              </a:rPr>
              <a:t>文字示例文字示例文字示例文字示例文字示例文字示例文字示例文文字示例</a:t>
            </a:r>
            <a:endParaRPr lang="en-US" altLang="zh-CN" sz="1400"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r>
              <a:rPr lang="zh-CN" altLang="en-US" sz="1400" spc="100" dirty="0">
                <a:solidFill>
                  <a:schemeClr val="tx1">
                    <a:lumMod val="75000"/>
                    <a:lumOff val="25000"/>
                  </a:schemeClr>
                </a:solidFill>
                <a:cs typeface="微软雅黑 Light" panose="020B0502040204020203" pitchFamily="34" charset="-122"/>
                <a:sym typeface="+mn-ea"/>
              </a:rPr>
              <a:t>文字示例文字示例文字示例文字示例文文字示例文字示例文字示例文字</a:t>
            </a:r>
            <a:r>
              <a:rPr lang="zh-CN" altLang="en-US" sz="1400" spc="100" dirty="0" smtClean="0">
                <a:solidFill>
                  <a:schemeClr val="tx1">
                    <a:lumMod val="75000"/>
                    <a:lumOff val="25000"/>
                  </a:schemeClr>
                </a:solidFill>
                <a:cs typeface="微软雅黑 Light" panose="020B0502040204020203" pitchFamily="34" charset="-122"/>
                <a:sym typeface="+mn-ea"/>
              </a:rPr>
              <a:t>示例</a:t>
            </a:r>
            <a:endParaRPr lang="zh-CN" altLang="en-US" sz="1400"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endParaRPr lang="zh-CN" altLang="en-US"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endParaRPr lang="zh-CN" altLang="en-US" spc="100" dirty="0">
              <a:solidFill>
                <a:schemeClr val="tx1">
                  <a:lumMod val="75000"/>
                  <a:lumOff val="25000"/>
                </a:schemeClr>
              </a:solidFill>
              <a:cs typeface="微软雅黑 Light" panose="020B0502040204020203" pitchFamily="34" charset="-122"/>
              <a:sym typeface="+mn-ea"/>
            </a:endParaRPr>
          </a:p>
          <a:p>
            <a:endParaRPr lang="zh-CN" altLang="en-US" dirty="0"/>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olidFill>
                  <a:schemeClr val="tx1">
                    <a:lumMod val="75000"/>
                    <a:lumOff val="25000"/>
                  </a:schemeClr>
                </a:solidFill>
                <a:cs typeface="Arial" panose="020B0604020202020204" pitchFamily="34" charset="0"/>
                <a:sym typeface="+mn-ea"/>
              </a:rPr>
              <a:t>内页</a:t>
            </a:r>
            <a:r>
              <a:rPr lang="en-US" altLang="zh-CN" b="1" dirty="0">
                <a:solidFill>
                  <a:schemeClr val="tx1">
                    <a:lumMod val="75000"/>
                    <a:lumOff val="25000"/>
                  </a:schemeClr>
                </a:solidFill>
                <a:cs typeface="Arial" panose="020B0604020202020204" pitchFamily="34" charset="0"/>
                <a:sym typeface="+mn-ea"/>
              </a:rPr>
              <a:t>-</a:t>
            </a:r>
            <a:r>
              <a:rPr lang="zh-CN" altLang="en-US" b="1" dirty="0">
                <a:solidFill>
                  <a:schemeClr val="tx1">
                    <a:lumMod val="75000"/>
                    <a:lumOff val="25000"/>
                  </a:schemeClr>
                </a:solidFill>
                <a:cs typeface="Arial" panose="020B0604020202020204" pitchFamily="34" charset="0"/>
                <a:sym typeface="+mn-ea"/>
              </a:rPr>
              <a:t>文字</a:t>
            </a:r>
            <a:r>
              <a:rPr lang="zh-CN" altLang="en-US" b="1" dirty="0">
                <a:solidFill>
                  <a:schemeClr val="tx1">
                    <a:lumMod val="75000"/>
                    <a:lumOff val="25000"/>
                  </a:schemeClr>
                </a:solidFill>
                <a:cs typeface="Archer Bold" panose="02000000000000000000" charset="0"/>
              </a:rPr>
              <a:t>内容页 | </a:t>
            </a:r>
            <a:r>
              <a:rPr lang="zh-CN" altLang="en-US" dirty="0">
                <a:solidFill>
                  <a:schemeClr val="tx1">
                    <a:lumMod val="75000"/>
                    <a:lumOff val="25000"/>
                  </a:schemeClr>
                </a:solidFill>
                <a:cs typeface="Archer Bold" panose="02000000000000000000" charset="0"/>
              </a:rPr>
              <a:t>示例</a:t>
            </a:r>
            <a:r>
              <a:rPr lang="zh-CN" altLang="en-US" dirty="0" smtClean="0">
                <a:solidFill>
                  <a:schemeClr val="tx1">
                    <a:lumMod val="75000"/>
                    <a:lumOff val="25000"/>
                  </a:schemeClr>
                </a:solidFill>
                <a:cs typeface="Archer Bold" panose="02000000000000000000" charset="0"/>
              </a:rPr>
              <a:t>文字</a:t>
            </a:r>
            <a:endParaRPr lang="zh-CN" altLang="en-US" dirty="0"/>
          </a:p>
        </p:txBody>
      </p:sp>
      <p:sp>
        <p:nvSpPr>
          <p:cNvPr id="6" name="文本占位符 5"/>
          <p:cNvSpPr>
            <a:spLocks noGrp="1"/>
          </p:cNvSpPr>
          <p:nvPr>
            <p:ph type="body" idx="1"/>
          </p:nvPr>
        </p:nvSpPr>
        <p:spPr/>
        <p:txBody>
          <a:bodyPr>
            <a:normAutofit/>
          </a:bodyPr>
          <a:lstStyle/>
          <a:p>
            <a:pPr marL="400050" indent="-400050" algn="just">
              <a:lnSpc>
                <a:spcPct val="200000"/>
              </a:lnSpc>
              <a:spcAft>
                <a:spcPts val="1200"/>
              </a:spcAft>
              <a:buFont typeface="+mj-lt"/>
              <a:buAutoNum type="alphaUcPeriod"/>
            </a:pPr>
            <a:r>
              <a:rPr lang="zh-CN" altLang="en-US" sz="1400" spc="100" dirty="0">
                <a:solidFill>
                  <a:schemeClr val="tx1">
                    <a:lumMod val="75000"/>
                    <a:lumOff val="25000"/>
                  </a:schemeClr>
                </a:solidFill>
                <a:cs typeface="微软雅黑 Light" panose="020B0502040204020203" pitchFamily="34" charset="-122"/>
                <a:sym typeface="+mn-ea"/>
              </a:rPr>
              <a:t>文字示例文字示例文字示例文字示例文字示例文字示例文字示例文字示例</a:t>
            </a:r>
            <a:endParaRPr lang="en-US" altLang="zh-CN" sz="1400"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r>
              <a:rPr lang="zh-CN" altLang="en-US" sz="1400" spc="100" dirty="0">
                <a:solidFill>
                  <a:schemeClr val="tx1">
                    <a:lumMod val="75000"/>
                    <a:lumOff val="25000"/>
                  </a:schemeClr>
                </a:solidFill>
                <a:cs typeface="微软雅黑 Light" panose="020B0502040204020203" pitchFamily="34" charset="-122"/>
                <a:sym typeface="+mn-ea"/>
              </a:rPr>
              <a:t>文字示例文字示例文字示例文字示例文字示例文字示例文字示例文文字示例</a:t>
            </a:r>
            <a:endParaRPr lang="en-US" altLang="zh-CN" sz="1400"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r>
              <a:rPr lang="zh-CN" altLang="en-US" sz="1400" spc="100" dirty="0">
                <a:solidFill>
                  <a:schemeClr val="tx1">
                    <a:lumMod val="75000"/>
                    <a:lumOff val="25000"/>
                  </a:schemeClr>
                </a:solidFill>
                <a:cs typeface="微软雅黑 Light" panose="020B0502040204020203" pitchFamily="34" charset="-122"/>
                <a:sym typeface="+mn-ea"/>
              </a:rPr>
              <a:t>文字示例文字示例文字示例文字示例文文字示例文字示例文字示例文字</a:t>
            </a:r>
            <a:r>
              <a:rPr lang="zh-CN" altLang="en-US" sz="1400" spc="100" dirty="0" smtClean="0">
                <a:solidFill>
                  <a:schemeClr val="tx1">
                    <a:lumMod val="75000"/>
                    <a:lumOff val="25000"/>
                  </a:schemeClr>
                </a:solidFill>
                <a:cs typeface="微软雅黑 Light" panose="020B0502040204020203" pitchFamily="34" charset="-122"/>
                <a:sym typeface="+mn-ea"/>
              </a:rPr>
              <a:t>示例</a:t>
            </a:r>
            <a:endParaRPr lang="zh-CN" altLang="en-US" sz="1400"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endParaRPr lang="zh-CN" altLang="en-US" spc="100" dirty="0">
              <a:solidFill>
                <a:schemeClr val="tx1">
                  <a:lumMod val="75000"/>
                  <a:lumOff val="25000"/>
                </a:schemeClr>
              </a:solidFill>
              <a:cs typeface="微软雅黑 Light" panose="020B0502040204020203" pitchFamily="34" charset="-122"/>
              <a:sym typeface="+mn-ea"/>
            </a:endParaRPr>
          </a:p>
          <a:p>
            <a:pPr marL="400050" indent="-400050" algn="just">
              <a:lnSpc>
                <a:spcPct val="200000"/>
              </a:lnSpc>
              <a:spcAft>
                <a:spcPts val="1200"/>
              </a:spcAft>
              <a:buFont typeface="+mj-lt"/>
              <a:buAutoNum type="alphaUcPeriod"/>
            </a:pPr>
            <a:endParaRPr lang="zh-CN" altLang="en-US" spc="100" dirty="0">
              <a:solidFill>
                <a:schemeClr val="tx1">
                  <a:lumMod val="75000"/>
                  <a:lumOff val="25000"/>
                </a:schemeClr>
              </a:solidFill>
              <a:cs typeface="微软雅黑 Light" panose="020B0502040204020203" pitchFamily="34" charset="-122"/>
              <a:sym typeface="+mn-ea"/>
            </a:endParaRPr>
          </a:p>
          <a:p>
            <a:endParaRPr lang="zh-CN" altLang="en-US" dirty="0"/>
          </a:p>
        </p:txBody>
      </p:sp>
      <p:sp>
        <p:nvSpPr>
          <p:cNvPr id="4" name="灯片编号占位符 3"/>
          <p:cNvSpPr>
            <a:spLocks noGrp="1"/>
          </p:cNvSpPr>
          <p:nvPr>
            <p:ph type="sldNum" sz="quarter" idx="12"/>
          </p:nvPr>
        </p:nvSpPr>
        <p:spPr/>
        <p:txBody>
          <a:bodyPr/>
          <a:lstStyle/>
          <a:p>
            <a:fld id="{153AF625-0792-41B6-A2B6-BF3733C00B4B}" type="slidenum">
              <a:rPr lang="zh-CN" altLang="en-US" smtClean="0"/>
              <a:t>8</a:t>
            </a:fld>
            <a:endParaRPr lang="zh-CN" altLang="en-US"/>
          </a:p>
        </p:txBody>
      </p:sp>
      <p:pic>
        <p:nvPicPr>
          <p:cNvPr id="11" name="图片 10"/>
          <p:cNvPicPr>
            <a:picLocks noChangeAspect="1"/>
          </p:cNvPicPr>
          <p:nvPr/>
        </p:nvPicPr>
        <p:blipFill>
          <a:blip r:embed="rId4">
            <a:alphaModFix amt="60000"/>
          </a:blip>
          <a:stretch>
            <a:fillRect/>
          </a:stretch>
        </p:blipFill>
        <p:spPr>
          <a:xfrm>
            <a:off x="7892853" y="2761488"/>
            <a:ext cx="4299148" cy="4096512"/>
          </a:xfrm>
          <a:prstGeom prst="rect">
            <a:avLst/>
          </a:prstGeom>
        </p:spPr>
      </p:pic>
    </p:spTree>
    <p:custDataLst>
      <p:tags r:id="rId1"/>
    </p:custDataLst>
    <p:extLst>
      <p:ext uri="{BB962C8B-B14F-4D97-AF65-F5344CB8AC3E}">
        <p14:creationId xmlns:p14="http://schemas.microsoft.com/office/powerpoint/2010/main" val="2944363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p:cNvSpPr/>
          <p:nvPr/>
        </p:nvSpPr>
        <p:spPr>
          <a:xfrm>
            <a:off x="747510" y="1178415"/>
            <a:ext cx="5222983" cy="4539180"/>
          </a:xfrm>
          <a:prstGeom prst="rect">
            <a:avLst/>
          </a:prstGeom>
          <a:solidFill>
            <a:schemeClr val="bg1"/>
          </a:solidFill>
          <a:ln>
            <a:noFill/>
          </a:ln>
          <a:effectLst>
            <a:outerShdw blurRad="254000" dist="381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0" name="矩形 59"/>
          <p:cNvSpPr/>
          <p:nvPr/>
        </p:nvSpPr>
        <p:spPr>
          <a:xfrm>
            <a:off x="6212395" y="1178415"/>
            <a:ext cx="5222983" cy="4539180"/>
          </a:xfrm>
          <a:prstGeom prst="rect">
            <a:avLst/>
          </a:prstGeom>
          <a:solidFill>
            <a:schemeClr val="bg1"/>
          </a:solidFill>
          <a:ln>
            <a:noFill/>
          </a:ln>
          <a:effectLst>
            <a:outerShdw blurRad="254000" dist="381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1" name="文本框 60"/>
          <p:cNvSpPr txBox="1"/>
          <p:nvPr/>
        </p:nvSpPr>
        <p:spPr>
          <a:xfrm>
            <a:off x="1821956" y="1420030"/>
            <a:ext cx="2685732" cy="338554"/>
          </a:xfrm>
          <a:prstGeom prst="rect">
            <a:avLst/>
          </a:prstGeom>
          <a:noFill/>
        </p:spPr>
        <p:txBody>
          <a:bodyPr wrap="square" rtlCol="0">
            <a:spAutoFit/>
          </a:bodyPr>
          <a:lstStyle/>
          <a:p>
            <a:pPr algn="l">
              <a:buClrTx/>
              <a:buSzTx/>
              <a:buFont typeface="+mj-ea"/>
              <a:buNone/>
            </a:pPr>
            <a:r>
              <a:rPr lang="zh-CN" altLang="en-US" sz="1600" b="1" spc="300" dirty="0">
                <a:solidFill>
                  <a:schemeClr val="tx1">
                    <a:lumMod val="65000"/>
                    <a:lumOff val="35000"/>
                  </a:schemeClr>
                </a:solidFill>
                <a:latin typeface="微软雅黑" panose="020B0503020204020204" pitchFamily="34" charset="-122"/>
                <a:ea typeface="微软雅黑" panose="020B0503020204020204" pitchFamily="34" charset="-122"/>
                <a:cs typeface="Archer Bold" panose="02000000000000000000" charset="0"/>
              </a:rPr>
              <a:t>一级标题：示例文字</a:t>
            </a:r>
            <a:endParaRPr lang="en-US" altLang="zh-CN" sz="1600" b="1" spc="300" dirty="0">
              <a:solidFill>
                <a:schemeClr val="tx1">
                  <a:lumMod val="65000"/>
                  <a:lumOff val="35000"/>
                </a:schemeClr>
              </a:solidFill>
              <a:uFillTx/>
              <a:latin typeface="微软雅黑" panose="020B0503020204020204" pitchFamily="34" charset="-122"/>
              <a:ea typeface="微软雅黑" panose="020B0503020204020204" pitchFamily="34" charset="-122"/>
              <a:cs typeface="微软雅黑 Light" panose="020B0502040204020203" pitchFamily="34" charset="-122"/>
              <a:sym typeface="+mn-ea"/>
            </a:endParaRPr>
          </a:p>
        </p:txBody>
      </p:sp>
      <p:sp>
        <p:nvSpPr>
          <p:cNvPr id="62" name="椭圆 61"/>
          <p:cNvSpPr/>
          <p:nvPr/>
        </p:nvSpPr>
        <p:spPr>
          <a:xfrm>
            <a:off x="1175843" y="1438625"/>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54378" y="1545714"/>
            <a:ext cx="582930" cy="307777"/>
          </a:xfrm>
          <a:prstGeom prst="rect">
            <a:avLst/>
          </a:prstGeom>
          <a:noFill/>
        </p:spPr>
        <p:txBody>
          <a:bodyPr wrap="square" rtlCol="0">
            <a:spAutoFit/>
          </a:bodyPr>
          <a:lstStyle/>
          <a:p>
            <a:pPr indent="0" algn="ctr">
              <a:buClrTx/>
              <a:buSzTx/>
              <a:buFont typeface="+mj-ea"/>
              <a:buNone/>
            </a:pPr>
            <a:r>
              <a:rPr lang="zh-CN" altLang="en-US" sz="1400" b="1" spc="-50" dirty="0">
                <a:solidFill>
                  <a:schemeClr val="bg1"/>
                </a:solidFill>
                <a:latin typeface="微软雅黑" panose="020B0503020204020204" pitchFamily="34" charset="-122"/>
                <a:ea typeface="微软雅黑" panose="020B0503020204020204" pitchFamily="34" charset="-122"/>
                <a:cs typeface="Neutraface Text Bold" panose="02000800040000020004" charset="0"/>
              </a:rPr>
              <a:t>标题</a:t>
            </a:r>
            <a:endParaRPr lang="en-US" altLang="zh-CN" sz="1400" b="1" spc="-50" dirty="0">
              <a:solidFill>
                <a:schemeClr val="bg1"/>
              </a:solidFill>
              <a:uFillTx/>
              <a:latin typeface="微软雅黑" panose="020B0503020204020204" pitchFamily="34" charset="-122"/>
              <a:ea typeface="微软雅黑" panose="020B0503020204020204" pitchFamily="34" charset="-122"/>
              <a:cs typeface="Neutraface Text Bold" panose="02000800040000020004" charset="0"/>
            </a:endParaRPr>
          </a:p>
        </p:txBody>
      </p:sp>
      <p:sp>
        <p:nvSpPr>
          <p:cNvPr id="64" name="文本框 63"/>
          <p:cNvSpPr txBox="1"/>
          <p:nvPr/>
        </p:nvSpPr>
        <p:spPr>
          <a:xfrm>
            <a:off x="1821956" y="1734974"/>
            <a:ext cx="1949450" cy="276999"/>
          </a:xfrm>
          <a:prstGeom prst="rect">
            <a:avLst/>
          </a:prstGeom>
          <a:noFill/>
        </p:spPr>
        <p:txBody>
          <a:bodyPr wrap="square" rtlCol="0">
            <a:spAutoFit/>
          </a:bodyPr>
          <a:lstStyle/>
          <a:p>
            <a:pPr indent="0" algn="l">
              <a:buClrTx/>
              <a:buSzTx/>
              <a:buFont typeface="+mj-ea"/>
              <a:buNone/>
            </a:pPr>
            <a:r>
              <a:rPr lang="zh-CN" altLang="en-US" sz="1200" spc="100" dirty="0">
                <a:solidFill>
                  <a:schemeClr val="tx1">
                    <a:lumMod val="50000"/>
                    <a:lumOff val="50000"/>
                  </a:schemeClr>
                </a:solidFill>
                <a:latin typeface="微软雅黑 Light" panose="020B0502040204020203" pitchFamily="34" charset="-122"/>
                <a:ea typeface="微软雅黑 Light" panose="020B0502040204020203" pitchFamily="34" charset="-122"/>
                <a:cs typeface="Archer Bold" panose="02000000000000000000" charset="0"/>
              </a:rPr>
              <a:t>二级子标题：示例文字</a:t>
            </a:r>
            <a:endParaRPr lang="zh-CN" altLang="en-US" sz="1200" spc="100" dirty="0">
              <a:solidFill>
                <a:schemeClr val="tx1">
                  <a:lumMod val="50000"/>
                  <a:lumOff val="50000"/>
                </a:schemeClr>
              </a:solidFill>
              <a:uFillTx/>
              <a:latin typeface="微软雅黑 Light" panose="020B0502040204020203" pitchFamily="34" charset="-122"/>
              <a:ea typeface="微软雅黑 Light" panose="020B0502040204020203" pitchFamily="34" charset="-122"/>
              <a:cs typeface="Archer Bold" panose="02000000000000000000" charset="0"/>
            </a:endParaRPr>
          </a:p>
        </p:txBody>
      </p:sp>
      <p:cxnSp>
        <p:nvCxnSpPr>
          <p:cNvPr id="65" name="直接连接符 28"/>
          <p:cNvCxnSpPr/>
          <p:nvPr/>
        </p:nvCxnSpPr>
        <p:spPr>
          <a:xfrm>
            <a:off x="1154378" y="2164348"/>
            <a:ext cx="4286302" cy="0"/>
          </a:xfrm>
          <a:prstGeom prst="line">
            <a:avLst/>
          </a:prstGeom>
          <a:ln w="19050" cmpd="sng">
            <a:solidFill>
              <a:schemeClr val="tx1">
                <a:lumMod val="50000"/>
                <a:lumOff val="50000"/>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6" name="副标题 2"/>
          <p:cNvSpPr>
            <a:spLocks noGrp="1"/>
          </p:cNvSpPr>
          <p:nvPr>
            <p:custDataLst>
              <p:tags r:id="rId2"/>
            </p:custDataLst>
          </p:nvPr>
        </p:nvSpPr>
        <p:spPr>
          <a:xfrm>
            <a:off x="1080812" y="2451540"/>
            <a:ext cx="4359868" cy="3277837"/>
          </a:xfrm>
          <a:prstGeom prst="rect">
            <a:avLst/>
          </a:prstGeom>
        </p:spPr>
        <p:txBody>
          <a:bodyPr vert="horz" lIns="90000" tIns="46800" rIns="90000" bIns="46800" rtlCol="0">
            <a:no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just">
              <a:lnSpc>
                <a:spcPct val="150000"/>
              </a:lnSpc>
              <a:spcAft>
                <a:spcPts val="1800"/>
              </a:spcAft>
              <a:buFont typeface="Arial" panose="020B0604020202020204" pitchFamily="34" charset="0"/>
              <a:buChar char="•"/>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示例文字示例文字示例文字示例文字示例文字示例文字示例文字示例文字示例文字示例文字示例文字示例文字示例文字示例文字示例文字示例文字示例文字示例文字</a:t>
            </a:r>
            <a:endParaRPr lang="en-US" altLang="zh-CN"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endParaRPr>
          </a:p>
          <a:p>
            <a:pPr marL="171450" indent="-171450" algn="just">
              <a:lnSpc>
                <a:spcPct val="150000"/>
              </a:lnSpc>
              <a:spcAft>
                <a:spcPts val="1800"/>
              </a:spcAft>
              <a:buFont typeface="Arial" panose="020B0604020202020204" pitchFamily="34" charset="0"/>
              <a:buChar char="•"/>
            </a:pPr>
            <a:r>
              <a:rPr lang="zh-CN" altLang="en-US" sz="1200" spc="100" dirty="0">
                <a:solidFill>
                  <a:schemeClr val="tx1">
                    <a:lumMod val="75000"/>
                    <a:lumOff val="25000"/>
                  </a:schemeClr>
                </a:solidFill>
                <a:uFillTx/>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a:t>
            </a: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a:t>
            </a:r>
            <a:endParaRPr lang="en-US" altLang="zh-CN"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endParaRPr>
          </a:p>
          <a:p>
            <a:pPr marL="171450" indent="-171450" algn="just">
              <a:lnSpc>
                <a:spcPct val="150000"/>
              </a:lnSpc>
              <a:spcAft>
                <a:spcPts val="1800"/>
              </a:spcAft>
              <a:buFont typeface="Arial" panose="020B0604020202020204" pitchFamily="34" charset="0"/>
              <a:buChar char="•"/>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示例文字示例文字示例文字示例文字示例文字示例文字示例文字示例文字示例文字示例文字示例文字示例文字示例文字示例文字示例文字示例文字示例文字示例文字</a:t>
            </a:r>
          </a:p>
        </p:txBody>
      </p:sp>
      <p:sp>
        <p:nvSpPr>
          <p:cNvPr id="67" name="文本框 66"/>
          <p:cNvSpPr txBox="1"/>
          <p:nvPr/>
        </p:nvSpPr>
        <p:spPr>
          <a:xfrm>
            <a:off x="7462070" y="1420030"/>
            <a:ext cx="2685732" cy="338554"/>
          </a:xfrm>
          <a:prstGeom prst="rect">
            <a:avLst/>
          </a:prstGeom>
          <a:noFill/>
        </p:spPr>
        <p:txBody>
          <a:bodyPr wrap="square" rtlCol="0">
            <a:spAutoFit/>
          </a:bodyPr>
          <a:lstStyle/>
          <a:p>
            <a:pPr algn="l">
              <a:buClrTx/>
              <a:buSzTx/>
              <a:buFont typeface="+mj-ea"/>
              <a:buNone/>
            </a:pPr>
            <a:r>
              <a:rPr lang="zh-CN" altLang="en-US" sz="1600" b="1" spc="300" dirty="0">
                <a:solidFill>
                  <a:schemeClr val="tx1">
                    <a:lumMod val="65000"/>
                    <a:lumOff val="35000"/>
                  </a:schemeClr>
                </a:solidFill>
                <a:latin typeface="微软雅黑" panose="020B0503020204020204" pitchFamily="34" charset="-122"/>
                <a:ea typeface="微软雅黑" panose="020B0503020204020204" pitchFamily="34" charset="-122"/>
                <a:cs typeface="Archer Bold" panose="02000000000000000000" charset="0"/>
              </a:rPr>
              <a:t>一级标题：示例文字</a:t>
            </a:r>
            <a:endParaRPr lang="en-US" altLang="zh-CN" sz="1600" b="1" spc="300" dirty="0">
              <a:solidFill>
                <a:schemeClr val="tx1">
                  <a:lumMod val="65000"/>
                  <a:lumOff val="35000"/>
                </a:schemeClr>
              </a:solidFill>
              <a:uFillTx/>
              <a:latin typeface="微软雅黑" panose="020B0503020204020204" pitchFamily="34" charset="-122"/>
              <a:ea typeface="微软雅黑" panose="020B0503020204020204" pitchFamily="34" charset="-122"/>
              <a:cs typeface="微软雅黑 Light" panose="020B0502040204020203" pitchFamily="34" charset="-122"/>
              <a:sym typeface="+mn-ea"/>
            </a:endParaRPr>
          </a:p>
        </p:txBody>
      </p:sp>
      <p:sp>
        <p:nvSpPr>
          <p:cNvPr id="68" name="椭圆 67"/>
          <p:cNvSpPr/>
          <p:nvPr/>
        </p:nvSpPr>
        <p:spPr>
          <a:xfrm>
            <a:off x="6815957" y="1438625"/>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6794492" y="1545714"/>
            <a:ext cx="582930" cy="307777"/>
          </a:xfrm>
          <a:prstGeom prst="rect">
            <a:avLst/>
          </a:prstGeom>
          <a:noFill/>
        </p:spPr>
        <p:txBody>
          <a:bodyPr wrap="square" rtlCol="0">
            <a:spAutoFit/>
          </a:bodyPr>
          <a:lstStyle/>
          <a:p>
            <a:pPr indent="0" algn="ctr">
              <a:buClrTx/>
              <a:buSzTx/>
              <a:buFont typeface="+mj-ea"/>
              <a:buNone/>
            </a:pPr>
            <a:r>
              <a:rPr lang="zh-CN" altLang="en-US" sz="1400" b="1" spc="-50" dirty="0">
                <a:solidFill>
                  <a:schemeClr val="bg1"/>
                </a:solidFill>
                <a:latin typeface="微软雅黑" panose="020B0503020204020204" pitchFamily="34" charset="-122"/>
                <a:ea typeface="微软雅黑" panose="020B0503020204020204" pitchFamily="34" charset="-122"/>
                <a:cs typeface="Neutraface Text Bold" panose="02000800040000020004" charset="0"/>
              </a:rPr>
              <a:t>标题</a:t>
            </a:r>
            <a:endParaRPr lang="en-US" altLang="zh-CN" sz="1400" b="1" spc="-50" dirty="0">
              <a:solidFill>
                <a:schemeClr val="bg1"/>
              </a:solidFill>
              <a:uFillTx/>
              <a:latin typeface="微软雅黑" panose="020B0503020204020204" pitchFamily="34" charset="-122"/>
              <a:ea typeface="微软雅黑" panose="020B0503020204020204" pitchFamily="34" charset="-122"/>
              <a:cs typeface="Neutraface Text Bold" panose="02000800040000020004" charset="0"/>
            </a:endParaRPr>
          </a:p>
        </p:txBody>
      </p:sp>
      <p:sp>
        <p:nvSpPr>
          <p:cNvPr id="70" name="文本框 69"/>
          <p:cNvSpPr txBox="1"/>
          <p:nvPr/>
        </p:nvSpPr>
        <p:spPr>
          <a:xfrm>
            <a:off x="7462070" y="1734974"/>
            <a:ext cx="1949450" cy="276999"/>
          </a:xfrm>
          <a:prstGeom prst="rect">
            <a:avLst/>
          </a:prstGeom>
          <a:noFill/>
        </p:spPr>
        <p:txBody>
          <a:bodyPr wrap="square" rtlCol="0">
            <a:spAutoFit/>
          </a:bodyPr>
          <a:lstStyle/>
          <a:p>
            <a:pPr indent="0" algn="l">
              <a:buClrTx/>
              <a:buSzTx/>
              <a:buFont typeface="+mj-ea"/>
              <a:buNone/>
            </a:pPr>
            <a:r>
              <a:rPr lang="zh-CN" altLang="en-US" sz="1200" spc="100" dirty="0">
                <a:solidFill>
                  <a:schemeClr val="tx1">
                    <a:lumMod val="50000"/>
                    <a:lumOff val="50000"/>
                  </a:schemeClr>
                </a:solidFill>
                <a:latin typeface="微软雅黑 Light" panose="020B0502040204020203" pitchFamily="34" charset="-122"/>
                <a:ea typeface="微软雅黑 Light" panose="020B0502040204020203" pitchFamily="34" charset="-122"/>
                <a:cs typeface="Archer Bold" panose="02000000000000000000" charset="0"/>
              </a:rPr>
              <a:t>二级子标题：示例文字</a:t>
            </a:r>
            <a:endParaRPr lang="zh-CN" altLang="en-US" sz="1200" spc="100" dirty="0">
              <a:solidFill>
                <a:schemeClr val="tx1">
                  <a:lumMod val="50000"/>
                  <a:lumOff val="50000"/>
                </a:schemeClr>
              </a:solidFill>
              <a:uFillTx/>
              <a:latin typeface="微软雅黑 Light" panose="020B0502040204020203" pitchFamily="34" charset="-122"/>
              <a:ea typeface="微软雅黑 Light" panose="020B0502040204020203" pitchFamily="34" charset="-122"/>
              <a:cs typeface="Archer Bold" panose="02000000000000000000" charset="0"/>
            </a:endParaRPr>
          </a:p>
        </p:txBody>
      </p:sp>
      <p:cxnSp>
        <p:nvCxnSpPr>
          <p:cNvPr id="71" name="直接连接符 40"/>
          <p:cNvCxnSpPr/>
          <p:nvPr/>
        </p:nvCxnSpPr>
        <p:spPr>
          <a:xfrm>
            <a:off x="6794492" y="2164348"/>
            <a:ext cx="4286302" cy="0"/>
          </a:xfrm>
          <a:prstGeom prst="line">
            <a:avLst/>
          </a:prstGeom>
          <a:ln w="19050" cmpd="sng">
            <a:solidFill>
              <a:schemeClr val="tx1">
                <a:lumMod val="50000"/>
                <a:lumOff val="50000"/>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72" name="副标题 2"/>
          <p:cNvSpPr>
            <a:spLocks noGrp="1"/>
          </p:cNvSpPr>
          <p:nvPr>
            <p:custDataLst>
              <p:tags r:id="rId3"/>
            </p:custDataLst>
          </p:nvPr>
        </p:nvSpPr>
        <p:spPr>
          <a:xfrm>
            <a:off x="6720926" y="2451540"/>
            <a:ext cx="4359868" cy="3277837"/>
          </a:xfrm>
          <a:prstGeom prst="rect">
            <a:avLst/>
          </a:prstGeom>
        </p:spPr>
        <p:txBody>
          <a:bodyPr vert="horz" lIns="90000" tIns="46800" rIns="90000" bIns="46800" rtlCol="0">
            <a:no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just">
              <a:lnSpc>
                <a:spcPct val="150000"/>
              </a:lnSpc>
              <a:spcAft>
                <a:spcPts val="1800"/>
              </a:spcAft>
              <a:buFont typeface="Arial" panose="020B0604020202020204" pitchFamily="34" charset="0"/>
              <a:buChar char="•"/>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示例文字示例文字示例文字示例文字示例文字示例文字示例文字示例文字示例文字示例文字示例文字示例文字示例文字示例文字示例文字示例文字示例文字示例文字</a:t>
            </a:r>
            <a:endParaRPr lang="en-US" altLang="zh-CN"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endParaRPr>
          </a:p>
          <a:p>
            <a:pPr marL="171450" indent="-171450" algn="just">
              <a:lnSpc>
                <a:spcPct val="150000"/>
              </a:lnSpc>
              <a:spcAft>
                <a:spcPts val="1800"/>
              </a:spcAft>
              <a:buFont typeface="Arial" panose="020B0604020202020204" pitchFamily="34" charset="0"/>
              <a:buChar char="•"/>
            </a:pPr>
            <a:r>
              <a:rPr lang="zh-CN" altLang="en-US" sz="1200" spc="100" dirty="0">
                <a:solidFill>
                  <a:schemeClr val="tx1">
                    <a:lumMod val="75000"/>
                    <a:lumOff val="25000"/>
                  </a:schemeClr>
                </a:solidFill>
                <a:uFillTx/>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a:t>
            </a: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a:t>
            </a:r>
            <a:endParaRPr lang="en-US" altLang="zh-CN"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endParaRPr>
          </a:p>
          <a:p>
            <a:pPr marL="171450" indent="-171450" algn="just">
              <a:lnSpc>
                <a:spcPct val="150000"/>
              </a:lnSpc>
              <a:spcAft>
                <a:spcPts val="1800"/>
              </a:spcAft>
              <a:buFont typeface="Arial" panose="020B0604020202020204" pitchFamily="34" charset="0"/>
              <a:buChar char="•"/>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示例文字示例文字示例文字示例文字示例文字示例文字示例文字示例文字示例文字示例文字示例文字示例文字示例文字示例文字示例文字示例文字示例文字示例文字</a:t>
            </a:r>
          </a:p>
        </p:txBody>
      </p:sp>
      <p:sp>
        <p:nvSpPr>
          <p:cNvPr id="2" name="标题 1"/>
          <p:cNvSpPr>
            <a:spLocks noGrp="1"/>
          </p:cNvSpPr>
          <p:nvPr>
            <p:ph type="title"/>
          </p:nvPr>
        </p:nvSpPr>
        <p:spPr/>
        <p:txBody>
          <a:bodyPr>
            <a:normAutofit/>
          </a:bodyPr>
          <a:lstStyle/>
          <a:p>
            <a:r>
              <a:rPr lang="zh-CN" altLang="en-US" b="1" dirty="0">
                <a:solidFill>
                  <a:schemeClr val="tx1">
                    <a:lumMod val="75000"/>
                    <a:lumOff val="25000"/>
                  </a:schemeClr>
                </a:solidFill>
                <a:cs typeface="Arial" panose="020B0604020202020204" pitchFamily="34" charset="0"/>
                <a:sym typeface="+mn-ea"/>
              </a:rPr>
              <a:t>内页</a:t>
            </a:r>
            <a:r>
              <a:rPr lang="en-US" altLang="zh-CN" b="1" dirty="0">
                <a:solidFill>
                  <a:schemeClr val="tx1">
                    <a:lumMod val="75000"/>
                    <a:lumOff val="25000"/>
                  </a:schemeClr>
                </a:solidFill>
                <a:cs typeface="Arial" panose="020B0604020202020204" pitchFamily="34" charset="0"/>
                <a:sym typeface="+mn-ea"/>
              </a:rPr>
              <a:t>-</a:t>
            </a:r>
            <a:r>
              <a:rPr lang="zh-CN" altLang="en-US" b="1" dirty="0">
                <a:solidFill>
                  <a:schemeClr val="tx1">
                    <a:lumMod val="75000"/>
                    <a:lumOff val="25000"/>
                  </a:schemeClr>
                </a:solidFill>
                <a:cs typeface="Arial" panose="020B0604020202020204" pitchFamily="34" charset="0"/>
                <a:sym typeface="+mn-ea"/>
              </a:rPr>
              <a:t>文字</a:t>
            </a:r>
            <a:r>
              <a:rPr lang="zh-CN" altLang="en-US" b="1" dirty="0">
                <a:solidFill>
                  <a:schemeClr val="tx1">
                    <a:lumMod val="75000"/>
                    <a:lumOff val="25000"/>
                  </a:schemeClr>
                </a:solidFill>
                <a:cs typeface="Archer Bold" panose="02000000000000000000" charset="0"/>
              </a:rPr>
              <a:t>内容页 | </a:t>
            </a:r>
            <a:r>
              <a:rPr lang="zh-CN" altLang="en-US" dirty="0">
                <a:solidFill>
                  <a:schemeClr val="tx1">
                    <a:lumMod val="75000"/>
                    <a:lumOff val="25000"/>
                  </a:schemeClr>
                </a:solidFill>
                <a:cs typeface="Archer Bold" panose="02000000000000000000" charset="0"/>
              </a:rPr>
              <a:t>示例</a:t>
            </a:r>
            <a:r>
              <a:rPr lang="zh-CN" altLang="en-US" dirty="0" smtClean="0">
                <a:solidFill>
                  <a:schemeClr val="tx1">
                    <a:lumMod val="75000"/>
                    <a:lumOff val="25000"/>
                  </a:schemeClr>
                </a:solidFill>
                <a:cs typeface="Archer Bold" panose="02000000000000000000" charset="0"/>
              </a:rPr>
              <a:t>文字</a:t>
            </a:r>
            <a:endParaRPr lang="zh-CN" altLang="en-US" dirty="0"/>
          </a:p>
        </p:txBody>
      </p:sp>
      <p:sp>
        <p:nvSpPr>
          <p:cNvPr id="4" name="灯片编号占位符 3"/>
          <p:cNvSpPr>
            <a:spLocks noGrp="1"/>
          </p:cNvSpPr>
          <p:nvPr>
            <p:ph type="sldNum" sz="quarter" idx="12"/>
          </p:nvPr>
        </p:nvSpPr>
        <p:spPr/>
        <p:txBody>
          <a:bodyPr/>
          <a:lstStyle/>
          <a:p>
            <a:fld id="{153AF625-0792-41B6-A2B6-BF3733C00B4B}" type="slidenum">
              <a:rPr lang="zh-CN" altLang="en-US" smtClean="0"/>
              <a:t>9</a:t>
            </a:fld>
            <a:endParaRPr lang="zh-CN" altLang="en-US"/>
          </a:p>
        </p:txBody>
      </p:sp>
    </p:spTree>
    <p:custDataLst>
      <p:tags r:id="rId1"/>
    </p:custDataLst>
    <p:extLst>
      <p:ext uri="{BB962C8B-B14F-4D97-AF65-F5344CB8AC3E}">
        <p14:creationId xmlns:p14="http://schemas.microsoft.com/office/powerpoint/2010/main" val="34072900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781209" y="1352846"/>
            <a:ext cx="4750857" cy="4441964"/>
          </a:xfrm>
          <a:prstGeom prst="roundRect">
            <a:avLst>
              <a:gd name="adj" fmla="val 4503"/>
            </a:avLst>
          </a:prstGeom>
          <a:solidFill>
            <a:schemeClr val="accent3">
              <a:lumMod val="20000"/>
              <a:lumOff val="80000"/>
            </a:schemeClr>
          </a:solidFill>
          <a:ln w="12700" cmpd="sng">
            <a:noFill/>
            <a:prstDash val="solid"/>
          </a:ln>
          <a:effectLst>
            <a:outerShdw blurRad="190500" dist="50800" dir="5400000" algn="t"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8" name="副标题 2"/>
          <p:cNvSpPr>
            <a:spLocks noGrp="1"/>
          </p:cNvSpPr>
          <p:nvPr>
            <p:custDataLst>
              <p:tags r:id="rId1"/>
            </p:custDataLst>
          </p:nvPr>
        </p:nvSpPr>
        <p:spPr>
          <a:xfrm>
            <a:off x="876300" y="4593851"/>
            <a:ext cx="4338711" cy="1090880"/>
          </a:xfrm>
          <a:prstGeom prst="rect">
            <a:avLst/>
          </a:prstGeom>
        </p:spPr>
        <p:txBody>
          <a:bodyPr vert="horz" lIns="90000" tIns="46800" rIns="90000" bIns="46800" rtlCol="0"/>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spcAft>
                <a:spcPts val="1200"/>
              </a:spcAft>
            </a:pPr>
            <a:r>
              <a:rPr lang="zh-CN" altLang="en-US" sz="12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rPr>
              <a:t>示例文字</a:t>
            </a:r>
            <a:endParaRPr lang="en-US" altLang="zh-CN" sz="12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endParaRPr>
          </a:p>
          <a:p>
            <a:pPr algn="just">
              <a:lnSpc>
                <a:spcPct val="150000"/>
              </a:lnSpc>
              <a:spcAft>
                <a:spcPts val="1200"/>
              </a:spcAft>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a:t>
            </a:r>
          </a:p>
        </p:txBody>
      </p:sp>
      <p:sp>
        <p:nvSpPr>
          <p:cNvPr id="19" name="副标题 2"/>
          <p:cNvSpPr>
            <a:spLocks noGrp="1"/>
          </p:cNvSpPr>
          <p:nvPr>
            <p:custDataLst>
              <p:tags r:id="rId2"/>
            </p:custDataLst>
          </p:nvPr>
        </p:nvSpPr>
        <p:spPr>
          <a:xfrm>
            <a:off x="6894691" y="1686168"/>
            <a:ext cx="4174616" cy="3872034"/>
          </a:xfrm>
          <a:prstGeom prst="rect">
            <a:avLst/>
          </a:prstGeom>
        </p:spPr>
        <p:txBody>
          <a:bodyPr vert="horz" lIns="90000" tIns="46800" rIns="90000" bIns="46800" rtlCol="0"/>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spcAft>
                <a:spcPts val="1200"/>
              </a:spcAft>
            </a:pPr>
            <a:r>
              <a:rPr lang="zh-CN" altLang="en-US" sz="18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rPr>
              <a:t>示例文字</a:t>
            </a:r>
            <a:endParaRPr lang="en-US" altLang="zh-CN" sz="18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endParaRPr>
          </a:p>
          <a:p>
            <a:pPr algn="just">
              <a:lnSpc>
                <a:spcPct val="150000"/>
              </a:lnSpc>
              <a:spcAft>
                <a:spcPts val="1200"/>
              </a:spcAft>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示例文字示例文字示例文字示例文字示例文字示例文字示例文字示例文字示例文字示例文字示例文字示例文字示例文字示例文字示例文字示例文</a:t>
            </a:r>
            <a:endParaRPr lang="en-US" altLang="zh-CN"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endParaRPr>
          </a:p>
          <a:p>
            <a:pPr algn="just">
              <a:lnSpc>
                <a:spcPct val="150000"/>
              </a:lnSpc>
              <a:spcAft>
                <a:spcPts val="1200"/>
              </a:spcAft>
            </a:pPr>
            <a:endParaRPr lang="en-US" altLang="zh-CN" sz="18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endParaRPr>
          </a:p>
          <a:p>
            <a:pPr algn="just">
              <a:lnSpc>
                <a:spcPct val="150000"/>
              </a:lnSpc>
              <a:spcAft>
                <a:spcPts val="1200"/>
              </a:spcAft>
            </a:pPr>
            <a:r>
              <a:rPr lang="zh-CN" altLang="en-US" sz="18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rPr>
              <a:t>示例文字</a:t>
            </a:r>
            <a:endParaRPr lang="en-US" altLang="zh-CN" sz="1800" b="1" spc="1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pitchFamily="34" charset="-122"/>
              <a:sym typeface="+mn-ea"/>
            </a:endParaRPr>
          </a:p>
          <a:p>
            <a:pPr algn="just">
              <a:lnSpc>
                <a:spcPct val="150000"/>
              </a:lnSpc>
              <a:spcAft>
                <a:spcPts val="1200"/>
              </a:spcAft>
            </a:pPr>
            <a:r>
              <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rPr>
              <a:t>示例文字示例文字示例文字示例文字示例文字示例文字示例文字示例文字示例文字示例文字示例文字示例文字示例文字示例文字示例文字示例文</a:t>
            </a:r>
          </a:p>
          <a:p>
            <a:pPr algn="just">
              <a:lnSpc>
                <a:spcPct val="150000"/>
              </a:lnSpc>
              <a:spcAft>
                <a:spcPts val="1200"/>
              </a:spcAft>
            </a:pPr>
            <a:endParaRPr lang="zh-CN" altLang="en-US" sz="1200" spc="100" dirty="0">
              <a:solidFill>
                <a:schemeClr val="tx1">
                  <a:lumMod val="75000"/>
                  <a:lumOff val="2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sym typeface="+mn-ea"/>
            </a:endParaRPr>
          </a:p>
        </p:txBody>
      </p:sp>
      <p:grpSp>
        <p:nvGrpSpPr>
          <p:cNvPr id="20" name="组合 19"/>
          <p:cNvGrpSpPr/>
          <p:nvPr/>
        </p:nvGrpSpPr>
        <p:grpSpPr>
          <a:xfrm>
            <a:off x="6026690" y="3887762"/>
            <a:ext cx="684714" cy="661194"/>
            <a:chOff x="1876639" y="5351477"/>
            <a:chExt cx="707879" cy="683563"/>
          </a:xfrm>
        </p:grpSpPr>
        <p:grpSp>
          <p:nvGrpSpPr>
            <p:cNvPr id="21" name="组合 20"/>
            <p:cNvGrpSpPr>
              <a:grpSpLocks noChangeAspect="1"/>
            </p:cNvGrpSpPr>
            <p:nvPr/>
          </p:nvGrpSpPr>
          <p:grpSpPr>
            <a:xfrm>
              <a:off x="2022192" y="5491157"/>
              <a:ext cx="416773" cy="409712"/>
              <a:chOff x="13305562" y="1528524"/>
              <a:chExt cx="560388" cy="561975"/>
            </a:xfrm>
            <a:solidFill>
              <a:schemeClr val="accent3">
                <a:lumMod val="75000"/>
              </a:schemeClr>
            </a:solidFill>
          </p:grpSpPr>
          <p:sp>
            <p:nvSpPr>
              <p:cNvPr id="27" name="Freeform 164"/>
              <p:cNvSpPr>
                <a:spLocks noEditPoints="1"/>
              </p:cNvSpPr>
              <p:nvPr/>
            </p:nvSpPr>
            <p:spPr bwMode="auto">
              <a:xfrm>
                <a:off x="13361124" y="1611074"/>
                <a:ext cx="422275" cy="422275"/>
              </a:xfrm>
              <a:custGeom>
                <a:avLst/>
                <a:gdLst>
                  <a:gd name="T0" fmla="*/ 115 w 230"/>
                  <a:gd name="T1" fmla="*/ 230 h 230"/>
                  <a:gd name="T2" fmla="*/ 221 w 230"/>
                  <a:gd name="T3" fmla="*/ 110 h 230"/>
                  <a:gd name="T4" fmla="*/ 205 w 230"/>
                  <a:gd name="T5" fmla="*/ 58 h 230"/>
                  <a:gd name="T6" fmla="*/ 187 w 230"/>
                  <a:gd name="T7" fmla="*/ 57 h 230"/>
                  <a:gd name="T8" fmla="*/ 200 w 230"/>
                  <a:gd name="T9" fmla="*/ 51 h 230"/>
                  <a:gd name="T10" fmla="*/ 181 w 230"/>
                  <a:gd name="T11" fmla="*/ 69 h 230"/>
                  <a:gd name="T12" fmla="*/ 189 w 230"/>
                  <a:gd name="T13" fmla="*/ 119 h 230"/>
                  <a:gd name="T14" fmla="*/ 160 w 230"/>
                  <a:gd name="T15" fmla="*/ 119 h 230"/>
                  <a:gd name="T16" fmla="*/ 156 w 230"/>
                  <a:gd name="T17" fmla="*/ 66 h 230"/>
                  <a:gd name="T18" fmla="*/ 178 w 230"/>
                  <a:gd name="T19" fmla="*/ 60 h 230"/>
                  <a:gd name="T20" fmla="*/ 151 w 230"/>
                  <a:gd name="T21" fmla="*/ 119 h 230"/>
                  <a:gd name="T22" fmla="*/ 120 w 230"/>
                  <a:gd name="T23" fmla="*/ 132 h 230"/>
                  <a:gd name="T24" fmla="*/ 120 w 230"/>
                  <a:gd name="T25" fmla="*/ 78 h 230"/>
                  <a:gd name="T26" fmla="*/ 133 w 230"/>
                  <a:gd name="T27" fmla="*/ 110 h 230"/>
                  <a:gd name="T28" fmla="*/ 111 w 230"/>
                  <a:gd name="T29" fmla="*/ 26 h 230"/>
                  <a:gd name="T30" fmla="*/ 120 w 230"/>
                  <a:gd name="T31" fmla="*/ 10 h 230"/>
                  <a:gd name="T32" fmla="*/ 120 w 230"/>
                  <a:gd name="T33" fmla="*/ 69 h 230"/>
                  <a:gd name="T34" fmla="*/ 111 w 230"/>
                  <a:gd name="T35" fmla="*/ 53 h 230"/>
                  <a:gd name="T36" fmla="*/ 87 w 230"/>
                  <a:gd name="T37" fmla="*/ 54 h 230"/>
                  <a:gd name="T38" fmla="*/ 47 w 230"/>
                  <a:gd name="T39" fmla="*/ 147 h 230"/>
                  <a:gd name="T40" fmla="*/ 71 w 230"/>
                  <a:gd name="T41" fmla="*/ 119 h 230"/>
                  <a:gd name="T42" fmla="*/ 64 w 230"/>
                  <a:gd name="T43" fmla="*/ 158 h 230"/>
                  <a:gd name="T44" fmla="*/ 47 w 230"/>
                  <a:gd name="T45" fmla="*/ 174 h 230"/>
                  <a:gd name="T46" fmla="*/ 56 w 230"/>
                  <a:gd name="T47" fmla="*/ 165 h 230"/>
                  <a:gd name="T48" fmla="*/ 59 w 230"/>
                  <a:gd name="T49" fmla="*/ 72 h 230"/>
                  <a:gd name="T50" fmla="*/ 42 w 230"/>
                  <a:gd name="T51" fmla="*/ 110 h 230"/>
                  <a:gd name="T52" fmla="*/ 86 w 230"/>
                  <a:gd name="T53" fmla="*/ 69 h 230"/>
                  <a:gd name="T54" fmla="*/ 81 w 230"/>
                  <a:gd name="T55" fmla="*/ 87 h 230"/>
                  <a:gd name="T56" fmla="*/ 111 w 230"/>
                  <a:gd name="T57" fmla="*/ 98 h 230"/>
                  <a:gd name="T58" fmla="*/ 81 w 230"/>
                  <a:gd name="T59" fmla="*/ 87 h 230"/>
                  <a:gd name="T60" fmla="*/ 78 w 230"/>
                  <a:gd name="T61" fmla="*/ 51 h 230"/>
                  <a:gd name="T62" fmla="*/ 53 w 230"/>
                  <a:gd name="T63" fmla="*/ 60 h 230"/>
                  <a:gd name="T64" fmla="*/ 57 w 230"/>
                  <a:gd name="T65" fmla="*/ 34 h 230"/>
                  <a:gd name="T66" fmla="*/ 70 w 230"/>
                  <a:gd name="T67" fmla="*/ 19 h 230"/>
                  <a:gd name="T68" fmla="*/ 33 w 230"/>
                  <a:gd name="T69" fmla="*/ 110 h 230"/>
                  <a:gd name="T70" fmla="*/ 26 w 230"/>
                  <a:gd name="T71" fmla="*/ 172 h 230"/>
                  <a:gd name="T72" fmla="*/ 37 w 230"/>
                  <a:gd name="T73" fmla="*/ 151 h 230"/>
                  <a:gd name="T74" fmla="*/ 26 w 230"/>
                  <a:gd name="T75" fmla="*/ 172 h 230"/>
                  <a:gd name="T76" fmla="*/ 47 w 230"/>
                  <a:gd name="T77" fmla="*/ 183 h 230"/>
                  <a:gd name="T78" fmla="*/ 70 w 230"/>
                  <a:gd name="T79" fmla="*/ 211 h 230"/>
                  <a:gd name="T80" fmla="*/ 65 w 230"/>
                  <a:gd name="T81" fmla="*/ 166 h 230"/>
                  <a:gd name="T82" fmla="*/ 94 w 230"/>
                  <a:gd name="T83" fmla="*/ 216 h 230"/>
                  <a:gd name="T84" fmla="*/ 84 w 230"/>
                  <a:gd name="T85" fmla="*/ 163 h 230"/>
                  <a:gd name="T86" fmla="*/ 91 w 230"/>
                  <a:gd name="T87" fmla="*/ 192 h 230"/>
                  <a:gd name="T88" fmla="*/ 80 w 230"/>
                  <a:gd name="T89" fmla="*/ 119 h 230"/>
                  <a:gd name="T90" fmla="*/ 111 w 230"/>
                  <a:gd name="T91" fmla="*/ 152 h 230"/>
                  <a:gd name="T92" fmla="*/ 124 w 230"/>
                  <a:gd name="T93" fmla="*/ 115 h 230"/>
                  <a:gd name="T94" fmla="*/ 137 w 230"/>
                  <a:gd name="T95" fmla="*/ 216 h 230"/>
                  <a:gd name="T96" fmla="*/ 134 w 230"/>
                  <a:gd name="T97" fmla="*/ 205 h 230"/>
                  <a:gd name="T98" fmla="*/ 147 w 230"/>
                  <a:gd name="T99" fmla="*/ 163 h 230"/>
                  <a:gd name="T100" fmla="*/ 151 w 230"/>
                  <a:gd name="T101" fmla="*/ 185 h 230"/>
                  <a:gd name="T102" fmla="*/ 137 w 230"/>
                  <a:gd name="T103" fmla="*/ 216 h 230"/>
                  <a:gd name="T104" fmla="*/ 187 w 230"/>
                  <a:gd name="T105" fmla="*/ 173 h 230"/>
                  <a:gd name="T106" fmla="*/ 205 w 230"/>
                  <a:gd name="T107" fmla="*/ 172 h 230"/>
                  <a:gd name="T108" fmla="*/ 221 w 230"/>
                  <a:gd name="T109" fmla="*/ 11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30" h="230">
                    <a:moveTo>
                      <a:pt x="115" y="0"/>
                    </a:moveTo>
                    <a:cubicBezTo>
                      <a:pt x="52" y="0"/>
                      <a:pt x="0" y="52"/>
                      <a:pt x="0" y="115"/>
                    </a:cubicBezTo>
                    <a:cubicBezTo>
                      <a:pt x="0" y="178"/>
                      <a:pt x="52" y="230"/>
                      <a:pt x="115" y="230"/>
                    </a:cubicBezTo>
                    <a:cubicBezTo>
                      <a:pt x="179" y="230"/>
                      <a:pt x="230" y="178"/>
                      <a:pt x="230" y="115"/>
                    </a:cubicBezTo>
                    <a:cubicBezTo>
                      <a:pt x="230" y="52"/>
                      <a:pt x="179" y="0"/>
                      <a:pt x="115" y="0"/>
                    </a:cubicBezTo>
                    <a:close/>
                    <a:moveTo>
                      <a:pt x="221" y="110"/>
                    </a:moveTo>
                    <a:cubicBezTo>
                      <a:pt x="198" y="110"/>
                      <a:pt x="198" y="110"/>
                      <a:pt x="198" y="110"/>
                    </a:cubicBezTo>
                    <a:cubicBezTo>
                      <a:pt x="197" y="95"/>
                      <a:pt x="194" y="80"/>
                      <a:pt x="190" y="66"/>
                    </a:cubicBezTo>
                    <a:cubicBezTo>
                      <a:pt x="195" y="63"/>
                      <a:pt x="200" y="61"/>
                      <a:pt x="205" y="58"/>
                    </a:cubicBezTo>
                    <a:cubicBezTo>
                      <a:pt x="215" y="74"/>
                      <a:pt x="221" y="91"/>
                      <a:pt x="221" y="110"/>
                    </a:cubicBezTo>
                    <a:close/>
                    <a:moveTo>
                      <a:pt x="200" y="51"/>
                    </a:moveTo>
                    <a:cubicBezTo>
                      <a:pt x="196" y="53"/>
                      <a:pt x="191" y="55"/>
                      <a:pt x="187" y="57"/>
                    </a:cubicBezTo>
                    <a:cubicBezTo>
                      <a:pt x="183" y="49"/>
                      <a:pt x="179" y="41"/>
                      <a:pt x="174" y="34"/>
                    </a:cubicBezTo>
                    <a:cubicBezTo>
                      <a:pt x="170" y="29"/>
                      <a:pt x="166" y="24"/>
                      <a:pt x="161" y="19"/>
                    </a:cubicBezTo>
                    <a:cubicBezTo>
                      <a:pt x="176" y="27"/>
                      <a:pt x="190" y="38"/>
                      <a:pt x="200" y="51"/>
                    </a:cubicBezTo>
                    <a:close/>
                    <a:moveTo>
                      <a:pt x="160" y="110"/>
                    </a:moveTo>
                    <a:cubicBezTo>
                      <a:pt x="160" y="98"/>
                      <a:pt x="159" y="86"/>
                      <a:pt x="157" y="75"/>
                    </a:cubicBezTo>
                    <a:cubicBezTo>
                      <a:pt x="166" y="73"/>
                      <a:pt x="174" y="71"/>
                      <a:pt x="181" y="69"/>
                    </a:cubicBezTo>
                    <a:cubicBezTo>
                      <a:pt x="186" y="81"/>
                      <a:pt x="188" y="96"/>
                      <a:pt x="189" y="110"/>
                    </a:cubicBezTo>
                    <a:lnTo>
                      <a:pt x="160" y="110"/>
                    </a:lnTo>
                    <a:close/>
                    <a:moveTo>
                      <a:pt x="189" y="119"/>
                    </a:moveTo>
                    <a:cubicBezTo>
                      <a:pt x="188" y="134"/>
                      <a:pt x="186" y="149"/>
                      <a:pt x="181" y="162"/>
                    </a:cubicBezTo>
                    <a:cubicBezTo>
                      <a:pt x="174" y="159"/>
                      <a:pt x="166" y="157"/>
                      <a:pt x="157" y="156"/>
                    </a:cubicBezTo>
                    <a:cubicBezTo>
                      <a:pt x="159" y="144"/>
                      <a:pt x="160" y="132"/>
                      <a:pt x="160" y="119"/>
                    </a:cubicBezTo>
                    <a:lnTo>
                      <a:pt x="189" y="119"/>
                    </a:lnTo>
                    <a:close/>
                    <a:moveTo>
                      <a:pt x="178" y="60"/>
                    </a:moveTo>
                    <a:cubicBezTo>
                      <a:pt x="171" y="63"/>
                      <a:pt x="164" y="64"/>
                      <a:pt x="156" y="66"/>
                    </a:cubicBezTo>
                    <a:cubicBezTo>
                      <a:pt x="154" y="55"/>
                      <a:pt x="151" y="44"/>
                      <a:pt x="148" y="35"/>
                    </a:cubicBezTo>
                    <a:cubicBezTo>
                      <a:pt x="145" y="26"/>
                      <a:pt x="141" y="19"/>
                      <a:pt x="137" y="14"/>
                    </a:cubicBezTo>
                    <a:cubicBezTo>
                      <a:pt x="154" y="21"/>
                      <a:pt x="169" y="38"/>
                      <a:pt x="178" y="60"/>
                    </a:cubicBezTo>
                    <a:close/>
                    <a:moveTo>
                      <a:pt x="133" y="119"/>
                    </a:moveTo>
                    <a:cubicBezTo>
                      <a:pt x="151" y="119"/>
                      <a:pt x="151" y="119"/>
                      <a:pt x="151" y="119"/>
                    </a:cubicBezTo>
                    <a:cubicBezTo>
                      <a:pt x="151" y="119"/>
                      <a:pt x="151" y="119"/>
                      <a:pt x="151" y="119"/>
                    </a:cubicBezTo>
                    <a:cubicBezTo>
                      <a:pt x="151" y="131"/>
                      <a:pt x="150" y="143"/>
                      <a:pt x="148" y="154"/>
                    </a:cubicBezTo>
                    <a:cubicBezTo>
                      <a:pt x="139" y="153"/>
                      <a:pt x="130" y="152"/>
                      <a:pt x="120" y="152"/>
                    </a:cubicBezTo>
                    <a:cubicBezTo>
                      <a:pt x="120" y="132"/>
                      <a:pt x="120" y="132"/>
                      <a:pt x="120" y="132"/>
                    </a:cubicBezTo>
                    <a:cubicBezTo>
                      <a:pt x="126" y="131"/>
                      <a:pt x="131" y="126"/>
                      <a:pt x="133" y="119"/>
                    </a:cubicBezTo>
                    <a:close/>
                    <a:moveTo>
                      <a:pt x="120" y="98"/>
                    </a:moveTo>
                    <a:cubicBezTo>
                      <a:pt x="120" y="78"/>
                      <a:pt x="120" y="78"/>
                      <a:pt x="120" y="78"/>
                    </a:cubicBezTo>
                    <a:cubicBezTo>
                      <a:pt x="130" y="78"/>
                      <a:pt x="139" y="77"/>
                      <a:pt x="149" y="76"/>
                    </a:cubicBezTo>
                    <a:cubicBezTo>
                      <a:pt x="150" y="87"/>
                      <a:pt x="151" y="99"/>
                      <a:pt x="151" y="110"/>
                    </a:cubicBezTo>
                    <a:cubicBezTo>
                      <a:pt x="133" y="110"/>
                      <a:pt x="133" y="110"/>
                      <a:pt x="133" y="110"/>
                    </a:cubicBezTo>
                    <a:cubicBezTo>
                      <a:pt x="131" y="104"/>
                      <a:pt x="126" y="99"/>
                      <a:pt x="120" y="98"/>
                    </a:cubicBezTo>
                    <a:close/>
                    <a:moveTo>
                      <a:pt x="111" y="10"/>
                    </a:moveTo>
                    <a:cubicBezTo>
                      <a:pt x="111" y="26"/>
                      <a:pt x="111" y="26"/>
                      <a:pt x="111" y="26"/>
                    </a:cubicBezTo>
                    <a:cubicBezTo>
                      <a:pt x="111" y="28"/>
                      <a:pt x="113" y="30"/>
                      <a:pt x="115" y="30"/>
                    </a:cubicBezTo>
                    <a:cubicBezTo>
                      <a:pt x="118" y="30"/>
                      <a:pt x="120" y="28"/>
                      <a:pt x="120" y="26"/>
                    </a:cubicBezTo>
                    <a:cubicBezTo>
                      <a:pt x="120" y="10"/>
                      <a:pt x="120" y="10"/>
                      <a:pt x="120" y="10"/>
                    </a:cubicBezTo>
                    <a:cubicBezTo>
                      <a:pt x="127" y="13"/>
                      <a:pt x="134" y="23"/>
                      <a:pt x="140" y="38"/>
                    </a:cubicBezTo>
                    <a:cubicBezTo>
                      <a:pt x="143" y="47"/>
                      <a:pt x="145" y="57"/>
                      <a:pt x="147" y="67"/>
                    </a:cubicBezTo>
                    <a:cubicBezTo>
                      <a:pt x="138" y="68"/>
                      <a:pt x="129" y="69"/>
                      <a:pt x="120" y="69"/>
                    </a:cubicBezTo>
                    <a:cubicBezTo>
                      <a:pt x="120" y="53"/>
                      <a:pt x="120" y="53"/>
                      <a:pt x="120" y="53"/>
                    </a:cubicBezTo>
                    <a:cubicBezTo>
                      <a:pt x="120" y="50"/>
                      <a:pt x="118" y="48"/>
                      <a:pt x="115" y="48"/>
                    </a:cubicBezTo>
                    <a:cubicBezTo>
                      <a:pt x="113" y="48"/>
                      <a:pt x="111" y="50"/>
                      <a:pt x="111" y="53"/>
                    </a:cubicBezTo>
                    <a:cubicBezTo>
                      <a:pt x="111" y="69"/>
                      <a:pt x="111" y="69"/>
                      <a:pt x="111" y="69"/>
                    </a:cubicBezTo>
                    <a:cubicBezTo>
                      <a:pt x="105" y="69"/>
                      <a:pt x="100" y="69"/>
                      <a:pt x="95" y="68"/>
                    </a:cubicBezTo>
                    <a:cubicBezTo>
                      <a:pt x="95" y="62"/>
                      <a:pt x="91" y="57"/>
                      <a:pt x="87" y="54"/>
                    </a:cubicBezTo>
                    <a:cubicBezTo>
                      <a:pt x="88" y="49"/>
                      <a:pt x="89" y="43"/>
                      <a:pt x="91" y="38"/>
                    </a:cubicBezTo>
                    <a:cubicBezTo>
                      <a:pt x="97" y="23"/>
                      <a:pt x="104" y="13"/>
                      <a:pt x="111" y="10"/>
                    </a:cubicBezTo>
                    <a:close/>
                    <a:moveTo>
                      <a:pt x="47" y="147"/>
                    </a:moveTo>
                    <a:cubicBezTo>
                      <a:pt x="47" y="147"/>
                      <a:pt x="46" y="147"/>
                      <a:pt x="46" y="147"/>
                    </a:cubicBezTo>
                    <a:cubicBezTo>
                      <a:pt x="44" y="139"/>
                      <a:pt x="43" y="129"/>
                      <a:pt x="42" y="119"/>
                    </a:cubicBezTo>
                    <a:cubicBezTo>
                      <a:pt x="71" y="119"/>
                      <a:pt x="71" y="119"/>
                      <a:pt x="71" y="119"/>
                    </a:cubicBezTo>
                    <a:cubicBezTo>
                      <a:pt x="71" y="119"/>
                      <a:pt x="71" y="119"/>
                      <a:pt x="71" y="119"/>
                    </a:cubicBezTo>
                    <a:cubicBezTo>
                      <a:pt x="71" y="132"/>
                      <a:pt x="72" y="144"/>
                      <a:pt x="74" y="156"/>
                    </a:cubicBezTo>
                    <a:cubicBezTo>
                      <a:pt x="70" y="156"/>
                      <a:pt x="67" y="157"/>
                      <a:pt x="64" y="158"/>
                    </a:cubicBezTo>
                    <a:cubicBezTo>
                      <a:pt x="61" y="152"/>
                      <a:pt x="55" y="147"/>
                      <a:pt x="47" y="147"/>
                    </a:cubicBezTo>
                    <a:close/>
                    <a:moveTo>
                      <a:pt x="56" y="165"/>
                    </a:moveTo>
                    <a:cubicBezTo>
                      <a:pt x="56" y="170"/>
                      <a:pt x="52" y="174"/>
                      <a:pt x="47" y="174"/>
                    </a:cubicBezTo>
                    <a:cubicBezTo>
                      <a:pt x="43" y="174"/>
                      <a:pt x="39" y="170"/>
                      <a:pt x="39" y="165"/>
                    </a:cubicBezTo>
                    <a:cubicBezTo>
                      <a:pt x="39" y="160"/>
                      <a:pt x="43" y="156"/>
                      <a:pt x="47" y="156"/>
                    </a:cubicBezTo>
                    <a:cubicBezTo>
                      <a:pt x="52" y="156"/>
                      <a:pt x="56" y="160"/>
                      <a:pt x="56" y="165"/>
                    </a:cubicBezTo>
                    <a:close/>
                    <a:moveTo>
                      <a:pt x="42" y="110"/>
                    </a:moveTo>
                    <a:cubicBezTo>
                      <a:pt x="43" y="96"/>
                      <a:pt x="45" y="81"/>
                      <a:pt x="50" y="69"/>
                    </a:cubicBezTo>
                    <a:cubicBezTo>
                      <a:pt x="53" y="70"/>
                      <a:pt x="56" y="71"/>
                      <a:pt x="59" y="72"/>
                    </a:cubicBezTo>
                    <a:cubicBezTo>
                      <a:pt x="60" y="79"/>
                      <a:pt x="65" y="84"/>
                      <a:pt x="72" y="86"/>
                    </a:cubicBezTo>
                    <a:cubicBezTo>
                      <a:pt x="71" y="94"/>
                      <a:pt x="71" y="102"/>
                      <a:pt x="71" y="110"/>
                    </a:cubicBezTo>
                    <a:lnTo>
                      <a:pt x="42" y="110"/>
                    </a:lnTo>
                    <a:close/>
                    <a:moveTo>
                      <a:pt x="68" y="69"/>
                    </a:moveTo>
                    <a:cubicBezTo>
                      <a:pt x="68" y="64"/>
                      <a:pt x="72" y="60"/>
                      <a:pt x="77" y="60"/>
                    </a:cubicBezTo>
                    <a:cubicBezTo>
                      <a:pt x="82" y="60"/>
                      <a:pt x="86" y="64"/>
                      <a:pt x="86" y="69"/>
                    </a:cubicBezTo>
                    <a:cubicBezTo>
                      <a:pt x="86" y="74"/>
                      <a:pt x="82" y="78"/>
                      <a:pt x="77" y="78"/>
                    </a:cubicBezTo>
                    <a:cubicBezTo>
                      <a:pt x="72" y="78"/>
                      <a:pt x="68" y="74"/>
                      <a:pt x="68" y="69"/>
                    </a:cubicBezTo>
                    <a:close/>
                    <a:moveTo>
                      <a:pt x="81" y="87"/>
                    </a:moveTo>
                    <a:cubicBezTo>
                      <a:pt x="86" y="85"/>
                      <a:pt x="91" y="82"/>
                      <a:pt x="93" y="77"/>
                    </a:cubicBezTo>
                    <a:cubicBezTo>
                      <a:pt x="99" y="78"/>
                      <a:pt x="105" y="78"/>
                      <a:pt x="111" y="78"/>
                    </a:cubicBezTo>
                    <a:cubicBezTo>
                      <a:pt x="111" y="98"/>
                      <a:pt x="111" y="98"/>
                      <a:pt x="111" y="98"/>
                    </a:cubicBezTo>
                    <a:cubicBezTo>
                      <a:pt x="105" y="99"/>
                      <a:pt x="100" y="104"/>
                      <a:pt x="98" y="110"/>
                    </a:cubicBezTo>
                    <a:cubicBezTo>
                      <a:pt x="80" y="110"/>
                      <a:pt x="80" y="110"/>
                      <a:pt x="80" y="110"/>
                    </a:cubicBezTo>
                    <a:cubicBezTo>
                      <a:pt x="80" y="102"/>
                      <a:pt x="80" y="94"/>
                      <a:pt x="81" y="87"/>
                    </a:cubicBezTo>
                    <a:close/>
                    <a:moveTo>
                      <a:pt x="94" y="14"/>
                    </a:moveTo>
                    <a:cubicBezTo>
                      <a:pt x="90" y="19"/>
                      <a:pt x="86" y="26"/>
                      <a:pt x="83" y="35"/>
                    </a:cubicBezTo>
                    <a:cubicBezTo>
                      <a:pt x="81" y="40"/>
                      <a:pt x="79" y="46"/>
                      <a:pt x="78" y="51"/>
                    </a:cubicBezTo>
                    <a:cubicBezTo>
                      <a:pt x="78" y="51"/>
                      <a:pt x="77" y="51"/>
                      <a:pt x="77" y="51"/>
                    </a:cubicBezTo>
                    <a:cubicBezTo>
                      <a:pt x="69" y="51"/>
                      <a:pt x="63" y="56"/>
                      <a:pt x="60" y="63"/>
                    </a:cubicBezTo>
                    <a:cubicBezTo>
                      <a:pt x="58" y="62"/>
                      <a:pt x="55" y="61"/>
                      <a:pt x="53" y="60"/>
                    </a:cubicBezTo>
                    <a:cubicBezTo>
                      <a:pt x="62" y="38"/>
                      <a:pt x="76" y="21"/>
                      <a:pt x="94" y="14"/>
                    </a:cubicBezTo>
                    <a:close/>
                    <a:moveTo>
                      <a:pt x="70" y="19"/>
                    </a:moveTo>
                    <a:cubicBezTo>
                      <a:pt x="65" y="24"/>
                      <a:pt x="61" y="29"/>
                      <a:pt x="57" y="34"/>
                    </a:cubicBezTo>
                    <a:cubicBezTo>
                      <a:pt x="52" y="41"/>
                      <a:pt x="48" y="49"/>
                      <a:pt x="44" y="57"/>
                    </a:cubicBezTo>
                    <a:cubicBezTo>
                      <a:pt x="39" y="55"/>
                      <a:pt x="35" y="53"/>
                      <a:pt x="31" y="51"/>
                    </a:cubicBezTo>
                    <a:cubicBezTo>
                      <a:pt x="41" y="38"/>
                      <a:pt x="54" y="27"/>
                      <a:pt x="70" y="19"/>
                    </a:cubicBezTo>
                    <a:close/>
                    <a:moveTo>
                      <a:pt x="26" y="58"/>
                    </a:moveTo>
                    <a:cubicBezTo>
                      <a:pt x="30" y="61"/>
                      <a:pt x="36" y="63"/>
                      <a:pt x="41" y="66"/>
                    </a:cubicBezTo>
                    <a:cubicBezTo>
                      <a:pt x="36" y="80"/>
                      <a:pt x="34" y="95"/>
                      <a:pt x="33" y="110"/>
                    </a:cubicBezTo>
                    <a:cubicBezTo>
                      <a:pt x="9" y="110"/>
                      <a:pt x="9" y="110"/>
                      <a:pt x="9" y="110"/>
                    </a:cubicBezTo>
                    <a:cubicBezTo>
                      <a:pt x="10" y="91"/>
                      <a:pt x="16" y="74"/>
                      <a:pt x="26" y="58"/>
                    </a:cubicBezTo>
                    <a:close/>
                    <a:moveTo>
                      <a:pt x="26" y="172"/>
                    </a:moveTo>
                    <a:cubicBezTo>
                      <a:pt x="16" y="157"/>
                      <a:pt x="10" y="139"/>
                      <a:pt x="9" y="119"/>
                    </a:cubicBezTo>
                    <a:cubicBezTo>
                      <a:pt x="33" y="119"/>
                      <a:pt x="33" y="119"/>
                      <a:pt x="33" y="119"/>
                    </a:cubicBezTo>
                    <a:cubicBezTo>
                      <a:pt x="34" y="130"/>
                      <a:pt x="35" y="141"/>
                      <a:pt x="37" y="151"/>
                    </a:cubicBezTo>
                    <a:cubicBezTo>
                      <a:pt x="33" y="154"/>
                      <a:pt x="30" y="159"/>
                      <a:pt x="30" y="165"/>
                    </a:cubicBezTo>
                    <a:cubicBezTo>
                      <a:pt x="30" y="167"/>
                      <a:pt x="30" y="168"/>
                      <a:pt x="30" y="170"/>
                    </a:cubicBezTo>
                    <a:cubicBezTo>
                      <a:pt x="29" y="170"/>
                      <a:pt x="27" y="171"/>
                      <a:pt x="26" y="172"/>
                    </a:cubicBezTo>
                    <a:close/>
                    <a:moveTo>
                      <a:pt x="31" y="179"/>
                    </a:moveTo>
                    <a:cubicBezTo>
                      <a:pt x="32" y="179"/>
                      <a:pt x="33" y="178"/>
                      <a:pt x="34" y="177"/>
                    </a:cubicBezTo>
                    <a:cubicBezTo>
                      <a:pt x="38" y="181"/>
                      <a:pt x="42" y="183"/>
                      <a:pt x="47" y="183"/>
                    </a:cubicBezTo>
                    <a:cubicBezTo>
                      <a:pt x="48" y="183"/>
                      <a:pt x="49" y="183"/>
                      <a:pt x="49" y="183"/>
                    </a:cubicBezTo>
                    <a:cubicBezTo>
                      <a:pt x="51" y="187"/>
                      <a:pt x="54" y="192"/>
                      <a:pt x="57" y="196"/>
                    </a:cubicBezTo>
                    <a:cubicBezTo>
                      <a:pt x="61" y="201"/>
                      <a:pt x="65" y="206"/>
                      <a:pt x="70" y="211"/>
                    </a:cubicBezTo>
                    <a:cubicBezTo>
                      <a:pt x="55" y="203"/>
                      <a:pt x="41" y="193"/>
                      <a:pt x="31" y="179"/>
                    </a:cubicBezTo>
                    <a:close/>
                    <a:moveTo>
                      <a:pt x="58" y="180"/>
                    </a:moveTo>
                    <a:cubicBezTo>
                      <a:pt x="62" y="177"/>
                      <a:pt x="65" y="172"/>
                      <a:pt x="65" y="166"/>
                    </a:cubicBezTo>
                    <a:cubicBezTo>
                      <a:pt x="68" y="166"/>
                      <a:pt x="72" y="165"/>
                      <a:pt x="75" y="164"/>
                    </a:cubicBezTo>
                    <a:cubicBezTo>
                      <a:pt x="77" y="175"/>
                      <a:pt x="80" y="186"/>
                      <a:pt x="83" y="195"/>
                    </a:cubicBezTo>
                    <a:cubicBezTo>
                      <a:pt x="86" y="203"/>
                      <a:pt x="90" y="211"/>
                      <a:pt x="94" y="216"/>
                    </a:cubicBezTo>
                    <a:cubicBezTo>
                      <a:pt x="79" y="210"/>
                      <a:pt x="67" y="197"/>
                      <a:pt x="58" y="180"/>
                    </a:cubicBezTo>
                    <a:close/>
                    <a:moveTo>
                      <a:pt x="91" y="192"/>
                    </a:moveTo>
                    <a:cubicBezTo>
                      <a:pt x="88" y="183"/>
                      <a:pt x="86" y="173"/>
                      <a:pt x="84" y="163"/>
                    </a:cubicBezTo>
                    <a:cubicBezTo>
                      <a:pt x="93" y="162"/>
                      <a:pt x="102" y="161"/>
                      <a:pt x="111" y="161"/>
                    </a:cubicBezTo>
                    <a:cubicBezTo>
                      <a:pt x="111" y="220"/>
                      <a:pt x="111" y="220"/>
                      <a:pt x="111" y="220"/>
                    </a:cubicBezTo>
                    <a:cubicBezTo>
                      <a:pt x="104" y="217"/>
                      <a:pt x="97" y="207"/>
                      <a:pt x="91" y="192"/>
                    </a:cubicBezTo>
                    <a:close/>
                    <a:moveTo>
                      <a:pt x="111" y="152"/>
                    </a:moveTo>
                    <a:cubicBezTo>
                      <a:pt x="101" y="152"/>
                      <a:pt x="92" y="153"/>
                      <a:pt x="82" y="154"/>
                    </a:cubicBezTo>
                    <a:cubicBezTo>
                      <a:pt x="81" y="143"/>
                      <a:pt x="80" y="131"/>
                      <a:pt x="80" y="119"/>
                    </a:cubicBezTo>
                    <a:cubicBezTo>
                      <a:pt x="98" y="119"/>
                      <a:pt x="98" y="119"/>
                      <a:pt x="98" y="119"/>
                    </a:cubicBezTo>
                    <a:cubicBezTo>
                      <a:pt x="100" y="126"/>
                      <a:pt x="105" y="131"/>
                      <a:pt x="111" y="132"/>
                    </a:cubicBezTo>
                    <a:cubicBezTo>
                      <a:pt x="111" y="152"/>
                      <a:pt x="111" y="152"/>
                      <a:pt x="111" y="152"/>
                    </a:cubicBezTo>
                    <a:close/>
                    <a:moveTo>
                      <a:pt x="107" y="115"/>
                    </a:moveTo>
                    <a:cubicBezTo>
                      <a:pt x="107" y="110"/>
                      <a:pt x="111" y="106"/>
                      <a:pt x="115" y="106"/>
                    </a:cubicBezTo>
                    <a:cubicBezTo>
                      <a:pt x="120" y="106"/>
                      <a:pt x="124" y="110"/>
                      <a:pt x="124" y="115"/>
                    </a:cubicBezTo>
                    <a:cubicBezTo>
                      <a:pt x="124" y="120"/>
                      <a:pt x="120" y="124"/>
                      <a:pt x="115" y="124"/>
                    </a:cubicBezTo>
                    <a:cubicBezTo>
                      <a:pt x="111" y="124"/>
                      <a:pt x="107" y="120"/>
                      <a:pt x="107" y="115"/>
                    </a:cubicBezTo>
                    <a:close/>
                    <a:moveTo>
                      <a:pt x="137" y="216"/>
                    </a:moveTo>
                    <a:cubicBezTo>
                      <a:pt x="139" y="214"/>
                      <a:pt x="140" y="212"/>
                      <a:pt x="142" y="209"/>
                    </a:cubicBezTo>
                    <a:cubicBezTo>
                      <a:pt x="143" y="207"/>
                      <a:pt x="142" y="204"/>
                      <a:pt x="140" y="203"/>
                    </a:cubicBezTo>
                    <a:cubicBezTo>
                      <a:pt x="138" y="202"/>
                      <a:pt x="135" y="203"/>
                      <a:pt x="134" y="205"/>
                    </a:cubicBezTo>
                    <a:cubicBezTo>
                      <a:pt x="131" y="210"/>
                      <a:pt x="126" y="217"/>
                      <a:pt x="120" y="220"/>
                    </a:cubicBezTo>
                    <a:cubicBezTo>
                      <a:pt x="120" y="161"/>
                      <a:pt x="120" y="161"/>
                      <a:pt x="120" y="161"/>
                    </a:cubicBezTo>
                    <a:cubicBezTo>
                      <a:pt x="129" y="161"/>
                      <a:pt x="138" y="162"/>
                      <a:pt x="147" y="163"/>
                    </a:cubicBezTo>
                    <a:cubicBezTo>
                      <a:pt x="146" y="170"/>
                      <a:pt x="144" y="177"/>
                      <a:pt x="143" y="183"/>
                    </a:cubicBezTo>
                    <a:cubicBezTo>
                      <a:pt x="142" y="185"/>
                      <a:pt x="143" y="188"/>
                      <a:pt x="146" y="188"/>
                    </a:cubicBezTo>
                    <a:cubicBezTo>
                      <a:pt x="148" y="189"/>
                      <a:pt x="150" y="188"/>
                      <a:pt x="151" y="185"/>
                    </a:cubicBezTo>
                    <a:cubicBezTo>
                      <a:pt x="153" y="179"/>
                      <a:pt x="155" y="172"/>
                      <a:pt x="156" y="164"/>
                    </a:cubicBezTo>
                    <a:cubicBezTo>
                      <a:pt x="164" y="166"/>
                      <a:pt x="171" y="168"/>
                      <a:pt x="178" y="170"/>
                    </a:cubicBezTo>
                    <a:cubicBezTo>
                      <a:pt x="169" y="192"/>
                      <a:pt x="154" y="208"/>
                      <a:pt x="137" y="216"/>
                    </a:cubicBezTo>
                    <a:close/>
                    <a:moveTo>
                      <a:pt x="161" y="211"/>
                    </a:moveTo>
                    <a:cubicBezTo>
                      <a:pt x="166" y="206"/>
                      <a:pt x="170" y="201"/>
                      <a:pt x="174" y="196"/>
                    </a:cubicBezTo>
                    <a:cubicBezTo>
                      <a:pt x="179" y="189"/>
                      <a:pt x="183" y="181"/>
                      <a:pt x="187" y="173"/>
                    </a:cubicBezTo>
                    <a:cubicBezTo>
                      <a:pt x="191" y="175"/>
                      <a:pt x="196" y="177"/>
                      <a:pt x="200" y="179"/>
                    </a:cubicBezTo>
                    <a:cubicBezTo>
                      <a:pt x="190" y="193"/>
                      <a:pt x="176" y="203"/>
                      <a:pt x="161" y="211"/>
                    </a:cubicBezTo>
                    <a:close/>
                    <a:moveTo>
                      <a:pt x="205" y="172"/>
                    </a:moveTo>
                    <a:cubicBezTo>
                      <a:pt x="200" y="169"/>
                      <a:pt x="195" y="167"/>
                      <a:pt x="190" y="165"/>
                    </a:cubicBezTo>
                    <a:cubicBezTo>
                      <a:pt x="194" y="151"/>
                      <a:pt x="197" y="135"/>
                      <a:pt x="198" y="119"/>
                    </a:cubicBezTo>
                    <a:cubicBezTo>
                      <a:pt x="221" y="119"/>
                      <a:pt x="221" y="119"/>
                      <a:pt x="221" y="119"/>
                    </a:cubicBezTo>
                    <a:cubicBezTo>
                      <a:pt x="221" y="139"/>
                      <a:pt x="215" y="157"/>
                      <a:pt x="205" y="172"/>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28" name="Freeform 165"/>
              <p:cNvSpPr/>
              <p:nvPr/>
            </p:nvSpPr>
            <p:spPr bwMode="auto">
              <a:xfrm>
                <a:off x="13307149" y="1849199"/>
                <a:ext cx="19050" cy="28575"/>
              </a:xfrm>
              <a:custGeom>
                <a:avLst/>
                <a:gdLst>
                  <a:gd name="T0" fmla="*/ 11 w 11"/>
                  <a:gd name="T1" fmla="*/ 11 h 16"/>
                  <a:gd name="T2" fmla="*/ 10 w 11"/>
                  <a:gd name="T3" fmla="*/ 4 h 16"/>
                  <a:gd name="T4" fmla="*/ 5 w 11"/>
                  <a:gd name="T5" fmla="*/ 0 h 16"/>
                  <a:gd name="T6" fmla="*/ 1 w 11"/>
                  <a:gd name="T7" fmla="*/ 5 h 16"/>
                  <a:gd name="T8" fmla="*/ 2 w 11"/>
                  <a:gd name="T9" fmla="*/ 13 h 16"/>
                  <a:gd name="T10" fmla="*/ 6 w 11"/>
                  <a:gd name="T11" fmla="*/ 16 h 16"/>
                  <a:gd name="T12" fmla="*/ 7 w 11"/>
                  <a:gd name="T13" fmla="*/ 16 h 16"/>
                  <a:gd name="T14" fmla="*/ 11 w 11"/>
                  <a:gd name="T15" fmla="*/ 1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6">
                    <a:moveTo>
                      <a:pt x="11" y="11"/>
                    </a:moveTo>
                    <a:cubicBezTo>
                      <a:pt x="10" y="9"/>
                      <a:pt x="10" y="6"/>
                      <a:pt x="10" y="4"/>
                    </a:cubicBezTo>
                    <a:cubicBezTo>
                      <a:pt x="9" y="2"/>
                      <a:pt x="7" y="0"/>
                      <a:pt x="5" y="0"/>
                    </a:cubicBezTo>
                    <a:cubicBezTo>
                      <a:pt x="2" y="1"/>
                      <a:pt x="0" y="3"/>
                      <a:pt x="1" y="5"/>
                    </a:cubicBezTo>
                    <a:cubicBezTo>
                      <a:pt x="1" y="8"/>
                      <a:pt x="1" y="10"/>
                      <a:pt x="2" y="13"/>
                    </a:cubicBezTo>
                    <a:cubicBezTo>
                      <a:pt x="2" y="15"/>
                      <a:pt x="4" y="16"/>
                      <a:pt x="6" y="16"/>
                    </a:cubicBezTo>
                    <a:cubicBezTo>
                      <a:pt x="7" y="16"/>
                      <a:pt x="7" y="16"/>
                      <a:pt x="7" y="16"/>
                    </a:cubicBezTo>
                    <a:cubicBezTo>
                      <a:pt x="10" y="16"/>
                      <a:pt x="11" y="13"/>
                      <a:pt x="11" y="11"/>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29" name="Freeform 166"/>
              <p:cNvSpPr/>
              <p:nvPr/>
            </p:nvSpPr>
            <p:spPr bwMode="auto">
              <a:xfrm>
                <a:off x="13319849" y="1898411"/>
                <a:ext cx="22225" cy="28575"/>
              </a:xfrm>
              <a:custGeom>
                <a:avLst/>
                <a:gdLst>
                  <a:gd name="T0" fmla="*/ 11 w 12"/>
                  <a:gd name="T1" fmla="*/ 10 h 16"/>
                  <a:gd name="T2" fmla="*/ 9 w 12"/>
                  <a:gd name="T3" fmla="*/ 4 h 16"/>
                  <a:gd name="T4" fmla="*/ 3 w 12"/>
                  <a:gd name="T5" fmla="*/ 1 h 16"/>
                  <a:gd name="T6" fmla="*/ 0 w 12"/>
                  <a:gd name="T7" fmla="*/ 6 h 16"/>
                  <a:gd name="T8" fmla="*/ 3 w 12"/>
                  <a:gd name="T9" fmla="*/ 13 h 16"/>
                  <a:gd name="T10" fmla="*/ 7 w 12"/>
                  <a:gd name="T11" fmla="*/ 16 h 16"/>
                  <a:gd name="T12" fmla="*/ 9 w 12"/>
                  <a:gd name="T13" fmla="*/ 16 h 16"/>
                  <a:gd name="T14" fmla="*/ 11 w 12"/>
                  <a:gd name="T15" fmla="*/ 1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6">
                    <a:moveTo>
                      <a:pt x="11" y="10"/>
                    </a:moveTo>
                    <a:cubicBezTo>
                      <a:pt x="10" y="8"/>
                      <a:pt x="10" y="6"/>
                      <a:pt x="9" y="4"/>
                    </a:cubicBezTo>
                    <a:cubicBezTo>
                      <a:pt x="8" y="1"/>
                      <a:pt x="6" y="0"/>
                      <a:pt x="3" y="1"/>
                    </a:cubicBezTo>
                    <a:cubicBezTo>
                      <a:pt x="1" y="2"/>
                      <a:pt x="0" y="4"/>
                      <a:pt x="0" y="6"/>
                    </a:cubicBezTo>
                    <a:cubicBezTo>
                      <a:pt x="1" y="9"/>
                      <a:pt x="2" y="11"/>
                      <a:pt x="3" y="13"/>
                    </a:cubicBezTo>
                    <a:cubicBezTo>
                      <a:pt x="4" y="15"/>
                      <a:pt x="5" y="16"/>
                      <a:pt x="7" y="16"/>
                    </a:cubicBezTo>
                    <a:cubicBezTo>
                      <a:pt x="8" y="16"/>
                      <a:pt x="8" y="16"/>
                      <a:pt x="9" y="16"/>
                    </a:cubicBezTo>
                    <a:cubicBezTo>
                      <a:pt x="11" y="15"/>
                      <a:pt x="12" y="12"/>
                      <a:pt x="11" y="10"/>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0" name="Freeform 167"/>
              <p:cNvSpPr/>
              <p:nvPr/>
            </p:nvSpPr>
            <p:spPr bwMode="auto">
              <a:xfrm>
                <a:off x="13326199" y="1698386"/>
                <a:ext cx="23813" cy="28575"/>
              </a:xfrm>
              <a:custGeom>
                <a:avLst/>
                <a:gdLst>
                  <a:gd name="T0" fmla="*/ 10 w 13"/>
                  <a:gd name="T1" fmla="*/ 1 h 16"/>
                  <a:gd name="T2" fmla="*/ 4 w 13"/>
                  <a:gd name="T3" fmla="*/ 3 h 16"/>
                  <a:gd name="T4" fmla="*/ 1 w 13"/>
                  <a:gd name="T5" fmla="*/ 10 h 16"/>
                  <a:gd name="T6" fmla="*/ 3 w 13"/>
                  <a:gd name="T7" fmla="*/ 16 h 16"/>
                  <a:gd name="T8" fmla="*/ 5 w 13"/>
                  <a:gd name="T9" fmla="*/ 16 h 16"/>
                  <a:gd name="T10" fmla="*/ 9 w 13"/>
                  <a:gd name="T11" fmla="*/ 13 h 16"/>
                  <a:gd name="T12" fmla="*/ 12 w 13"/>
                  <a:gd name="T13" fmla="*/ 7 h 16"/>
                  <a:gd name="T14" fmla="*/ 10 w 13"/>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6">
                    <a:moveTo>
                      <a:pt x="10" y="1"/>
                    </a:moveTo>
                    <a:cubicBezTo>
                      <a:pt x="8" y="0"/>
                      <a:pt x="5" y="1"/>
                      <a:pt x="4" y="3"/>
                    </a:cubicBezTo>
                    <a:cubicBezTo>
                      <a:pt x="3" y="5"/>
                      <a:pt x="2" y="7"/>
                      <a:pt x="1" y="10"/>
                    </a:cubicBezTo>
                    <a:cubicBezTo>
                      <a:pt x="0" y="12"/>
                      <a:pt x="1" y="15"/>
                      <a:pt x="3" y="16"/>
                    </a:cubicBezTo>
                    <a:cubicBezTo>
                      <a:pt x="3" y="16"/>
                      <a:pt x="4" y="16"/>
                      <a:pt x="5" y="16"/>
                    </a:cubicBezTo>
                    <a:cubicBezTo>
                      <a:pt x="6" y="16"/>
                      <a:pt x="8" y="15"/>
                      <a:pt x="9" y="13"/>
                    </a:cubicBezTo>
                    <a:cubicBezTo>
                      <a:pt x="10" y="11"/>
                      <a:pt x="11" y="9"/>
                      <a:pt x="12" y="7"/>
                    </a:cubicBezTo>
                    <a:cubicBezTo>
                      <a:pt x="13" y="5"/>
                      <a:pt x="12" y="2"/>
                      <a:pt x="10" y="1"/>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1" name="Freeform 168"/>
              <p:cNvSpPr/>
              <p:nvPr/>
            </p:nvSpPr>
            <p:spPr bwMode="auto">
              <a:xfrm>
                <a:off x="13426212" y="1587261"/>
                <a:ext cx="28575" cy="23813"/>
              </a:xfrm>
              <a:custGeom>
                <a:avLst/>
                <a:gdLst>
                  <a:gd name="T0" fmla="*/ 15 w 16"/>
                  <a:gd name="T1" fmla="*/ 3 h 13"/>
                  <a:gd name="T2" fmla="*/ 9 w 16"/>
                  <a:gd name="T3" fmla="*/ 1 h 13"/>
                  <a:gd name="T4" fmla="*/ 2 w 16"/>
                  <a:gd name="T5" fmla="*/ 5 h 13"/>
                  <a:gd name="T6" fmla="*/ 1 w 16"/>
                  <a:gd name="T7" fmla="*/ 11 h 13"/>
                  <a:gd name="T8" fmla="*/ 5 w 16"/>
                  <a:gd name="T9" fmla="*/ 13 h 13"/>
                  <a:gd name="T10" fmla="*/ 7 w 16"/>
                  <a:gd name="T11" fmla="*/ 12 h 13"/>
                  <a:gd name="T12" fmla="*/ 13 w 16"/>
                  <a:gd name="T13" fmla="*/ 9 h 13"/>
                  <a:gd name="T14" fmla="*/ 15 w 16"/>
                  <a:gd name="T15" fmla="*/ 3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3">
                    <a:moveTo>
                      <a:pt x="15" y="3"/>
                    </a:moveTo>
                    <a:cubicBezTo>
                      <a:pt x="13" y="0"/>
                      <a:pt x="11" y="0"/>
                      <a:pt x="9" y="1"/>
                    </a:cubicBezTo>
                    <a:cubicBezTo>
                      <a:pt x="6" y="2"/>
                      <a:pt x="4" y="3"/>
                      <a:pt x="2" y="5"/>
                    </a:cubicBezTo>
                    <a:cubicBezTo>
                      <a:pt x="0" y="6"/>
                      <a:pt x="0" y="9"/>
                      <a:pt x="1" y="11"/>
                    </a:cubicBezTo>
                    <a:cubicBezTo>
                      <a:pt x="2" y="12"/>
                      <a:pt x="3" y="13"/>
                      <a:pt x="5" y="13"/>
                    </a:cubicBezTo>
                    <a:cubicBezTo>
                      <a:pt x="5" y="13"/>
                      <a:pt x="6" y="13"/>
                      <a:pt x="7" y="12"/>
                    </a:cubicBezTo>
                    <a:cubicBezTo>
                      <a:pt x="9" y="11"/>
                      <a:pt x="11" y="10"/>
                      <a:pt x="13" y="9"/>
                    </a:cubicBezTo>
                    <a:cubicBezTo>
                      <a:pt x="15" y="7"/>
                      <a:pt x="16" y="5"/>
                      <a:pt x="15" y="3"/>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2" name="Freeform 169"/>
              <p:cNvSpPr/>
              <p:nvPr/>
            </p:nvSpPr>
            <p:spPr bwMode="auto">
              <a:xfrm>
                <a:off x="13340487" y="1944449"/>
                <a:ext cx="25400" cy="28575"/>
              </a:xfrm>
              <a:custGeom>
                <a:avLst/>
                <a:gdLst>
                  <a:gd name="T0" fmla="*/ 13 w 14"/>
                  <a:gd name="T1" fmla="*/ 9 h 16"/>
                  <a:gd name="T2" fmla="*/ 9 w 14"/>
                  <a:gd name="T3" fmla="*/ 3 h 16"/>
                  <a:gd name="T4" fmla="*/ 3 w 14"/>
                  <a:gd name="T5" fmla="*/ 2 h 16"/>
                  <a:gd name="T6" fmla="*/ 1 w 14"/>
                  <a:gd name="T7" fmla="*/ 8 h 16"/>
                  <a:gd name="T8" fmla="*/ 5 w 14"/>
                  <a:gd name="T9" fmla="*/ 14 h 16"/>
                  <a:gd name="T10" fmla="*/ 9 w 14"/>
                  <a:gd name="T11" fmla="*/ 16 h 16"/>
                  <a:gd name="T12" fmla="*/ 12 w 14"/>
                  <a:gd name="T13" fmla="*/ 15 h 16"/>
                  <a:gd name="T14" fmla="*/ 13 w 14"/>
                  <a:gd name="T15" fmla="*/ 9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6">
                    <a:moveTo>
                      <a:pt x="13" y="9"/>
                    </a:moveTo>
                    <a:cubicBezTo>
                      <a:pt x="12" y="7"/>
                      <a:pt x="10" y="5"/>
                      <a:pt x="9" y="3"/>
                    </a:cubicBezTo>
                    <a:cubicBezTo>
                      <a:pt x="8" y="1"/>
                      <a:pt x="5" y="0"/>
                      <a:pt x="3" y="2"/>
                    </a:cubicBezTo>
                    <a:cubicBezTo>
                      <a:pt x="1" y="3"/>
                      <a:pt x="0" y="6"/>
                      <a:pt x="1" y="8"/>
                    </a:cubicBezTo>
                    <a:cubicBezTo>
                      <a:pt x="3" y="10"/>
                      <a:pt x="4" y="12"/>
                      <a:pt x="5" y="14"/>
                    </a:cubicBezTo>
                    <a:cubicBezTo>
                      <a:pt x="6" y="15"/>
                      <a:pt x="8" y="16"/>
                      <a:pt x="9" y="16"/>
                    </a:cubicBezTo>
                    <a:cubicBezTo>
                      <a:pt x="10" y="16"/>
                      <a:pt x="11" y="16"/>
                      <a:pt x="12" y="15"/>
                    </a:cubicBezTo>
                    <a:cubicBezTo>
                      <a:pt x="14" y="14"/>
                      <a:pt x="14" y="11"/>
                      <a:pt x="13" y="9"/>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3" name="Freeform 170"/>
              <p:cNvSpPr/>
              <p:nvPr/>
            </p:nvSpPr>
            <p:spPr bwMode="auto">
              <a:xfrm>
                <a:off x="13305562" y="1796811"/>
                <a:ext cx="17463" cy="30163"/>
              </a:xfrm>
              <a:custGeom>
                <a:avLst/>
                <a:gdLst>
                  <a:gd name="T0" fmla="*/ 6 w 10"/>
                  <a:gd name="T1" fmla="*/ 0 h 16"/>
                  <a:gd name="T2" fmla="*/ 1 w 10"/>
                  <a:gd name="T3" fmla="*/ 5 h 16"/>
                  <a:gd name="T4" fmla="*/ 1 w 10"/>
                  <a:gd name="T5" fmla="*/ 12 h 16"/>
                  <a:gd name="T6" fmla="*/ 5 w 10"/>
                  <a:gd name="T7" fmla="*/ 16 h 16"/>
                  <a:gd name="T8" fmla="*/ 5 w 10"/>
                  <a:gd name="T9" fmla="*/ 16 h 16"/>
                  <a:gd name="T10" fmla="*/ 9 w 10"/>
                  <a:gd name="T11" fmla="*/ 12 h 16"/>
                  <a:gd name="T12" fmla="*/ 10 w 10"/>
                  <a:gd name="T13" fmla="*/ 5 h 16"/>
                  <a:gd name="T14" fmla="*/ 6 w 10"/>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6">
                    <a:moveTo>
                      <a:pt x="6" y="0"/>
                    </a:moveTo>
                    <a:cubicBezTo>
                      <a:pt x="3" y="0"/>
                      <a:pt x="1" y="2"/>
                      <a:pt x="1" y="5"/>
                    </a:cubicBezTo>
                    <a:cubicBezTo>
                      <a:pt x="1" y="7"/>
                      <a:pt x="1" y="9"/>
                      <a:pt x="1" y="12"/>
                    </a:cubicBezTo>
                    <a:cubicBezTo>
                      <a:pt x="0" y="14"/>
                      <a:pt x="2" y="16"/>
                      <a:pt x="5" y="16"/>
                    </a:cubicBezTo>
                    <a:cubicBezTo>
                      <a:pt x="5" y="16"/>
                      <a:pt x="5" y="16"/>
                      <a:pt x="5" y="16"/>
                    </a:cubicBezTo>
                    <a:cubicBezTo>
                      <a:pt x="7" y="16"/>
                      <a:pt x="9" y="14"/>
                      <a:pt x="9" y="12"/>
                    </a:cubicBezTo>
                    <a:cubicBezTo>
                      <a:pt x="9" y="10"/>
                      <a:pt x="10" y="7"/>
                      <a:pt x="10" y="5"/>
                    </a:cubicBezTo>
                    <a:cubicBezTo>
                      <a:pt x="10" y="3"/>
                      <a:pt x="8" y="0"/>
                      <a:pt x="6" y="0"/>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4" name="Freeform 171"/>
              <p:cNvSpPr/>
              <p:nvPr/>
            </p:nvSpPr>
            <p:spPr bwMode="auto">
              <a:xfrm>
                <a:off x="13310324" y="1746011"/>
                <a:ext cx="22225" cy="30163"/>
              </a:xfrm>
              <a:custGeom>
                <a:avLst/>
                <a:gdLst>
                  <a:gd name="T0" fmla="*/ 8 w 12"/>
                  <a:gd name="T1" fmla="*/ 1 h 17"/>
                  <a:gd name="T2" fmla="*/ 2 w 12"/>
                  <a:gd name="T3" fmla="*/ 4 h 17"/>
                  <a:gd name="T4" fmla="*/ 1 w 12"/>
                  <a:gd name="T5" fmla="*/ 11 h 17"/>
                  <a:gd name="T6" fmla="*/ 4 w 12"/>
                  <a:gd name="T7" fmla="*/ 17 h 17"/>
                  <a:gd name="T8" fmla="*/ 5 w 12"/>
                  <a:gd name="T9" fmla="*/ 17 h 17"/>
                  <a:gd name="T10" fmla="*/ 9 w 12"/>
                  <a:gd name="T11" fmla="*/ 13 h 17"/>
                  <a:gd name="T12" fmla="*/ 11 w 12"/>
                  <a:gd name="T13" fmla="*/ 6 h 17"/>
                  <a:gd name="T14" fmla="*/ 8 w 12"/>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7">
                    <a:moveTo>
                      <a:pt x="8" y="1"/>
                    </a:moveTo>
                    <a:cubicBezTo>
                      <a:pt x="6" y="0"/>
                      <a:pt x="3" y="2"/>
                      <a:pt x="2" y="4"/>
                    </a:cubicBezTo>
                    <a:cubicBezTo>
                      <a:pt x="2" y="6"/>
                      <a:pt x="1" y="9"/>
                      <a:pt x="1" y="11"/>
                    </a:cubicBezTo>
                    <a:cubicBezTo>
                      <a:pt x="0" y="14"/>
                      <a:pt x="2" y="16"/>
                      <a:pt x="4" y="17"/>
                    </a:cubicBezTo>
                    <a:cubicBezTo>
                      <a:pt x="4" y="17"/>
                      <a:pt x="5" y="17"/>
                      <a:pt x="5" y="17"/>
                    </a:cubicBezTo>
                    <a:cubicBezTo>
                      <a:pt x="7" y="17"/>
                      <a:pt x="9" y="15"/>
                      <a:pt x="9" y="13"/>
                    </a:cubicBezTo>
                    <a:cubicBezTo>
                      <a:pt x="10" y="11"/>
                      <a:pt x="11" y="9"/>
                      <a:pt x="11" y="6"/>
                    </a:cubicBezTo>
                    <a:cubicBezTo>
                      <a:pt x="12" y="4"/>
                      <a:pt x="10" y="1"/>
                      <a:pt x="8" y="1"/>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5" name="Freeform 172"/>
              <p:cNvSpPr/>
              <p:nvPr/>
            </p:nvSpPr>
            <p:spPr bwMode="auto">
              <a:xfrm>
                <a:off x="13500824" y="2065099"/>
                <a:ext cx="30163" cy="20638"/>
              </a:xfrm>
              <a:custGeom>
                <a:avLst/>
                <a:gdLst>
                  <a:gd name="T0" fmla="*/ 12 w 16"/>
                  <a:gd name="T1" fmla="*/ 2 h 11"/>
                  <a:gd name="T2" fmla="*/ 6 w 16"/>
                  <a:gd name="T3" fmla="*/ 1 h 11"/>
                  <a:gd name="T4" fmla="*/ 0 w 16"/>
                  <a:gd name="T5" fmla="*/ 4 h 11"/>
                  <a:gd name="T6" fmla="*/ 4 w 16"/>
                  <a:gd name="T7" fmla="*/ 9 h 11"/>
                  <a:gd name="T8" fmla="*/ 11 w 16"/>
                  <a:gd name="T9" fmla="*/ 11 h 11"/>
                  <a:gd name="T10" fmla="*/ 12 w 16"/>
                  <a:gd name="T11" fmla="*/ 11 h 11"/>
                  <a:gd name="T12" fmla="*/ 16 w 16"/>
                  <a:gd name="T13" fmla="*/ 8 h 11"/>
                  <a:gd name="T14" fmla="*/ 12 w 16"/>
                  <a:gd name="T15" fmla="*/ 2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1">
                    <a:moveTo>
                      <a:pt x="12" y="2"/>
                    </a:moveTo>
                    <a:cubicBezTo>
                      <a:pt x="10" y="2"/>
                      <a:pt x="8" y="1"/>
                      <a:pt x="6" y="1"/>
                    </a:cubicBezTo>
                    <a:cubicBezTo>
                      <a:pt x="3" y="0"/>
                      <a:pt x="1" y="2"/>
                      <a:pt x="0" y="4"/>
                    </a:cubicBezTo>
                    <a:cubicBezTo>
                      <a:pt x="0" y="6"/>
                      <a:pt x="1" y="9"/>
                      <a:pt x="4" y="9"/>
                    </a:cubicBezTo>
                    <a:cubicBezTo>
                      <a:pt x="6" y="10"/>
                      <a:pt x="8" y="11"/>
                      <a:pt x="11" y="11"/>
                    </a:cubicBezTo>
                    <a:cubicBezTo>
                      <a:pt x="11" y="11"/>
                      <a:pt x="11" y="11"/>
                      <a:pt x="12" y="11"/>
                    </a:cubicBezTo>
                    <a:cubicBezTo>
                      <a:pt x="14" y="11"/>
                      <a:pt x="16" y="10"/>
                      <a:pt x="16" y="8"/>
                    </a:cubicBezTo>
                    <a:cubicBezTo>
                      <a:pt x="16" y="5"/>
                      <a:pt x="15" y="3"/>
                      <a:pt x="12" y="2"/>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6" name="Freeform 173"/>
              <p:cNvSpPr/>
              <p:nvPr/>
            </p:nvSpPr>
            <p:spPr bwMode="auto">
              <a:xfrm>
                <a:off x="13350012" y="1653936"/>
                <a:ext cx="28575" cy="30163"/>
              </a:xfrm>
              <a:custGeom>
                <a:avLst/>
                <a:gdLst>
                  <a:gd name="T0" fmla="*/ 12 w 15"/>
                  <a:gd name="T1" fmla="*/ 2 h 16"/>
                  <a:gd name="T2" fmla="*/ 6 w 15"/>
                  <a:gd name="T3" fmla="*/ 3 h 16"/>
                  <a:gd name="T4" fmla="*/ 2 w 15"/>
                  <a:gd name="T5" fmla="*/ 8 h 16"/>
                  <a:gd name="T6" fmla="*/ 3 w 15"/>
                  <a:gd name="T7" fmla="*/ 15 h 16"/>
                  <a:gd name="T8" fmla="*/ 5 w 15"/>
                  <a:gd name="T9" fmla="*/ 16 h 16"/>
                  <a:gd name="T10" fmla="*/ 9 w 15"/>
                  <a:gd name="T11" fmla="*/ 14 h 16"/>
                  <a:gd name="T12" fmla="*/ 13 w 15"/>
                  <a:gd name="T13" fmla="*/ 8 h 16"/>
                  <a:gd name="T14" fmla="*/ 12 w 15"/>
                  <a:gd name="T15" fmla="*/ 2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6">
                    <a:moveTo>
                      <a:pt x="12" y="2"/>
                    </a:moveTo>
                    <a:cubicBezTo>
                      <a:pt x="10" y="0"/>
                      <a:pt x="8" y="1"/>
                      <a:pt x="6" y="3"/>
                    </a:cubicBezTo>
                    <a:cubicBezTo>
                      <a:pt x="5" y="4"/>
                      <a:pt x="3" y="6"/>
                      <a:pt x="2" y="8"/>
                    </a:cubicBezTo>
                    <a:cubicBezTo>
                      <a:pt x="0" y="11"/>
                      <a:pt x="1" y="13"/>
                      <a:pt x="3" y="15"/>
                    </a:cubicBezTo>
                    <a:cubicBezTo>
                      <a:pt x="4" y="15"/>
                      <a:pt x="4" y="16"/>
                      <a:pt x="5" y="16"/>
                    </a:cubicBezTo>
                    <a:cubicBezTo>
                      <a:pt x="7" y="16"/>
                      <a:pt x="8" y="15"/>
                      <a:pt x="9" y="14"/>
                    </a:cubicBezTo>
                    <a:cubicBezTo>
                      <a:pt x="10" y="12"/>
                      <a:pt x="12" y="10"/>
                      <a:pt x="13" y="8"/>
                    </a:cubicBezTo>
                    <a:cubicBezTo>
                      <a:pt x="15" y="6"/>
                      <a:pt x="14" y="3"/>
                      <a:pt x="12" y="2"/>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7" name="Freeform 174"/>
              <p:cNvSpPr/>
              <p:nvPr/>
            </p:nvSpPr>
            <p:spPr bwMode="auto">
              <a:xfrm>
                <a:off x="13472249" y="1566624"/>
                <a:ext cx="28575" cy="20638"/>
              </a:xfrm>
              <a:custGeom>
                <a:avLst/>
                <a:gdLst>
                  <a:gd name="T0" fmla="*/ 16 w 16"/>
                  <a:gd name="T1" fmla="*/ 4 h 12"/>
                  <a:gd name="T2" fmla="*/ 10 w 16"/>
                  <a:gd name="T3" fmla="*/ 1 h 12"/>
                  <a:gd name="T4" fmla="*/ 3 w 16"/>
                  <a:gd name="T5" fmla="*/ 4 h 12"/>
                  <a:gd name="T6" fmla="*/ 0 w 16"/>
                  <a:gd name="T7" fmla="*/ 10 h 12"/>
                  <a:gd name="T8" fmla="*/ 5 w 16"/>
                  <a:gd name="T9" fmla="*/ 12 h 12"/>
                  <a:gd name="T10" fmla="*/ 6 w 16"/>
                  <a:gd name="T11" fmla="*/ 12 h 12"/>
                  <a:gd name="T12" fmla="*/ 13 w 16"/>
                  <a:gd name="T13" fmla="*/ 10 h 12"/>
                  <a:gd name="T14" fmla="*/ 16 w 16"/>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2">
                    <a:moveTo>
                      <a:pt x="16" y="4"/>
                    </a:moveTo>
                    <a:cubicBezTo>
                      <a:pt x="15" y="2"/>
                      <a:pt x="12" y="0"/>
                      <a:pt x="10" y="1"/>
                    </a:cubicBezTo>
                    <a:cubicBezTo>
                      <a:pt x="8" y="2"/>
                      <a:pt x="5" y="3"/>
                      <a:pt x="3" y="4"/>
                    </a:cubicBezTo>
                    <a:cubicBezTo>
                      <a:pt x="1" y="5"/>
                      <a:pt x="0" y="7"/>
                      <a:pt x="0" y="10"/>
                    </a:cubicBezTo>
                    <a:cubicBezTo>
                      <a:pt x="1" y="11"/>
                      <a:pt x="3" y="12"/>
                      <a:pt x="5" y="12"/>
                    </a:cubicBezTo>
                    <a:cubicBezTo>
                      <a:pt x="5" y="12"/>
                      <a:pt x="6" y="12"/>
                      <a:pt x="6" y="12"/>
                    </a:cubicBezTo>
                    <a:cubicBezTo>
                      <a:pt x="8" y="11"/>
                      <a:pt x="11" y="10"/>
                      <a:pt x="13" y="10"/>
                    </a:cubicBezTo>
                    <a:cubicBezTo>
                      <a:pt x="15" y="9"/>
                      <a:pt x="16" y="6"/>
                      <a:pt x="16" y="4"/>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8" name="Freeform 175"/>
              <p:cNvSpPr/>
              <p:nvPr/>
            </p:nvSpPr>
            <p:spPr bwMode="auto">
              <a:xfrm>
                <a:off x="13370649" y="1985724"/>
                <a:ext cx="28575" cy="28575"/>
              </a:xfrm>
              <a:custGeom>
                <a:avLst/>
                <a:gdLst>
                  <a:gd name="T0" fmla="*/ 13 w 15"/>
                  <a:gd name="T1" fmla="*/ 7 h 15"/>
                  <a:gd name="T2" fmla="*/ 8 w 15"/>
                  <a:gd name="T3" fmla="*/ 2 h 15"/>
                  <a:gd name="T4" fmla="*/ 2 w 15"/>
                  <a:gd name="T5" fmla="*/ 2 h 15"/>
                  <a:gd name="T6" fmla="*/ 1 w 15"/>
                  <a:gd name="T7" fmla="*/ 8 h 15"/>
                  <a:gd name="T8" fmla="*/ 6 w 15"/>
                  <a:gd name="T9" fmla="*/ 13 h 15"/>
                  <a:gd name="T10" fmla="*/ 10 w 15"/>
                  <a:gd name="T11" fmla="*/ 15 h 15"/>
                  <a:gd name="T12" fmla="*/ 13 w 15"/>
                  <a:gd name="T13" fmla="*/ 13 h 15"/>
                  <a:gd name="T14" fmla="*/ 13 w 15"/>
                  <a:gd name="T15" fmla="*/ 7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5">
                    <a:moveTo>
                      <a:pt x="13" y="7"/>
                    </a:moveTo>
                    <a:cubicBezTo>
                      <a:pt x="11" y="5"/>
                      <a:pt x="10" y="4"/>
                      <a:pt x="8" y="2"/>
                    </a:cubicBezTo>
                    <a:cubicBezTo>
                      <a:pt x="6" y="0"/>
                      <a:pt x="4" y="0"/>
                      <a:pt x="2" y="2"/>
                    </a:cubicBezTo>
                    <a:cubicBezTo>
                      <a:pt x="0" y="3"/>
                      <a:pt x="0" y="6"/>
                      <a:pt x="1" y="8"/>
                    </a:cubicBezTo>
                    <a:cubicBezTo>
                      <a:pt x="3" y="10"/>
                      <a:pt x="5" y="12"/>
                      <a:pt x="6" y="13"/>
                    </a:cubicBezTo>
                    <a:cubicBezTo>
                      <a:pt x="7" y="14"/>
                      <a:pt x="9" y="15"/>
                      <a:pt x="10" y="15"/>
                    </a:cubicBezTo>
                    <a:cubicBezTo>
                      <a:pt x="11" y="15"/>
                      <a:pt x="12" y="14"/>
                      <a:pt x="13" y="13"/>
                    </a:cubicBezTo>
                    <a:cubicBezTo>
                      <a:pt x="15" y="12"/>
                      <a:pt x="15" y="9"/>
                      <a:pt x="13" y="7"/>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39" name="Freeform 176"/>
              <p:cNvSpPr>
                <a:spLocks noEditPoints="1"/>
              </p:cNvSpPr>
              <p:nvPr/>
            </p:nvSpPr>
            <p:spPr bwMode="auto">
              <a:xfrm>
                <a:off x="13400812" y="2007949"/>
                <a:ext cx="82550" cy="66675"/>
              </a:xfrm>
              <a:custGeom>
                <a:avLst/>
                <a:gdLst>
                  <a:gd name="T0" fmla="*/ 42 w 45"/>
                  <a:gd name="T1" fmla="*/ 25 h 36"/>
                  <a:gd name="T2" fmla="*/ 35 w 45"/>
                  <a:gd name="T3" fmla="*/ 23 h 36"/>
                  <a:gd name="T4" fmla="*/ 36 w 45"/>
                  <a:gd name="T5" fmla="*/ 18 h 36"/>
                  <a:gd name="T6" fmla="*/ 18 w 45"/>
                  <a:gd name="T7" fmla="*/ 0 h 36"/>
                  <a:gd name="T8" fmla="*/ 0 w 45"/>
                  <a:gd name="T9" fmla="*/ 18 h 36"/>
                  <a:gd name="T10" fmla="*/ 18 w 45"/>
                  <a:gd name="T11" fmla="*/ 36 h 36"/>
                  <a:gd name="T12" fmla="*/ 31 w 45"/>
                  <a:gd name="T13" fmla="*/ 30 h 36"/>
                  <a:gd name="T14" fmla="*/ 31 w 45"/>
                  <a:gd name="T15" fmla="*/ 31 h 36"/>
                  <a:gd name="T16" fmla="*/ 38 w 45"/>
                  <a:gd name="T17" fmla="*/ 34 h 36"/>
                  <a:gd name="T18" fmla="*/ 40 w 45"/>
                  <a:gd name="T19" fmla="*/ 34 h 36"/>
                  <a:gd name="T20" fmla="*/ 44 w 45"/>
                  <a:gd name="T21" fmla="*/ 31 h 36"/>
                  <a:gd name="T22" fmla="*/ 42 w 45"/>
                  <a:gd name="T23" fmla="*/ 25 h 36"/>
                  <a:gd name="T24" fmla="*/ 18 w 45"/>
                  <a:gd name="T25" fmla="*/ 27 h 36"/>
                  <a:gd name="T26" fmla="*/ 9 w 45"/>
                  <a:gd name="T27" fmla="*/ 18 h 36"/>
                  <a:gd name="T28" fmla="*/ 18 w 45"/>
                  <a:gd name="T29" fmla="*/ 9 h 36"/>
                  <a:gd name="T30" fmla="*/ 27 w 45"/>
                  <a:gd name="T31" fmla="*/ 18 h 36"/>
                  <a:gd name="T32" fmla="*/ 18 w 45"/>
                  <a:gd name="T33"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5" h="36">
                    <a:moveTo>
                      <a:pt x="42" y="25"/>
                    </a:moveTo>
                    <a:cubicBezTo>
                      <a:pt x="40" y="25"/>
                      <a:pt x="37" y="24"/>
                      <a:pt x="35" y="23"/>
                    </a:cubicBezTo>
                    <a:cubicBezTo>
                      <a:pt x="36" y="21"/>
                      <a:pt x="36" y="20"/>
                      <a:pt x="36" y="18"/>
                    </a:cubicBezTo>
                    <a:cubicBezTo>
                      <a:pt x="36" y="8"/>
                      <a:pt x="28" y="0"/>
                      <a:pt x="18" y="0"/>
                    </a:cubicBezTo>
                    <a:cubicBezTo>
                      <a:pt x="8" y="0"/>
                      <a:pt x="0" y="8"/>
                      <a:pt x="0" y="18"/>
                    </a:cubicBezTo>
                    <a:cubicBezTo>
                      <a:pt x="0" y="28"/>
                      <a:pt x="8" y="36"/>
                      <a:pt x="18" y="36"/>
                    </a:cubicBezTo>
                    <a:cubicBezTo>
                      <a:pt x="23" y="36"/>
                      <a:pt x="28" y="34"/>
                      <a:pt x="31" y="30"/>
                    </a:cubicBezTo>
                    <a:cubicBezTo>
                      <a:pt x="31" y="30"/>
                      <a:pt x="31" y="31"/>
                      <a:pt x="31" y="31"/>
                    </a:cubicBezTo>
                    <a:cubicBezTo>
                      <a:pt x="34" y="32"/>
                      <a:pt x="36" y="33"/>
                      <a:pt x="38" y="34"/>
                    </a:cubicBezTo>
                    <a:cubicBezTo>
                      <a:pt x="39" y="34"/>
                      <a:pt x="39" y="34"/>
                      <a:pt x="40" y="34"/>
                    </a:cubicBezTo>
                    <a:cubicBezTo>
                      <a:pt x="42" y="34"/>
                      <a:pt x="43" y="33"/>
                      <a:pt x="44" y="31"/>
                    </a:cubicBezTo>
                    <a:cubicBezTo>
                      <a:pt x="45" y="29"/>
                      <a:pt x="44" y="26"/>
                      <a:pt x="42" y="25"/>
                    </a:cubicBezTo>
                    <a:close/>
                    <a:moveTo>
                      <a:pt x="18" y="27"/>
                    </a:moveTo>
                    <a:cubicBezTo>
                      <a:pt x="13" y="27"/>
                      <a:pt x="9" y="23"/>
                      <a:pt x="9" y="18"/>
                    </a:cubicBezTo>
                    <a:cubicBezTo>
                      <a:pt x="9" y="13"/>
                      <a:pt x="13" y="9"/>
                      <a:pt x="18" y="9"/>
                    </a:cubicBezTo>
                    <a:cubicBezTo>
                      <a:pt x="23" y="9"/>
                      <a:pt x="27" y="13"/>
                      <a:pt x="27" y="18"/>
                    </a:cubicBezTo>
                    <a:cubicBezTo>
                      <a:pt x="27" y="23"/>
                      <a:pt x="23" y="27"/>
                      <a:pt x="18" y="27"/>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40" name="Freeform 177"/>
              <p:cNvSpPr/>
              <p:nvPr/>
            </p:nvSpPr>
            <p:spPr bwMode="auto">
              <a:xfrm>
                <a:off x="13384937" y="1617424"/>
                <a:ext cx="28575" cy="25400"/>
              </a:xfrm>
              <a:custGeom>
                <a:avLst/>
                <a:gdLst>
                  <a:gd name="T0" fmla="*/ 13 w 15"/>
                  <a:gd name="T1" fmla="*/ 2 h 14"/>
                  <a:gd name="T2" fmla="*/ 7 w 15"/>
                  <a:gd name="T3" fmla="*/ 2 h 14"/>
                  <a:gd name="T4" fmla="*/ 1 w 15"/>
                  <a:gd name="T5" fmla="*/ 7 h 14"/>
                  <a:gd name="T6" fmla="*/ 1 w 15"/>
                  <a:gd name="T7" fmla="*/ 13 h 14"/>
                  <a:gd name="T8" fmla="*/ 5 w 15"/>
                  <a:gd name="T9" fmla="*/ 14 h 14"/>
                  <a:gd name="T10" fmla="*/ 8 w 15"/>
                  <a:gd name="T11" fmla="*/ 13 h 14"/>
                  <a:gd name="T12" fmla="*/ 13 w 15"/>
                  <a:gd name="T13" fmla="*/ 8 h 14"/>
                  <a:gd name="T14" fmla="*/ 13 w 15"/>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4">
                    <a:moveTo>
                      <a:pt x="13" y="2"/>
                    </a:moveTo>
                    <a:cubicBezTo>
                      <a:pt x="12" y="0"/>
                      <a:pt x="9" y="0"/>
                      <a:pt x="7" y="2"/>
                    </a:cubicBezTo>
                    <a:cubicBezTo>
                      <a:pt x="5" y="3"/>
                      <a:pt x="3" y="5"/>
                      <a:pt x="1" y="7"/>
                    </a:cubicBezTo>
                    <a:cubicBezTo>
                      <a:pt x="0" y="8"/>
                      <a:pt x="0" y="11"/>
                      <a:pt x="1" y="13"/>
                    </a:cubicBezTo>
                    <a:cubicBezTo>
                      <a:pt x="2" y="14"/>
                      <a:pt x="3" y="14"/>
                      <a:pt x="5" y="14"/>
                    </a:cubicBezTo>
                    <a:cubicBezTo>
                      <a:pt x="6" y="14"/>
                      <a:pt x="7" y="14"/>
                      <a:pt x="8" y="13"/>
                    </a:cubicBezTo>
                    <a:cubicBezTo>
                      <a:pt x="9" y="11"/>
                      <a:pt x="11" y="10"/>
                      <a:pt x="13" y="8"/>
                    </a:cubicBezTo>
                    <a:cubicBezTo>
                      <a:pt x="15" y="7"/>
                      <a:pt x="15" y="4"/>
                      <a:pt x="13" y="2"/>
                    </a:cubicBezTo>
                    <a:close/>
                  </a:path>
                </a:pathLst>
              </a:custGeom>
              <a:grpFill/>
              <a:ln w="9525">
                <a:noFill/>
                <a:round/>
              </a:ln>
            </p:spPr>
            <p:txBody>
              <a:bodyPr vert="horz" wrap="square" lIns="91440" tIns="45720" rIns="91440" bIns="45720" numCol="1" anchor="t" anchorCtr="0" compatLnSpc="1"/>
              <a:lstStyle/>
              <a:p>
                <a:endParaRPr lang="zh-CN" altLang="en-US"/>
              </a:p>
            </p:txBody>
          </p:sp>
          <p:sp>
            <p:nvSpPr>
              <p:cNvPr id="41" name="Freeform 178"/>
              <p:cNvSpPr>
                <a:spLocks noEditPoints="1"/>
              </p:cNvSpPr>
              <p:nvPr/>
            </p:nvSpPr>
            <p:spPr bwMode="auto">
              <a:xfrm>
                <a:off x="13521462" y="1528524"/>
                <a:ext cx="344488" cy="561975"/>
              </a:xfrm>
              <a:custGeom>
                <a:avLst/>
                <a:gdLst>
                  <a:gd name="T0" fmla="*/ 173 w 188"/>
                  <a:gd name="T1" fmla="*/ 142 h 306"/>
                  <a:gd name="T2" fmla="*/ 132 w 188"/>
                  <a:gd name="T3" fmla="*/ 57 h 306"/>
                  <a:gd name="T4" fmla="*/ 46 w 188"/>
                  <a:gd name="T5" fmla="*/ 15 h 306"/>
                  <a:gd name="T6" fmla="*/ 28 w 188"/>
                  <a:gd name="T7" fmla="*/ 0 h 306"/>
                  <a:gd name="T8" fmla="*/ 11 w 188"/>
                  <a:gd name="T9" fmla="*/ 15 h 306"/>
                  <a:gd name="T10" fmla="*/ 4 w 188"/>
                  <a:gd name="T11" fmla="*/ 16 h 306"/>
                  <a:gd name="T12" fmla="*/ 0 w 188"/>
                  <a:gd name="T13" fmla="*/ 21 h 306"/>
                  <a:gd name="T14" fmla="*/ 5 w 188"/>
                  <a:gd name="T15" fmla="*/ 25 h 306"/>
                  <a:gd name="T16" fmla="*/ 5 w 188"/>
                  <a:gd name="T17" fmla="*/ 25 h 306"/>
                  <a:gd name="T18" fmla="*/ 12 w 188"/>
                  <a:gd name="T19" fmla="*/ 24 h 306"/>
                  <a:gd name="T20" fmla="*/ 28 w 188"/>
                  <a:gd name="T21" fmla="*/ 36 h 306"/>
                  <a:gd name="T22" fmla="*/ 45 w 188"/>
                  <a:gd name="T23" fmla="*/ 24 h 306"/>
                  <a:gd name="T24" fmla="*/ 125 w 188"/>
                  <a:gd name="T25" fmla="*/ 63 h 306"/>
                  <a:gd name="T26" fmla="*/ 164 w 188"/>
                  <a:gd name="T27" fmla="*/ 143 h 306"/>
                  <a:gd name="T28" fmla="*/ 152 w 188"/>
                  <a:gd name="T29" fmla="*/ 160 h 306"/>
                  <a:gd name="T30" fmla="*/ 164 w 188"/>
                  <a:gd name="T31" fmla="*/ 177 h 306"/>
                  <a:gd name="T32" fmla="*/ 125 w 188"/>
                  <a:gd name="T33" fmla="*/ 257 h 306"/>
                  <a:gd name="T34" fmla="*/ 28 w 188"/>
                  <a:gd name="T35" fmla="*/ 297 h 306"/>
                  <a:gd name="T36" fmla="*/ 22 w 188"/>
                  <a:gd name="T37" fmla="*/ 297 h 306"/>
                  <a:gd name="T38" fmla="*/ 17 w 188"/>
                  <a:gd name="T39" fmla="*/ 301 h 306"/>
                  <a:gd name="T40" fmla="*/ 21 w 188"/>
                  <a:gd name="T41" fmla="*/ 306 h 306"/>
                  <a:gd name="T42" fmla="*/ 28 w 188"/>
                  <a:gd name="T43" fmla="*/ 306 h 306"/>
                  <a:gd name="T44" fmla="*/ 132 w 188"/>
                  <a:gd name="T45" fmla="*/ 263 h 306"/>
                  <a:gd name="T46" fmla="*/ 173 w 188"/>
                  <a:gd name="T47" fmla="*/ 177 h 306"/>
                  <a:gd name="T48" fmla="*/ 188 w 188"/>
                  <a:gd name="T49" fmla="*/ 160 h 306"/>
                  <a:gd name="T50" fmla="*/ 173 w 188"/>
                  <a:gd name="T51" fmla="*/ 142 h 306"/>
                  <a:gd name="T52" fmla="*/ 28 w 188"/>
                  <a:gd name="T53" fmla="*/ 27 h 306"/>
                  <a:gd name="T54" fmla="*/ 20 w 188"/>
                  <a:gd name="T55" fmla="*/ 18 h 306"/>
                  <a:gd name="T56" fmla="*/ 28 w 188"/>
                  <a:gd name="T57" fmla="*/ 9 h 306"/>
                  <a:gd name="T58" fmla="*/ 37 w 188"/>
                  <a:gd name="T59" fmla="*/ 18 h 306"/>
                  <a:gd name="T60" fmla="*/ 28 w 188"/>
                  <a:gd name="T61" fmla="*/ 27 h 306"/>
                  <a:gd name="T62" fmla="*/ 170 w 188"/>
                  <a:gd name="T63" fmla="*/ 169 h 306"/>
                  <a:gd name="T64" fmla="*/ 161 w 188"/>
                  <a:gd name="T65" fmla="*/ 160 h 306"/>
                  <a:gd name="T66" fmla="*/ 170 w 188"/>
                  <a:gd name="T67" fmla="*/ 151 h 306"/>
                  <a:gd name="T68" fmla="*/ 179 w 188"/>
                  <a:gd name="T69" fmla="*/ 160 h 306"/>
                  <a:gd name="T70" fmla="*/ 170 w 188"/>
                  <a:gd name="T71" fmla="*/ 169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306">
                    <a:moveTo>
                      <a:pt x="173" y="142"/>
                    </a:moveTo>
                    <a:cubicBezTo>
                      <a:pt x="170" y="110"/>
                      <a:pt x="155" y="80"/>
                      <a:pt x="132" y="57"/>
                    </a:cubicBezTo>
                    <a:cubicBezTo>
                      <a:pt x="108" y="33"/>
                      <a:pt x="78" y="19"/>
                      <a:pt x="46" y="15"/>
                    </a:cubicBezTo>
                    <a:cubicBezTo>
                      <a:pt x="44" y="7"/>
                      <a:pt x="37" y="0"/>
                      <a:pt x="28" y="0"/>
                    </a:cubicBezTo>
                    <a:cubicBezTo>
                      <a:pt x="20" y="0"/>
                      <a:pt x="12" y="7"/>
                      <a:pt x="11" y="15"/>
                    </a:cubicBezTo>
                    <a:cubicBezTo>
                      <a:pt x="9" y="15"/>
                      <a:pt x="6" y="16"/>
                      <a:pt x="4" y="16"/>
                    </a:cubicBezTo>
                    <a:cubicBezTo>
                      <a:pt x="1" y="16"/>
                      <a:pt x="0" y="19"/>
                      <a:pt x="0" y="21"/>
                    </a:cubicBezTo>
                    <a:cubicBezTo>
                      <a:pt x="1" y="23"/>
                      <a:pt x="2" y="25"/>
                      <a:pt x="5" y="25"/>
                    </a:cubicBezTo>
                    <a:cubicBezTo>
                      <a:pt x="5" y="25"/>
                      <a:pt x="5" y="25"/>
                      <a:pt x="5" y="25"/>
                    </a:cubicBezTo>
                    <a:cubicBezTo>
                      <a:pt x="7" y="25"/>
                      <a:pt x="9" y="24"/>
                      <a:pt x="12" y="24"/>
                    </a:cubicBezTo>
                    <a:cubicBezTo>
                      <a:pt x="14" y="31"/>
                      <a:pt x="21" y="36"/>
                      <a:pt x="28" y="36"/>
                    </a:cubicBezTo>
                    <a:cubicBezTo>
                      <a:pt x="36" y="36"/>
                      <a:pt x="43" y="31"/>
                      <a:pt x="45" y="24"/>
                    </a:cubicBezTo>
                    <a:cubicBezTo>
                      <a:pt x="76" y="28"/>
                      <a:pt x="103" y="41"/>
                      <a:pt x="125" y="63"/>
                    </a:cubicBezTo>
                    <a:cubicBezTo>
                      <a:pt x="147" y="85"/>
                      <a:pt x="161" y="113"/>
                      <a:pt x="164" y="143"/>
                    </a:cubicBezTo>
                    <a:cubicBezTo>
                      <a:pt x="157" y="145"/>
                      <a:pt x="152" y="152"/>
                      <a:pt x="152" y="160"/>
                    </a:cubicBezTo>
                    <a:cubicBezTo>
                      <a:pt x="152" y="168"/>
                      <a:pt x="157" y="175"/>
                      <a:pt x="164" y="177"/>
                    </a:cubicBezTo>
                    <a:cubicBezTo>
                      <a:pt x="161" y="207"/>
                      <a:pt x="147" y="235"/>
                      <a:pt x="125" y="257"/>
                    </a:cubicBezTo>
                    <a:cubicBezTo>
                      <a:pt x="99" y="283"/>
                      <a:pt x="65" y="297"/>
                      <a:pt x="28" y="297"/>
                    </a:cubicBezTo>
                    <a:cubicBezTo>
                      <a:pt x="26" y="297"/>
                      <a:pt x="24" y="297"/>
                      <a:pt x="22" y="297"/>
                    </a:cubicBezTo>
                    <a:cubicBezTo>
                      <a:pt x="19" y="297"/>
                      <a:pt x="17" y="299"/>
                      <a:pt x="17" y="301"/>
                    </a:cubicBezTo>
                    <a:cubicBezTo>
                      <a:pt x="17" y="304"/>
                      <a:pt x="19" y="306"/>
                      <a:pt x="21" y="306"/>
                    </a:cubicBezTo>
                    <a:cubicBezTo>
                      <a:pt x="24" y="306"/>
                      <a:pt x="26" y="306"/>
                      <a:pt x="28" y="306"/>
                    </a:cubicBezTo>
                    <a:cubicBezTo>
                      <a:pt x="67" y="306"/>
                      <a:pt x="104" y="291"/>
                      <a:pt x="132" y="263"/>
                    </a:cubicBezTo>
                    <a:cubicBezTo>
                      <a:pt x="155" y="240"/>
                      <a:pt x="170" y="210"/>
                      <a:pt x="173" y="177"/>
                    </a:cubicBezTo>
                    <a:cubicBezTo>
                      <a:pt x="182" y="176"/>
                      <a:pt x="188" y="169"/>
                      <a:pt x="188" y="160"/>
                    </a:cubicBezTo>
                    <a:cubicBezTo>
                      <a:pt x="188" y="151"/>
                      <a:pt x="182" y="144"/>
                      <a:pt x="173" y="142"/>
                    </a:cubicBezTo>
                    <a:close/>
                    <a:moveTo>
                      <a:pt x="28" y="27"/>
                    </a:moveTo>
                    <a:cubicBezTo>
                      <a:pt x="24" y="27"/>
                      <a:pt x="20" y="23"/>
                      <a:pt x="20" y="18"/>
                    </a:cubicBezTo>
                    <a:cubicBezTo>
                      <a:pt x="20" y="13"/>
                      <a:pt x="24" y="9"/>
                      <a:pt x="28" y="9"/>
                    </a:cubicBezTo>
                    <a:cubicBezTo>
                      <a:pt x="33" y="9"/>
                      <a:pt x="37" y="13"/>
                      <a:pt x="37" y="18"/>
                    </a:cubicBezTo>
                    <a:cubicBezTo>
                      <a:pt x="37" y="23"/>
                      <a:pt x="33" y="27"/>
                      <a:pt x="28" y="27"/>
                    </a:cubicBezTo>
                    <a:close/>
                    <a:moveTo>
                      <a:pt x="170" y="169"/>
                    </a:moveTo>
                    <a:cubicBezTo>
                      <a:pt x="165" y="169"/>
                      <a:pt x="161" y="165"/>
                      <a:pt x="161" y="160"/>
                    </a:cubicBezTo>
                    <a:cubicBezTo>
                      <a:pt x="161" y="155"/>
                      <a:pt x="165" y="151"/>
                      <a:pt x="170" y="151"/>
                    </a:cubicBezTo>
                    <a:cubicBezTo>
                      <a:pt x="175" y="151"/>
                      <a:pt x="179" y="155"/>
                      <a:pt x="179" y="160"/>
                    </a:cubicBezTo>
                    <a:cubicBezTo>
                      <a:pt x="179" y="165"/>
                      <a:pt x="175" y="169"/>
                      <a:pt x="170" y="169"/>
                    </a:cubicBezTo>
                    <a:close/>
                  </a:path>
                </a:pathLst>
              </a:custGeom>
              <a:grpFill/>
              <a:ln w="9525">
                <a:noFill/>
                <a:round/>
              </a:ln>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1876639" y="5351477"/>
              <a:ext cx="707879" cy="683563"/>
              <a:chOff x="8539163" y="1079500"/>
              <a:chExt cx="850899" cy="838200"/>
            </a:xfrm>
            <a:solidFill>
              <a:schemeClr val="accent3">
                <a:lumMod val="75000"/>
              </a:schemeClr>
            </a:solidFill>
          </p:grpSpPr>
          <p:sp>
            <p:nvSpPr>
              <p:cNvPr id="23" name="Freeform 33"/>
              <p:cNvSpPr/>
              <p:nvPr/>
            </p:nvSpPr>
            <p:spPr bwMode="auto">
              <a:xfrm>
                <a:off x="9293225" y="1339850"/>
                <a:ext cx="96837" cy="66675"/>
              </a:xfrm>
              <a:custGeom>
                <a:avLst/>
                <a:gdLst>
                  <a:gd name="T0" fmla="*/ 31 w 52"/>
                  <a:gd name="T1" fmla="*/ 36 h 36"/>
                  <a:gd name="T2" fmla="*/ 29 w 52"/>
                  <a:gd name="T3" fmla="*/ 36 h 36"/>
                  <a:gd name="T4" fmla="*/ 2 w 52"/>
                  <a:gd name="T5" fmla="*/ 17 h 36"/>
                  <a:gd name="T6" fmla="*/ 1 w 52"/>
                  <a:gd name="T7" fmla="*/ 12 h 36"/>
                  <a:gd name="T8" fmla="*/ 6 w 52"/>
                  <a:gd name="T9" fmla="*/ 11 h 36"/>
                  <a:gd name="T10" fmla="*/ 30 w 52"/>
                  <a:gd name="T11" fmla="*/ 27 h 36"/>
                  <a:gd name="T12" fmla="*/ 44 w 52"/>
                  <a:gd name="T13" fmla="*/ 2 h 36"/>
                  <a:gd name="T14" fmla="*/ 49 w 52"/>
                  <a:gd name="T15" fmla="*/ 1 h 36"/>
                  <a:gd name="T16" fmla="*/ 51 w 52"/>
                  <a:gd name="T17" fmla="*/ 6 h 36"/>
                  <a:gd name="T18" fmla="*/ 34 w 52"/>
                  <a:gd name="T19" fmla="*/ 35 h 36"/>
                  <a:gd name="T20" fmla="*/ 32 w 52"/>
                  <a:gd name="T21" fmla="*/ 36 h 36"/>
                  <a:gd name="T22" fmla="*/ 31 w 5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36">
                    <a:moveTo>
                      <a:pt x="31" y="36"/>
                    </a:moveTo>
                    <a:cubicBezTo>
                      <a:pt x="30" y="36"/>
                      <a:pt x="29" y="36"/>
                      <a:pt x="29" y="36"/>
                    </a:cubicBezTo>
                    <a:cubicBezTo>
                      <a:pt x="2" y="17"/>
                      <a:pt x="2" y="17"/>
                      <a:pt x="2" y="17"/>
                    </a:cubicBezTo>
                    <a:cubicBezTo>
                      <a:pt x="0" y="16"/>
                      <a:pt x="0" y="14"/>
                      <a:pt x="1" y="12"/>
                    </a:cubicBezTo>
                    <a:cubicBezTo>
                      <a:pt x="2" y="10"/>
                      <a:pt x="4" y="10"/>
                      <a:pt x="6" y="11"/>
                    </a:cubicBezTo>
                    <a:cubicBezTo>
                      <a:pt x="30" y="27"/>
                      <a:pt x="30" y="27"/>
                      <a:pt x="30" y="27"/>
                    </a:cubicBezTo>
                    <a:cubicBezTo>
                      <a:pt x="44" y="2"/>
                      <a:pt x="44" y="2"/>
                      <a:pt x="44" y="2"/>
                    </a:cubicBezTo>
                    <a:cubicBezTo>
                      <a:pt x="45" y="1"/>
                      <a:pt x="47" y="0"/>
                      <a:pt x="49" y="1"/>
                    </a:cubicBezTo>
                    <a:cubicBezTo>
                      <a:pt x="51" y="2"/>
                      <a:pt x="52" y="4"/>
                      <a:pt x="51" y="6"/>
                    </a:cubicBezTo>
                    <a:cubicBezTo>
                      <a:pt x="34" y="35"/>
                      <a:pt x="34" y="35"/>
                      <a:pt x="34" y="35"/>
                    </a:cubicBezTo>
                    <a:cubicBezTo>
                      <a:pt x="34" y="35"/>
                      <a:pt x="33" y="36"/>
                      <a:pt x="32" y="36"/>
                    </a:cubicBezTo>
                    <a:lnTo>
                      <a:pt x="31"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34"/>
              <p:cNvSpPr/>
              <p:nvPr/>
            </p:nvSpPr>
            <p:spPr bwMode="auto">
              <a:xfrm>
                <a:off x="8539163" y="1592263"/>
                <a:ext cx="96837" cy="66675"/>
              </a:xfrm>
              <a:custGeom>
                <a:avLst/>
                <a:gdLst>
                  <a:gd name="T0" fmla="*/ 5 w 53"/>
                  <a:gd name="T1" fmla="*/ 37 h 37"/>
                  <a:gd name="T2" fmla="*/ 3 w 53"/>
                  <a:gd name="T3" fmla="*/ 36 h 37"/>
                  <a:gd name="T4" fmla="*/ 1 w 53"/>
                  <a:gd name="T5" fmla="*/ 31 h 37"/>
                  <a:gd name="T6" fmla="*/ 18 w 53"/>
                  <a:gd name="T7" fmla="*/ 2 h 37"/>
                  <a:gd name="T8" fmla="*/ 20 w 53"/>
                  <a:gd name="T9" fmla="*/ 1 h 37"/>
                  <a:gd name="T10" fmla="*/ 23 w 53"/>
                  <a:gd name="T11" fmla="*/ 1 h 37"/>
                  <a:gd name="T12" fmla="*/ 50 w 53"/>
                  <a:gd name="T13" fmla="*/ 20 h 37"/>
                  <a:gd name="T14" fmla="*/ 51 w 53"/>
                  <a:gd name="T15" fmla="*/ 25 h 37"/>
                  <a:gd name="T16" fmla="*/ 46 w 53"/>
                  <a:gd name="T17" fmla="*/ 26 h 37"/>
                  <a:gd name="T18" fmla="*/ 22 w 53"/>
                  <a:gd name="T19" fmla="*/ 10 h 37"/>
                  <a:gd name="T20" fmla="*/ 8 w 53"/>
                  <a:gd name="T21" fmla="*/ 35 h 37"/>
                  <a:gd name="T22" fmla="*/ 5 w 53"/>
                  <a:gd name="T2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37">
                    <a:moveTo>
                      <a:pt x="5" y="37"/>
                    </a:moveTo>
                    <a:cubicBezTo>
                      <a:pt x="4" y="37"/>
                      <a:pt x="3" y="36"/>
                      <a:pt x="3" y="36"/>
                    </a:cubicBezTo>
                    <a:cubicBezTo>
                      <a:pt x="1" y="35"/>
                      <a:pt x="0" y="33"/>
                      <a:pt x="1" y="31"/>
                    </a:cubicBezTo>
                    <a:cubicBezTo>
                      <a:pt x="18" y="2"/>
                      <a:pt x="18" y="2"/>
                      <a:pt x="18" y="2"/>
                    </a:cubicBezTo>
                    <a:cubicBezTo>
                      <a:pt x="18" y="1"/>
                      <a:pt x="19" y="1"/>
                      <a:pt x="20" y="1"/>
                    </a:cubicBezTo>
                    <a:cubicBezTo>
                      <a:pt x="21" y="0"/>
                      <a:pt x="22" y="1"/>
                      <a:pt x="23" y="1"/>
                    </a:cubicBezTo>
                    <a:cubicBezTo>
                      <a:pt x="50" y="20"/>
                      <a:pt x="50" y="20"/>
                      <a:pt x="50" y="20"/>
                    </a:cubicBezTo>
                    <a:cubicBezTo>
                      <a:pt x="52" y="21"/>
                      <a:pt x="53" y="23"/>
                      <a:pt x="51" y="25"/>
                    </a:cubicBezTo>
                    <a:cubicBezTo>
                      <a:pt x="50" y="27"/>
                      <a:pt x="48" y="27"/>
                      <a:pt x="46" y="26"/>
                    </a:cubicBezTo>
                    <a:cubicBezTo>
                      <a:pt x="22" y="10"/>
                      <a:pt x="22" y="10"/>
                      <a:pt x="22" y="10"/>
                    </a:cubicBezTo>
                    <a:cubicBezTo>
                      <a:pt x="8" y="35"/>
                      <a:pt x="8" y="35"/>
                      <a:pt x="8" y="35"/>
                    </a:cubicBezTo>
                    <a:cubicBezTo>
                      <a:pt x="7" y="36"/>
                      <a:pt x="6" y="37"/>
                      <a:pt x="5"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37"/>
              <p:cNvSpPr/>
              <p:nvPr/>
            </p:nvSpPr>
            <p:spPr bwMode="auto">
              <a:xfrm>
                <a:off x="8561388" y="1079500"/>
                <a:ext cx="796925" cy="327025"/>
              </a:xfrm>
              <a:custGeom>
                <a:avLst/>
                <a:gdLst>
                  <a:gd name="T0" fmla="*/ 431 w 435"/>
                  <a:gd name="T1" fmla="*/ 178 h 178"/>
                  <a:gd name="T2" fmla="*/ 427 w 435"/>
                  <a:gd name="T3" fmla="*/ 175 h 178"/>
                  <a:gd name="T4" fmla="*/ 217 w 435"/>
                  <a:gd name="T5" fmla="*/ 8 h 178"/>
                  <a:gd name="T6" fmla="*/ 8 w 435"/>
                  <a:gd name="T7" fmla="*/ 169 h 178"/>
                  <a:gd name="T8" fmla="*/ 3 w 435"/>
                  <a:gd name="T9" fmla="*/ 171 h 178"/>
                  <a:gd name="T10" fmla="*/ 0 w 435"/>
                  <a:gd name="T11" fmla="*/ 167 h 178"/>
                  <a:gd name="T12" fmla="*/ 217 w 435"/>
                  <a:gd name="T13" fmla="*/ 0 h 178"/>
                  <a:gd name="T14" fmla="*/ 435 w 435"/>
                  <a:gd name="T15" fmla="*/ 174 h 178"/>
                  <a:gd name="T16" fmla="*/ 432 w 435"/>
                  <a:gd name="T17" fmla="*/ 178 h 178"/>
                  <a:gd name="T18" fmla="*/ 431 w 435"/>
                  <a:gd name="T19"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178">
                    <a:moveTo>
                      <a:pt x="431" y="178"/>
                    </a:moveTo>
                    <a:cubicBezTo>
                      <a:pt x="429" y="178"/>
                      <a:pt x="428" y="177"/>
                      <a:pt x="427" y="175"/>
                    </a:cubicBezTo>
                    <a:cubicBezTo>
                      <a:pt x="405" y="77"/>
                      <a:pt x="318" y="8"/>
                      <a:pt x="217" y="8"/>
                    </a:cubicBezTo>
                    <a:cubicBezTo>
                      <a:pt x="120" y="8"/>
                      <a:pt x="34" y="74"/>
                      <a:pt x="8" y="169"/>
                    </a:cubicBezTo>
                    <a:cubicBezTo>
                      <a:pt x="7" y="171"/>
                      <a:pt x="5" y="172"/>
                      <a:pt x="3" y="171"/>
                    </a:cubicBezTo>
                    <a:cubicBezTo>
                      <a:pt x="1" y="171"/>
                      <a:pt x="0" y="169"/>
                      <a:pt x="0" y="167"/>
                    </a:cubicBezTo>
                    <a:cubicBezTo>
                      <a:pt x="27" y="69"/>
                      <a:pt x="116" y="0"/>
                      <a:pt x="217" y="0"/>
                    </a:cubicBezTo>
                    <a:cubicBezTo>
                      <a:pt x="322" y="0"/>
                      <a:pt x="412" y="72"/>
                      <a:pt x="435" y="174"/>
                    </a:cubicBezTo>
                    <a:cubicBezTo>
                      <a:pt x="435" y="176"/>
                      <a:pt x="434" y="178"/>
                      <a:pt x="432" y="178"/>
                    </a:cubicBezTo>
                    <a:lnTo>
                      <a:pt x="431" y="17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38"/>
              <p:cNvSpPr/>
              <p:nvPr/>
            </p:nvSpPr>
            <p:spPr bwMode="auto">
              <a:xfrm>
                <a:off x="8569325" y="1577975"/>
                <a:ext cx="804862" cy="339725"/>
              </a:xfrm>
              <a:custGeom>
                <a:avLst/>
                <a:gdLst>
                  <a:gd name="T0" fmla="*/ 219 w 439"/>
                  <a:gd name="T1" fmla="*/ 185 h 185"/>
                  <a:gd name="T2" fmla="*/ 0 w 439"/>
                  <a:gd name="T3" fmla="*/ 12 h 185"/>
                  <a:gd name="T4" fmla="*/ 3 w 439"/>
                  <a:gd name="T5" fmla="*/ 8 h 185"/>
                  <a:gd name="T6" fmla="*/ 8 w 439"/>
                  <a:gd name="T7" fmla="*/ 11 h 185"/>
                  <a:gd name="T8" fmla="*/ 219 w 439"/>
                  <a:gd name="T9" fmla="*/ 177 h 185"/>
                  <a:gd name="T10" fmla="*/ 431 w 439"/>
                  <a:gd name="T11" fmla="*/ 3 h 185"/>
                  <a:gd name="T12" fmla="*/ 435 w 439"/>
                  <a:gd name="T13" fmla="*/ 0 h 185"/>
                  <a:gd name="T14" fmla="*/ 438 w 439"/>
                  <a:gd name="T15" fmla="*/ 5 h 185"/>
                  <a:gd name="T16" fmla="*/ 219 w 439"/>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85">
                    <a:moveTo>
                      <a:pt x="219" y="185"/>
                    </a:moveTo>
                    <a:cubicBezTo>
                      <a:pt x="113" y="185"/>
                      <a:pt x="23" y="114"/>
                      <a:pt x="0" y="12"/>
                    </a:cubicBezTo>
                    <a:cubicBezTo>
                      <a:pt x="0" y="10"/>
                      <a:pt x="1" y="8"/>
                      <a:pt x="3" y="8"/>
                    </a:cubicBezTo>
                    <a:cubicBezTo>
                      <a:pt x="5" y="7"/>
                      <a:pt x="7" y="8"/>
                      <a:pt x="8" y="11"/>
                    </a:cubicBezTo>
                    <a:cubicBezTo>
                      <a:pt x="30" y="109"/>
                      <a:pt x="117" y="177"/>
                      <a:pt x="219" y="177"/>
                    </a:cubicBezTo>
                    <a:cubicBezTo>
                      <a:pt x="321" y="177"/>
                      <a:pt x="410" y="104"/>
                      <a:pt x="431" y="3"/>
                    </a:cubicBezTo>
                    <a:cubicBezTo>
                      <a:pt x="431" y="1"/>
                      <a:pt x="433" y="0"/>
                      <a:pt x="435" y="0"/>
                    </a:cubicBezTo>
                    <a:cubicBezTo>
                      <a:pt x="438" y="1"/>
                      <a:pt x="439" y="3"/>
                      <a:pt x="438" y="5"/>
                    </a:cubicBezTo>
                    <a:cubicBezTo>
                      <a:pt x="417" y="109"/>
                      <a:pt x="324" y="185"/>
                      <a:pt x="219"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2" name="组合 41"/>
          <p:cNvGrpSpPr/>
          <p:nvPr/>
        </p:nvGrpSpPr>
        <p:grpSpPr>
          <a:xfrm>
            <a:off x="6075387" y="1781374"/>
            <a:ext cx="609604" cy="597582"/>
            <a:chOff x="3150322" y="5385020"/>
            <a:chExt cx="630228" cy="617799"/>
          </a:xfrm>
        </p:grpSpPr>
        <p:sp>
          <p:nvSpPr>
            <p:cNvPr id="43" name="Freeform 194"/>
            <p:cNvSpPr>
              <a:spLocks noChangeAspect="1" noEditPoints="1"/>
            </p:cNvSpPr>
            <p:nvPr/>
          </p:nvSpPr>
          <p:spPr bwMode="auto">
            <a:xfrm>
              <a:off x="3282668" y="5507732"/>
              <a:ext cx="388542" cy="377217"/>
            </a:xfrm>
            <a:custGeom>
              <a:avLst/>
              <a:gdLst>
                <a:gd name="T0" fmla="*/ 55 w 270"/>
                <a:gd name="T1" fmla="*/ 239 h 267"/>
                <a:gd name="T2" fmla="*/ 59 w 270"/>
                <a:gd name="T3" fmla="*/ 228 h 267"/>
                <a:gd name="T4" fmla="*/ 89 w 270"/>
                <a:gd name="T5" fmla="*/ 185 h 267"/>
                <a:gd name="T6" fmla="*/ 100 w 270"/>
                <a:gd name="T7" fmla="*/ 220 h 267"/>
                <a:gd name="T8" fmla="*/ 101 w 270"/>
                <a:gd name="T9" fmla="*/ 186 h 267"/>
                <a:gd name="T10" fmla="*/ 130 w 270"/>
                <a:gd name="T11" fmla="*/ 187 h 267"/>
                <a:gd name="T12" fmla="*/ 130 w 270"/>
                <a:gd name="T13" fmla="*/ 175 h 267"/>
                <a:gd name="T14" fmla="*/ 99 w 270"/>
                <a:gd name="T15" fmla="*/ 135 h 267"/>
                <a:gd name="T16" fmla="*/ 135 w 270"/>
                <a:gd name="T17" fmla="*/ 104 h 267"/>
                <a:gd name="T18" fmla="*/ 171 w 270"/>
                <a:gd name="T19" fmla="*/ 129 h 267"/>
                <a:gd name="T20" fmla="*/ 177 w 270"/>
                <a:gd name="T21" fmla="*/ 135 h 267"/>
                <a:gd name="T22" fmla="*/ 181 w 270"/>
                <a:gd name="T23" fmla="*/ 102 h 267"/>
                <a:gd name="T24" fmla="*/ 225 w 270"/>
                <a:gd name="T25" fmla="*/ 90 h 267"/>
                <a:gd name="T26" fmla="*/ 181 w 270"/>
                <a:gd name="T27" fmla="*/ 90 h 267"/>
                <a:gd name="T28" fmla="*/ 229 w 270"/>
                <a:gd name="T29" fmla="*/ 61 h 267"/>
                <a:gd name="T30" fmla="*/ 238 w 270"/>
                <a:gd name="T31" fmla="*/ 54 h 267"/>
                <a:gd name="T32" fmla="*/ 111 w 270"/>
                <a:gd name="T33" fmla="*/ 5 h 267"/>
                <a:gd name="T34" fmla="*/ 14 w 270"/>
                <a:gd name="T35" fmla="*/ 82 h 267"/>
                <a:gd name="T36" fmla="*/ 3 w 270"/>
                <a:gd name="T37" fmla="*/ 135 h 267"/>
                <a:gd name="T38" fmla="*/ 116 w 270"/>
                <a:gd name="T39" fmla="*/ 16 h 267"/>
                <a:gd name="T40" fmla="*/ 153 w 270"/>
                <a:gd name="T41" fmla="*/ 16 h 267"/>
                <a:gd name="T42" fmla="*/ 135 w 270"/>
                <a:gd name="T43" fmla="*/ 93 h 267"/>
                <a:gd name="T44" fmla="*/ 116 w 270"/>
                <a:gd name="T45" fmla="*/ 16 h 267"/>
                <a:gd name="T46" fmla="*/ 89 w 270"/>
                <a:gd name="T47" fmla="*/ 91 h 267"/>
                <a:gd name="T48" fmla="*/ 103 w 270"/>
                <a:gd name="T49" fmla="*/ 19 h 267"/>
                <a:gd name="T50" fmla="*/ 23 w 270"/>
                <a:gd name="T51" fmla="*/ 92 h 267"/>
                <a:gd name="T52" fmla="*/ 87 w 270"/>
                <a:gd name="T53" fmla="*/ 135 h 267"/>
                <a:gd name="T54" fmla="*/ 18 w 270"/>
                <a:gd name="T55" fmla="*/ 163 h 267"/>
                <a:gd name="T56" fmla="*/ 220 w 270"/>
                <a:gd name="T57" fmla="*/ 17 h 267"/>
                <a:gd name="T58" fmla="*/ 246 w 270"/>
                <a:gd name="T59" fmla="*/ 71 h 267"/>
                <a:gd name="T60" fmla="*/ 175 w 270"/>
                <a:gd name="T61" fmla="*/ 148 h 267"/>
                <a:gd name="T62" fmla="*/ 175 w 270"/>
                <a:gd name="T63" fmla="*/ 201 h 267"/>
                <a:gd name="T64" fmla="*/ 199 w 270"/>
                <a:gd name="T65" fmla="*/ 162 h 267"/>
                <a:gd name="T66" fmla="*/ 258 w 270"/>
                <a:gd name="T67" fmla="*/ 12 h 267"/>
                <a:gd name="T68" fmla="*/ 213 w 270"/>
                <a:gd name="T69" fmla="*/ 12 h 267"/>
                <a:gd name="T70" fmla="*/ 175 w 270"/>
                <a:gd name="T71" fmla="*/ 190 h 267"/>
                <a:gd name="T72" fmla="*/ 175 w 270"/>
                <a:gd name="T73" fmla="*/ 159 h 267"/>
                <a:gd name="T74" fmla="*/ 175 w 270"/>
                <a:gd name="T75" fmla="*/ 190 h 267"/>
                <a:gd name="T76" fmla="*/ 69 w 270"/>
                <a:gd name="T77" fmla="*/ 260 h 267"/>
                <a:gd name="T78" fmla="*/ 12 w 270"/>
                <a:gd name="T79" fmla="*/ 258 h 267"/>
                <a:gd name="T80" fmla="*/ 12 w 270"/>
                <a:gd name="T81" fmla="*/ 213 h 267"/>
                <a:gd name="T82" fmla="*/ 20 w 270"/>
                <a:gd name="T83" fmla="*/ 250 h 267"/>
                <a:gd name="T84" fmla="*/ 140 w 270"/>
                <a:gd name="T85" fmla="*/ 202 h 267"/>
                <a:gd name="T86" fmla="*/ 148 w 270"/>
                <a:gd name="T87" fmla="*/ 211 h 267"/>
                <a:gd name="T88" fmla="*/ 267 w 270"/>
                <a:gd name="T89" fmla="*/ 135 h 267"/>
                <a:gd name="T90" fmla="*/ 262 w 270"/>
                <a:gd name="T91" fmla="*/ 170 h 267"/>
                <a:gd name="T92" fmla="*/ 158 w 270"/>
                <a:gd name="T93" fmla="*/ 265 h 267"/>
                <a:gd name="T94" fmla="*/ 106 w 270"/>
                <a:gd name="T95" fmla="*/ 264 h 267"/>
                <a:gd name="T96" fmla="*/ 109 w 270"/>
                <a:gd name="T97" fmla="*/ 252 h 267"/>
                <a:gd name="T98" fmla="*/ 153 w 270"/>
                <a:gd name="T99" fmla="*/ 254 h 267"/>
                <a:gd name="T100" fmla="*/ 170 w 270"/>
                <a:gd name="T101" fmla="*/ 213 h 267"/>
                <a:gd name="T102" fmla="*/ 167 w 270"/>
                <a:gd name="T103" fmla="*/ 251 h 267"/>
                <a:gd name="T104" fmla="*/ 220 w 270"/>
                <a:gd name="T105" fmla="*/ 180 h 267"/>
                <a:gd name="T106" fmla="*/ 219 w 270"/>
                <a:gd name="T107" fmla="*/ 169 h 267"/>
                <a:gd name="T108" fmla="*/ 255 w 270"/>
                <a:gd name="T109" fmla="*/ 135 h 267"/>
                <a:gd name="T110" fmla="*/ 257 w 270"/>
                <a:gd name="T111" fmla="*/ 10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0" h="267">
                  <a:moveTo>
                    <a:pt x="52" y="237"/>
                  </a:moveTo>
                  <a:cubicBezTo>
                    <a:pt x="53" y="238"/>
                    <a:pt x="54" y="239"/>
                    <a:pt x="55" y="239"/>
                  </a:cubicBezTo>
                  <a:cubicBezTo>
                    <a:pt x="57" y="239"/>
                    <a:pt x="59" y="238"/>
                    <a:pt x="60" y="237"/>
                  </a:cubicBezTo>
                  <a:cubicBezTo>
                    <a:pt x="62" y="234"/>
                    <a:pt x="61" y="230"/>
                    <a:pt x="59" y="228"/>
                  </a:cubicBezTo>
                  <a:cubicBezTo>
                    <a:pt x="42" y="214"/>
                    <a:pt x="29" y="196"/>
                    <a:pt x="22" y="176"/>
                  </a:cubicBezTo>
                  <a:cubicBezTo>
                    <a:pt x="44" y="180"/>
                    <a:pt x="66" y="183"/>
                    <a:pt x="89" y="185"/>
                  </a:cubicBezTo>
                  <a:cubicBezTo>
                    <a:pt x="90" y="196"/>
                    <a:pt x="92" y="206"/>
                    <a:pt x="94" y="215"/>
                  </a:cubicBezTo>
                  <a:cubicBezTo>
                    <a:pt x="94" y="218"/>
                    <a:pt x="97" y="221"/>
                    <a:pt x="100" y="220"/>
                  </a:cubicBezTo>
                  <a:cubicBezTo>
                    <a:pt x="104" y="219"/>
                    <a:pt x="106" y="216"/>
                    <a:pt x="105" y="213"/>
                  </a:cubicBezTo>
                  <a:cubicBezTo>
                    <a:pt x="103" y="205"/>
                    <a:pt x="102" y="195"/>
                    <a:pt x="101" y="186"/>
                  </a:cubicBezTo>
                  <a:cubicBezTo>
                    <a:pt x="111" y="186"/>
                    <a:pt x="120" y="187"/>
                    <a:pt x="130" y="187"/>
                  </a:cubicBezTo>
                  <a:cubicBezTo>
                    <a:pt x="130" y="187"/>
                    <a:pt x="130" y="187"/>
                    <a:pt x="130" y="187"/>
                  </a:cubicBezTo>
                  <a:cubicBezTo>
                    <a:pt x="133" y="187"/>
                    <a:pt x="136" y="184"/>
                    <a:pt x="136" y="181"/>
                  </a:cubicBezTo>
                  <a:cubicBezTo>
                    <a:pt x="136" y="178"/>
                    <a:pt x="133" y="175"/>
                    <a:pt x="130" y="175"/>
                  </a:cubicBezTo>
                  <a:cubicBezTo>
                    <a:pt x="120" y="175"/>
                    <a:pt x="110" y="175"/>
                    <a:pt x="100" y="174"/>
                  </a:cubicBezTo>
                  <a:cubicBezTo>
                    <a:pt x="99" y="161"/>
                    <a:pt x="99" y="148"/>
                    <a:pt x="99" y="135"/>
                  </a:cubicBezTo>
                  <a:cubicBezTo>
                    <a:pt x="99" y="124"/>
                    <a:pt x="99" y="113"/>
                    <a:pt x="100" y="103"/>
                  </a:cubicBezTo>
                  <a:cubicBezTo>
                    <a:pt x="111" y="104"/>
                    <a:pt x="123" y="104"/>
                    <a:pt x="135" y="104"/>
                  </a:cubicBezTo>
                  <a:cubicBezTo>
                    <a:pt x="146" y="104"/>
                    <a:pt x="158" y="104"/>
                    <a:pt x="170" y="103"/>
                  </a:cubicBezTo>
                  <a:cubicBezTo>
                    <a:pt x="170" y="112"/>
                    <a:pt x="171" y="120"/>
                    <a:pt x="171" y="129"/>
                  </a:cubicBezTo>
                  <a:cubicBezTo>
                    <a:pt x="171" y="132"/>
                    <a:pt x="173" y="135"/>
                    <a:pt x="177" y="135"/>
                  </a:cubicBezTo>
                  <a:cubicBezTo>
                    <a:pt x="177" y="135"/>
                    <a:pt x="177" y="135"/>
                    <a:pt x="177" y="135"/>
                  </a:cubicBezTo>
                  <a:cubicBezTo>
                    <a:pt x="180" y="135"/>
                    <a:pt x="183" y="132"/>
                    <a:pt x="182" y="129"/>
                  </a:cubicBezTo>
                  <a:cubicBezTo>
                    <a:pt x="182" y="120"/>
                    <a:pt x="182" y="111"/>
                    <a:pt x="181" y="102"/>
                  </a:cubicBezTo>
                  <a:cubicBezTo>
                    <a:pt x="194" y="101"/>
                    <a:pt x="207" y="99"/>
                    <a:pt x="220" y="97"/>
                  </a:cubicBezTo>
                  <a:cubicBezTo>
                    <a:pt x="223" y="97"/>
                    <a:pt x="225" y="94"/>
                    <a:pt x="225" y="90"/>
                  </a:cubicBezTo>
                  <a:cubicBezTo>
                    <a:pt x="224" y="87"/>
                    <a:pt x="221" y="85"/>
                    <a:pt x="218" y="86"/>
                  </a:cubicBezTo>
                  <a:cubicBezTo>
                    <a:pt x="206" y="88"/>
                    <a:pt x="193" y="89"/>
                    <a:pt x="181" y="90"/>
                  </a:cubicBezTo>
                  <a:cubicBezTo>
                    <a:pt x="178" y="63"/>
                    <a:pt x="173" y="38"/>
                    <a:pt x="167" y="19"/>
                  </a:cubicBezTo>
                  <a:cubicBezTo>
                    <a:pt x="191" y="26"/>
                    <a:pt x="213" y="41"/>
                    <a:pt x="229" y="61"/>
                  </a:cubicBezTo>
                  <a:cubicBezTo>
                    <a:pt x="231" y="64"/>
                    <a:pt x="235" y="64"/>
                    <a:pt x="237" y="62"/>
                  </a:cubicBezTo>
                  <a:cubicBezTo>
                    <a:pt x="240" y="60"/>
                    <a:pt x="240" y="56"/>
                    <a:pt x="238" y="54"/>
                  </a:cubicBezTo>
                  <a:cubicBezTo>
                    <a:pt x="213" y="22"/>
                    <a:pt x="175" y="3"/>
                    <a:pt x="135" y="3"/>
                  </a:cubicBezTo>
                  <a:cubicBezTo>
                    <a:pt x="127" y="3"/>
                    <a:pt x="119" y="4"/>
                    <a:pt x="111" y="5"/>
                  </a:cubicBezTo>
                  <a:cubicBezTo>
                    <a:pt x="111" y="5"/>
                    <a:pt x="111" y="5"/>
                    <a:pt x="111" y="6"/>
                  </a:cubicBezTo>
                  <a:cubicBezTo>
                    <a:pt x="67" y="13"/>
                    <a:pt x="32" y="43"/>
                    <a:pt x="14" y="82"/>
                  </a:cubicBezTo>
                  <a:cubicBezTo>
                    <a:pt x="14" y="82"/>
                    <a:pt x="14" y="83"/>
                    <a:pt x="14" y="83"/>
                  </a:cubicBezTo>
                  <a:cubicBezTo>
                    <a:pt x="7" y="99"/>
                    <a:pt x="3" y="117"/>
                    <a:pt x="3" y="135"/>
                  </a:cubicBezTo>
                  <a:cubicBezTo>
                    <a:pt x="3" y="175"/>
                    <a:pt x="21" y="212"/>
                    <a:pt x="52" y="237"/>
                  </a:cubicBezTo>
                  <a:close/>
                  <a:moveTo>
                    <a:pt x="116" y="16"/>
                  </a:moveTo>
                  <a:cubicBezTo>
                    <a:pt x="122" y="16"/>
                    <a:pt x="128" y="15"/>
                    <a:pt x="135" y="15"/>
                  </a:cubicBezTo>
                  <a:cubicBezTo>
                    <a:pt x="141" y="15"/>
                    <a:pt x="147" y="16"/>
                    <a:pt x="153" y="16"/>
                  </a:cubicBezTo>
                  <a:cubicBezTo>
                    <a:pt x="161" y="35"/>
                    <a:pt x="166" y="61"/>
                    <a:pt x="169" y="91"/>
                  </a:cubicBezTo>
                  <a:cubicBezTo>
                    <a:pt x="158" y="92"/>
                    <a:pt x="146" y="93"/>
                    <a:pt x="135" y="93"/>
                  </a:cubicBezTo>
                  <a:cubicBezTo>
                    <a:pt x="123" y="93"/>
                    <a:pt x="112" y="92"/>
                    <a:pt x="100" y="91"/>
                  </a:cubicBezTo>
                  <a:cubicBezTo>
                    <a:pt x="103" y="61"/>
                    <a:pt x="109" y="35"/>
                    <a:pt x="116" y="16"/>
                  </a:cubicBezTo>
                  <a:close/>
                  <a:moveTo>
                    <a:pt x="103" y="19"/>
                  </a:moveTo>
                  <a:cubicBezTo>
                    <a:pt x="96" y="38"/>
                    <a:pt x="91" y="63"/>
                    <a:pt x="89" y="91"/>
                  </a:cubicBezTo>
                  <a:cubicBezTo>
                    <a:pt x="68" y="89"/>
                    <a:pt x="47" y="85"/>
                    <a:pt x="28" y="81"/>
                  </a:cubicBezTo>
                  <a:cubicBezTo>
                    <a:pt x="43" y="51"/>
                    <a:pt x="70" y="28"/>
                    <a:pt x="103" y="19"/>
                  </a:cubicBezTo>
                  <a:close/>
                  <a:moveTo>
                    <a:pt x="15" y="135"/>
                  </a:moveTo>
                  <a:cubicBezTo>
                    <a:pt x="15" y="120"/>
                    <a:pt x="17" y="105"/>
                    <a:pt x="23" y="92"/>
                  </a:cubicBezTo>
                  <a:cubicBezTo>
                    <a:pt x="44" y="97"/>
                    <a:pt x="65" y="100"/>
                    <a:pt x="88" y="102"/>
                  </a:cubicBezTo>
                  <a:cubicBezTo>
                    <a:pt x="87" y="113"/>
                    <a:pt x="87" y="124"/>
                    <a:pt x="87" y="135"/>
                  </a:cubicBezTo>
                  <a:cubicBezTo>
                    <a:pt x="87" y="148"/>
                    <a:pt x="87" y="161"/>
                    <a:pt x="88" y="173"/>
                  </a:cubicBezTo>
                  <a:cubicBezTo>
                    <a:pt x="64" y="171"/>
                    <a:pt x="41" y="168"/>
                    <a:pt x="18" y="163"/>
                  </a:cubicBezTo>
                  <a:cubicBezTo>
                    <a:pt x="16" y="154"/>
                    <a:pt x="15" y="145"/>
                    <a:pt x="15" y="135"/>
                  </a:cubicBezTo>
                  <a:close/>
                  <a:moveTo>
                    <a:pt x="220" y="17"/>
                  </a:moveTo>
                  <a:cubicBezTo>
                    <a:pt x="229" y="15"/>
                    <a:pt x="242" y="13"/>
                    <a:pt x="249" y="21"/>
                  </a:cubicBezTo>
                  <a:cubicBezTo>
                    <a:pt x="258" y="29"/>
                    <a:pt x="256" y="47"/>
                    <a:pt x="246" y="71"/>
                  </a:cubicBezTo>
                  <a:cubicBezTo>
                    <a:pt x="235" y="96"/>
                    <a:pt x="216" y="125"/>
                    <a:pt x="191" y="153"/>
                  </a:cubicBezTo>
                  <a:cubicBezTo>
                    <a:pt x="187" y="149"/>
                    <a:pt x="181" y="148"/>
                    <a:pt x="175" y="148"/>
                  </a:cubicBezTo>
                  <a:cubicBezTo>
                    <a:pt x="160" y="148"/>
                    <a:pt x="148" y="160"/>
                    <a:pt x="148" y="174"/>
                  </a:cubicBezTo>
                  <a:cubicBezTo>
                    <a:pt x="148" y="189"/>
                    <a:pt x="160" y="201"/>
                    <a:pt x="175" y="201"/>
                  </a:cubicBezTo>
                  <a:cubicBezTo>
                    <a:pt x="190" y="201"/>
                    <a:pt x="202" y="189"/>
                    <a:pt x="202" y="174"/>
                  </a:cubicBezTo>
                  <a:cubicBezTo>
                    <a:pt x="202" y="170"/>
                    <a:pt x="201" y="165"/>
                    <a:pt x="199" y="162"/>
                  </a:cubicBezTo>
                  <a:cubicBezTo>
                    <a:pt x="225" y="133"/>
                    <a:pt x="245" y="102"/>
                    <a:pt x="257" y="76"/>
                  </a:cubicBezTo>
                  <a:cubicBezTo>
                    <a:pt x="269" y="47"/>
                    <a:pt x="270" y="24"/>
                    <a:pt x="258" y="12"/>
                  </a:cubicBezTo>
                  <a:cubicBezTo>
                    <a:pt x="252" y="6"/>
                    <a:pt x="240" y="0"/>
                    <a:pt x="217" y="5"/>
                  </a:cubicBezTo>
                  <a:cubicBezTo>
                    <a:pt x="214" y="6"/>
                    <a:pt x="212" y="9"/>
                    <a:pt x="213" y="12"/>
                  </a:cubicBezTo>
                  <a:cubicBezTo>
                    <a:pt x="213" y="15"/>
                    <a:pt x="216" y="17"/>
                    <a:pt x="220" y="17"/>
                  </a:cubicBezTo>
                  <a:close/>
                  <a:moveTo>
                    <a:pt x="175" y="190"/>
                  </a:moveTo>
                  <a:cubicBezTo>
                    <a:pt x="167" y="190"/>
                    <a:pt x="160" y="183"/>
                    <a:pt x="160" y="174"/>
                  </a:cubicBezTo>
                  <a:cubicBezTo>
                    <a:pt x="160" y="166"/>
                    <a:pt x="167" y="159"/>
                    <a:pt x="175" y="159"/>
                  </a:cubicBezTo>
                  <a:cubicBezTo>
                    <a:pt x="184" y="159"/>
                    <a:pt x="190" y="166"/>
                    <a:pt x="190" y="174"/>
                  </a:cubicBezTo>
                  <a:cubicBezTo>
                    <a:pt x="190" y="183"/>
                    <a:pt x="184" y="190"/>
                    <a:pt x="175" y="190"/>
                  </a:cubicBezTo>
                  <a:close/>
                  <a:moveTo>
                    <a:pt x="148" y="211"/>
                  </a:moveTo>
                  <a:cubicBezTo>
                    <a:pt x="120" y="234"/>
                    <a:pt x="92" y="251"/>
                    <a:pt x="69" y="260"/>
                  </a:cubicBezTo>
                  <a:cubicBezTo>
                    <a:pt x="56" y="265"/>
                    <a:pt x="46" y="267"/>
                    <a:pt x="36" y="267"/>
                  </a:cubicBezTo>
                  <a:cubicBezTo>
                    <a:pt x="26" y="267"/>
                    <a:pt x="18" y="264"/>
                    <a:pt x="12" y="258"/>
                  </a:cubicBezTo>
                  <a:cubicBezTo>
                    <a:pt x="6" y="252"/>
                    <a:pt x="0" y="240"/>
                    <a:pt x="5" y="218"/>
                  </a:cubicBezTo>
                  <a:cubicBezTo>
                    <a:pt x="5" y="215"/>
                    <a:pt x="9" y="213"/>
                    <a:pt x="12" y="213"/>
                  </a:cubicBezTo>
                  <a:cubicBezTo>
                    <a:pt x="15" y="214"/>
                    <a:pt x="17" y="217"/>
                    <a:pt x="16" y="220"/>
                  </a:cubicBezTo>
                  <a:cubicBezTo>
                    <a:pt x="14" y="230"/>
                    <a:pt x="13" y="243"/>
                    <a:pt x="20" y="250"/>
                  </a:cubicBezTo>
                  <a:cubicBezTo>
                    <a:pt x="28" y="257"/>
                    <a:pt x="43" y="257"/>
                    <a:pt x="64" y="249"/>
                  </a:cubicBezTo>
                  <a:cubicBezTo>
                    <a:pt x="87" y="241"/>
                    <a:pt x="114" y="224"/>
                    <a:pt x="140" y="202"/>
                  </a:cubicBezTo>
                  <a:cubicBezTo>
                    <a:pt x="143" y="200"/>
                    <a:pt x="147" y="200"/>
                    <a:pt x="149" y="203"/>
                  </a:cubicBezTo>
                  <a:cubicBezTo>
                    <a:pt x="151" y="205"/>
                    <a:pt x="150" y="209"/>
                    <a:pt x="148" y="211"/>
                  </a:cubicBezTo>
                  <a:close/>
                  <a:moveTo>
                    <a:pt x="264" y="109"/>
                  </a:moveTo>
                  <a:cubicBezTo>
                    <a:pt x="266" y="117"/>
                    <a:pt x="267" y="126"/>
                    <a:pt x="267" y="135"/>
                  </a:cubicBezTo>
                  <a:cubicBezTo>
                    <a:pt x="267" y="147"/>
                    <a:pt x="265" y="158"/>
                    <a:pt x="262" y="169"/>
                  </a:cubicBezTo>
                  <a:cubicBezTo>
                    <a:pt x="262" y="169"/>
                    <a:pt x="262" y="169"/>
                    <a:pt x="262" y="170"/>
                  </a:cubicBezTo>
                  <a:cubicBezTo>
                    <a:pt x="249" y="218"/>
                    <a:pt x="209" y="256"/>
                    <a:pt x="159" y="265"/>
                  </a:cubicBezTo>
                  <a:cubicBezTo>
                    <a:pt x="158" y="265"/>
                    <a:pt x="158" y="265"/>
                    <a:pt x="158" y="265"/>
                  </a:cubicBezTo>
                  <a:cubicBezTo>
                    <a:pt x="150" y="266"/>
                    <a:pt x="143" y="267"/>
                    <a:pt x="135" y="267"/>
                  </a:cubicBezTo>
                  <a:cubicBezTo>
                    <a:pt x="125" y="267"/>
                    <a:pt x="116" y="266"/>
                    <a:pt x="106" y="264"/>
                  </a:cubicBezTo>
                  <a:cubicBezTo>
                    <a:pt x="103" y="263"/>
                    <a:pt x="101" y="260"/>
                    <a:pt x="102" y="257"/>
                  </a:cubicBezTo>
                  <a:cubicBezTo>
                    <a:pt x="102" y="254"/>
                    <a:pt x="106" y="252"/>
                    <a:pt x="109" y="252"/>
                  </a:cubicBezTo>
                  <a:cubicBezTo>
                    <a:pt x="117" y="254"/>
                    <a:pt x="126" y="255"/>
                    <a:pt x="135" y="255"/>
                  </a:cubicBezTo>
                  <a:cubicBezTo>
                    <a:pt x="141" y="255"/>
                    <a:pt x="147" y="255"/>
                    <a:pt x="153" y="254"/>
                  </a:cubicBezTo>
                  <a:cubicBezTo>
                    <a:pt x="157" y="244"/>
                    <a:pt x="161" y="232"/>
                    <a:pt x="163" y="218"/>
                  </a:cubicBezTo>
                  <a:cubicBezTo>
                    <a:pt x="164" y="215"/>
                    <a:pt x="167" y="213"/>
                    <a:pt x="170" y="213"/>
                  </a:cubicBezTo>
                  <a:cubicBezTo>
                    <a:pt x="173" y="214"/>
                    <a:pt x="176" y="217"/>
                    <a:pt x="175" y="220"/>
                  </a:cubicBezTo>
                  <a:cubicBezTo>
                    <a:pt x="173" y="232"/>
                    <a:pt x="170" y="242"/>
                    <a:pt x="167" y="251"/>
                  </a:cubicBezTo>
                  <a:cubicBezTo>
                    <a:pt x="204" y="240"/>
                    <a:pt x="235" y="212"/>
                    <a:pt x="248" y="176"/>
                  </a:cubicBezTo>
                  <a:cubicBezTo>
                    <a:pt x="239" y="177"/>
                    <a:pt x="229" y="179"/>
                    <a:pt x="220" y="180"/>
                  </a:cubicBezTo>
                  <a:cubicBezTo>
                    <a:pt x="217" y="181"/>
                    <a:pt x="214" y="179"/>
                    <a:pt x="214" y="176"/>
                  </a:cubicBezTo>
                  <a:cubicBezTo>
                    <a:pt x="213" y="172"/>
                    <a:pt x="215" y="169"/>
                    <a:pt x="219" y="169"/>
                  </a:cubicBezTo>
                  <a:cubicBezTo>
                    <a:pt x="230" y="167"/>
                    <a:pt x="241" y="165"/>
                    <a:pt x="252" y="163"/>
                  </a:cubicBezTo>
                  <a:cubicBezTo>
                    <a:pt x="254" y="154"/>
                    <a:pt x="255" y="145"/>
                    <a:pt x="255" y="135"/>
                  </a:cubicBezTo>
                  <a:cubicBezTo>
                    <a:pt x="255" y="127"/>
                    <a:pt x="254" y="119"/>
                    <a:pt x="252" y="111"/>
                  </a:cubicBezTo>
                  <a:cubicBezTo>
                    <a:pt x="252" y="108"/>
                    <a:pt x="254" y="105"/>
                    <a:pt x="257" y="104"/>
                  </a:cubicBezTo>
                  <a:cubicBezTo>
                    <a:pt x="260" y="104"/>
                    <a:pt x="263" y="106"/>
                    <a:pt x="264" y="109"/>
                  </a:cubicBezTo>
                  <a:close/>
                </a:path>
              </a:pathLst>
            </a:custGeom>
            <a:solidFill>
              <a:schemeClr val="accent3">
                <a:lumMod val="75000"/>
              </a:schemeClr>
            </a:solidFill>
            <a:ln>
              <a:noFill/>
            </a:ln>
          </p:spPr>
          <p:txBody>
            <a:bodyPr vert="horz" wrap="square" lIns="91440" tIns="45720" rIns="91440" bIns="45720" numCol="1" anchor="t" anchorCtr="0" compatLnSpc="1"/>
            <a:lstStyle/>
            <a:p>
              <a:endParaRPr lang="zh-CN" altLang="en-US"/>
            </a:p>
          </p:txBody>
        </p:sp>
        <p:sp>
          <p:nvSpPr>
            <p:cNvPr id="44" name="圆角矩形 43"/>
            <p:cNvSpPr/>
            <p:nvPr/>
          </p:nvSpPr>
          <p:spPr>
            <a:xfrm>
              <a:off x="3150322" y="5385020"/>
              <a:ext cx="630228" cy="617799"/>
            </a:xfrm>
            <a:prstGeom prst="roundRect">
              <a:avLst/>
            </a:prstGeom>
            <a:noFill/>
            <a:ln w="15875" cap="sq" cmpd="sng">
              <a:solidFill>
                <a:schemeClr val="accent3">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endParaRPr>
            </a:p>
          </p:txBody>
        </p:sp>
      </p:grpSp>
      <p:pic>
        <p:nvPicPr>
          <p:cNvPr id="6" name="图片 5"/>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1208" y="1352846"/>
            <a:ext cx="4743191" cy="3163414"/>
          </a:xfrm>
          <a:prstGeom prst="roundRect">
            <a:avLst>
              <a:gd name="adj" fmla="val 3569"/>
            </a:avLst>
          </a:prstGeom>
        </p:spPr>
      </p:pic>
      <p:sp>
        <p:nvSpPr>
          <p:cNvPr id="4" name="灯片编号占位符 3"/>
          <p:cNvSpPr>
            <a:spLocks noGrp="1"/>
          </p:cNvSpPr>
          <p:nvPr>
            <p:ph type="sldNum" sz="quarter" idx="12"/>
          </p:nvPr>
        </p:nvSpPr>
        <p:spPr/>
        <p:txBody>
          <a:bodyPr/>
          <a:lstStyle/>
          <a:p>
            <a:fld id="{153AF625-0792-41B6-A2B6-BF3733C00B4B}" type="slidenum">
              <a:rPr lang="zh-CN" altLang="en-US" smtClean="0"/>
              <a:t>10</a:t>
            </a:fld>
            <a:endParaRPr lang="zh-CN" altLang="en-US"/>
          </a:p>
        </p:txBody>
      </p:sp>
      <p:pic>
        <p:nvPicPr>
          <p:cNvPr id="48" name="图片 47"/>
          <p:cNvPicPr>
            <a:picLocks noChangeAspect="1"/>
          </p:cNvPicPr>
          <p:nvPr/>
        </p:nvPicPr>
        <p:blipFill>
          <a:blip r:embed="rId6">
            <a:alphaModFix amt="60000"/>
          </a:blip>
          <a:stretch>
            <a:fillRect/>
          </a:stretch>
        </p:blipFill>
        <p:spPr>
          <a:xfrm rot="16200000">
            <a:off x="7666449" y="-730542"/>
            <a:ext cx="1387089" cy="2829885"/>
          </a:xfrm>
          <a:prstGeom prst="rect">
            <a:avLst/>
          </a:prstGeom>
        </p:spPr>
      </p:pic>
      <p:sp>
        <p:nvSpPr>
          <p:cNvPr id="45" name="文本框 44"/>
          <p:cNvSpPr txBox="1"/>
          <p:nvPr/>
        </p:nvSpPr>
        <p:spPr>
          <a:xfrm>
            <a:off x="895612" y="341962"/>
            <a:ext cx="3902232" cy="369332"/>
          </a:xfrm>
          <a:prstGeom prst="rect">
            <a:avLst/>
          </a:prstGeom>
          <a:noFill/>
        </p:spPr>
        <p:txBody>
          <a:bodyPr wrap="squar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内页</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图文</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内容页 |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示例文字</a:t>
            </a:r>
          </a:p>
        </p:txBody>
      </p:sp>
    </p:spTree>
    <p:extLst>
      <p:ext uri="{BB962C8B-B14F-4D97-AF65-F5344CB8AC3E}">
        <p14:creationId xmlns:p14="http://schemas.microsoft.com/office/powerpoint/2010/main" val="8584602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49"/>
          <p:cNvPicPr>
            <a:picLocks noChangeAspect="1"/>
          </p:cNvPicPr>
          <p:nvPr/>
        </p:nvPicPr>
        <p:blipFill>
          <a:blip r:embed="rId3"/>
          <a:stretch>
            <a:fillRect/>
          </a:stretch>
        </p:blipFill>
        <p:spPr>
          <a:xfrm>
            <a:off x="-15240" y="0"/>
            <a:ext cx="12207240" cy="6866890"/>
          </a:xfrm>
          <a:prstGeom prst="rect">
            <a:avLst/>
          </a:prstGeom>
        </p:spPr>
      </p:pic>
      <p:sp>
        <p:nvSpPr>
          <p:cNvPr id="7" name="标题 1"/>
          <p:cNvSpPr>
            <a:spLocks noGrp="1"/>
          </p:cNvSpPr>
          <p:nvPr>
            <p:custDataLst>
              <p:tags r:id="rId1"/>
            </p:custDataLst>
          </p:nvPr>
        </p:nvSpPr>
        <p:spPr>
          <a:xfrm>
            <a:off x="924220" y="3103283"/>
            <a:ext cx="9798810" cy="958800"/>
          </a:xfrm>
          <a:prstGeom prst="rect">
            <a:avLst/>
          </a:prstGeom>
          <a:effectLst/>
        </p:spPr>
        <p:txBody>
          <a:bodyPr vert="horz" lIns="89995" tIns="46797" rIns="89995" bIns="46797"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sz="5400" spc="500" dirty="0">
                <a:solidFill>
                  <a:schemeClr val="bg1"/>
                </a:solidFill>
                <a:uFillTx/>
                <a:latin typeface="微软雅黑" panose="020B0503020204020204" pitchFamily="34" charset="-122"/>
                <a:cs typeface="微软雅黑" panose="020B0503020204020204" pitchFamily="34" charset="-122"/>
              </a:rPr>
              <a:t>谢谢</a:t>
            </a:r>
            <a:r>
              <a:rPr lang="zh-CN" altLang="en-US" sz="5400" spc="500" dirty="0">
                <a:solidFill>
                  <a:schemeClr val="bg1"/>
                </a:solidFill>
                <a:uFillTx/>
                <a:latin typeface="微软雅黑" panose="020B0503020204020204" pitchFamily="34" charset="-122"/>
                <a:cs typeface="微软雅黑" panose="020B0503020204020204" pitchFamily="34" charset="-122"/>
              </a:rPr>
              <a:t> </a:t>
            </a:r>
            <a:r>
              <a:rPr lang="en-US" altLang="zh-CN" sz="3200" b="0" spc="100" dirty="0">
                <a:solidFill>
                  <a:schemeClr val="bg1"/>
                </a:solidFill>
                <a:latin typeface="微软雅黑 Light" panose="020B0502040204020203" pitchFamily="34" charset="-122"/>
                <a:ea typeface="微软雅黑 Light" panose="020B0502040204020203" pitchFamily="34" charset="-122"/>
                <a:cs typeface="微软雅黑" panose="020B0503020204020204" pitchFamily="34" charset="-122"/>
              </a:rPr>
              <a:t>Thank you</a:t>
            </a:r>
          </a:p>
        </p:txBody>
      </p:sp>
      <p:sp>
        <p:nvSpPr>
          <p:cNvPr id="4" name="灯片编号占位符 3"/>
          <p:cNvSpPr>
            <a:spLocks noGrp="1"/>
          </p:cNvSpPr>
          <p:nvPr>
            <p:ph type="sldNum" sz="quarter" idx="12"/>
          </p:nvPr>
        </p:nvSpPr>
        <p:spPr/>
        <p:txBody>
          <a:bodyPr/>
          <a:lstStyle/>
          <a:p>
            <a:fld id="{153AF625-0792-41B6-A2B6-BF3733C00B4B}" type="slidenum">
              <a:rPr lang="zh-CN" altLang="en-US" smtClean="0"/>
              <a:t>11</a:t>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标题 1"/>
          <p:cNvSpPr>
            <a:spLocks noGrp="1"/>
          </p:cNvSpPr>
          <p:nvPr>
            <p:custDataLst>
              <p:tags r:id="rId1"/>
            </p:custDataLst>
          </p:nvPr>
        </p:nvSpPr>
        <p:spPr>
          <a:xfrm>
            <a:off x="1184414" y="2642911"/>
            <a:ext cx="9798810" cy="958800"/>
          </a:xfrm>
          <a:prstGeom prst="rect">
            <a:avLst/>
          </a:prstGeom>
          <a:effectLst/>
        </p:spPr>
        <p:txBody>
          <a:bodyPr vert="horz" lIns="89995" tIns="46797" rIns="89995" bIns="46797"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sz="5400" spc="500" dirty="0">
                <a:solidFill>
                  <a:schemeClr val="bg1"/>
                </a:solidFill>
                <a:uFillTx/>
                <a:latin typeface="微软雅黑" panose="020B0503020204020204" pitchFamily="34" charset="-122"/>
                <a:cs typeface="微软雅黑" panose="020B0503020204020204" pitchFamily="34" charset="-122"/>
              </a:rPr>
              <a:t>谢</a:t>
            </a:r>
            <a:r>
              <a:rPr lang="en-US" altLang="zh-CN" sz="5400" spc="500" dirty="0">
                <a:solidFill>
                  <a:schemeClr val="bg1"/>
                </a:solidFill>
                <a:uFillTx/>
                <a:latin typeface="微软雅黑" panose="020B0503020204020204" pitchFamily="34" charset="-122"/>
                <a:cs typeface="微软雅黑" panose="020B0503020204020204" pitchFamily="34" charset="-122"/>
              </a:rPr>
              <a:t> </a:t>
            </a:r>
            <a:r>
              <a:rPr lang="zh-CN" sz="5400" spc="500" dirty="0">
                <a:solidFill>
                  <a:schemeClr val="bg1"/>
                </a:solidFill>
                <a:uFillTx/>
                <a:latin typeface="微软雅黑" panose="020B0503020204020204" pitchFamily="34" charset="-122"/>
                <a:cs typeface="微软雅黑" panose="020B0503020204020204" pitchFamily="34" charset="-122"/>
              </a:rPr>
              <a:t>谢</a:t>
            </a:r>
          </a:p>
        </p:txBody>
      </p:sp>
      <p:sp>
        <p:nvSpPr>
          <p:cNvPr id="6" name="标题 1"/>
          <p:cNvSpPr>
            <a:spLocks noGrp="1"/>
          </p:cNvSpPr>
          <p:nvPr>
            <p:custDataLst>
              <p:tags r:id="rId2"/>
            </p:custDataLst>
          </p:nvPr>
        </p:nvSpPr>
        <p:spPr>
          <a:xfrm>
            <a:off x="1184414" y="3278423"/>
            <a:ext cx="9798810" cy="958800"/>
          </a:xfrm>
          <a:prstGeom prst="rect">
            <a:avLst/>
          </a:prstGeom>
          <a:effectLst/>
        </p:spPr>
        <p:txBody>
          <a:bodyPr vert="horz" lIns="89995" tIns="46797" rIns="89995" bIns="46797" rtlCol="0" anchor="b" anchorCtr="0">
            <a:norm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sz="3200" b="0" spc="100" dirty="0">
                <a:solidFill>
                  <a:schemeClr val="bg1"/>
                </a:solidFill>
                <a:uFillTx/>
                <a:latin typeface="微软雅黑 Light" panose="020B0502040204020203" pitchFamily="34" charset="-122"/>
                <a:ea typeface="微软雅黑 Light" panose="020B0502040204020203" pitchFamily="34" charset="-122"/>
                <a:cs typeface="微软雅黑" panose="020B0503020204020204" pitchFamily="34" charset="-122"/>
              </a:rPr>
              <a:t>Thank you</a:t>
            </a:r>
          </a:p>
        </p:txBody>
      </p:sp>
      <p:sp>
        <p:nvSpPr>
          <p:cNvPr id="4" name="灯片编号占位符 3"/>
          <p:cNvSpPr>
            <a:spLocks noGrp="1"/>
          </p:cNvSpPr>
          <p:nvPr>
            <p:ph type="sldNum" sz="quarter" idx="12"/>
          </p:nvPr>
        </p:nvSpPr>
        <p:spPr/>
        <p:txBody>
          <a:bodyPr/>
          <a:lstStyle/>
          <a:p>
            <a:fld id="{153AF625-0792-41B6-A2B6-BF3733C00B4B}" type="slidenum">
              <a:rPr lang="zh-CN" altLang="en-US" smtClean="0"/>
              <a:t>12</a:t>
            </a:fld>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custDataLst>
              <p:tags r:id="rId2"/>
            </p:custDataLst>
          </p:nvPr>
        </p:nvGraphicFramePr>
        <p:xfrm>
          <a:off x="673100" y="934193"/>
          <a:ext cx="10546399" cy="4989614"/>
        </p:xfrm>
        <a:graphic>
          <a:graphicData uri="http://schemas.openxmlformats.org/drawingml/2006/table">
            <a:tbl>
              <a:tblPr>
                <a:tableStyleId>{5C22544A-7EE6-4342-B048-85BDC9FD1C3A}</a:tableStyleId>
              </a:tblPr>
              <a:tblGrid>
                <a:gridCol w="1250263">
                  <a:extLst>
                    <a:ext uri="{9D8B030D-6E8A-4147-A177-3AD203B41FA5}">
                      <a16:colId xmlns:a16="http://schemas.microsoft.com/office/drawing/2014/main" val="20000"/>
                    </a:ext>
                  </a:extLst>
                </a:gridCol>
                <a:gridCol w="1549356">
                  <a:extLst>
                    <a:ext uri="{9D8B030D-6E8A-4147-A177-3AD203B41FA5}">
                      <a16:colId xmlns:a16="http://schemas.microsoft.com/office/drawing/2014/main" val="20001"/>
                    </a:ext>
                  </a:extLst>
                </a:gridCol>
                <a:gridCol w="1549356">
                  <a:extLst>
                    <a:ext uri="{9D8B030D-6E8A-4147-A177-3AD203B41FA5}">
                      <a16:colId xmlns:a16="http://schemas.microsoft.com/office/drawing/2014/main" val="20002"/>
                    </a:ext>
                  </a:extLst>
                </a:gridCol>
                <a:gridCol w="1549356">
                  <a:extLst>
                    <a:ext uri="{9D8B030D-6E8A-4147-A177-3AD203B41FA5}">
                      <a16:colId xmlns:a16="http://schemas.microsoft.com/office/drawing/2014/main" val="20003"/>
                    </a:ext>
                  </a:extLst>
                </a:gridCol>
                <a:gridCol w="1549356">
                  <a:extLst>
                    <a:ext uri="{9D8B030D-6E8A-4147-A177-3AD203B41FA5}">
                      <a16:colId xmlns:a16="http://schemas.microsoft.com/office/drawing/2014/main" val="20004"/>
                    </a:ext>
                  </a:extLst>
                </a:gridCol>
                <a:gridCol w="1549356">
                  <a:extLst>
                    <a:ext uri="{9D8B030D-6E8A-4147-A177-3AD203B41FA5}">
                      <a16:colId xmlns:a16="http://schemas.microsoft.com/office/drawing/2014/main" val="20005"/>
                    </a:ext>
                  </a:extLst>
                </a:gridCol>
                <a:gridCol w="1549356">
                  <a:extLst>
                    <a:ext uri="{9D8B030D-6E8A-4147-A177-3AD203B41FA5}">
                      <a16:colId xmlns:a16="http://schemas.microsoft.com/office/drawing/2014/main" val="20006"/>
                    </a:ext>
                  </a:extLst>
                </a:gridCol>
              </a:tblGrid>
              <a:tr h="511553">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solidFill>
                      <a:schemeClr val="bg1">
                        <a:lumMod val="95000"/>
                      </a:schemeClr>
                    </a:solidFill>
                  </a:tcPr>
                </a:tc>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algn="ctr" fontAlgn="ctr"/>
                      <a:r>
                        <a:rPr lang="zh-CN" altLang="en-US" sz="1200" b="1" u="none" strike="noStrike" dirty="0">
                          <a:effectLst/>
                          <a:latin typeface="微软雅黑" panose="020B0503020204020204" pitchFamily="34" charset="-122"/>
                          <a:ea typeface="微软雅黑" panose="020B0503020204020204" pitchFamily="34" charset="-122"/>
                        </a:rPr>
                        <a:t>标题</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086" marR="153165" marT="9086" marB="0" anchor="ctr">
                    <a:lnL>
                      <a:noFill/>
                    </a:lnL>
                    <a:lnR>
                      <a:noFill/>
                    </a:lnR>
                    <a:lnT>
                      <a:noFill/>
                    </a:lnT>
                    <a:lnB w="1270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1270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4C09C">
                        <a:alpha val="9937"/>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4C09C">
                        <a:alpha val="9937"/>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4C09C">
                        <a:alpha val="9937"/>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4C09C">
                        <a:alpha val="9937"/>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4C09C">
                        <a:alpha val="9937"/>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4C09C">
                        <a:alpha val="9937"/>
                      </a:srgbClr>
                    </a:solidFill>
                  </a:tcPr>
                </a:tc>
                <a:extLst>
                  <a:ext uri="{0D108BD9-81ED-4DB2-BD59-A6C34878D82A}">
                    <a16:rowId xmlns:a16="http://schemas.microsoft.com/office/drawing/2014/main" val="10004"/>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2623">
                <a:tc>
                  <a:txBody>
                    <a:bodyPr/>
                    <a:lstStyle/>
                    <a:p>
                      <a:pPr algn="ctr" fontAlgn="ct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635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9700">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rPr>
                        <a:t>小标题</a:t>
                      </a:r>
                      <a:endParaRPr lang="zh-CN" altLang="en-US" sz="1000" b="0" i="0" u="none" strike="noStrike" dirty="0">
                        <a:solidFill>
                          <a:schemeClr val="tx1">
                            <a:lumMod val="75000"/>
                            <a:lumOff val="25000"/>
                          </a:schemeClr>
                        </a:solidFill>
                        <a:effectLst/>
                        <a:latin typeface="微软雅黑 Light" panose="020B0502040204020203" pitchFamily="34" charset="-122"/>
                        <a:ea typeface="微软雅黑 Light" panose="020B0502040204020203" pitchFamily="34" charset="-122"/>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solidFill>
                      <a:srgbClr val="D5C19C">
                        <a:alpha val="69974"/>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rPr>
                        <a:t>内容示范</a:t>
                      </a:r>
                      <a:endParaRPr lang="zh-CN" altLang="en-US" sz="1000" b="0" i="0" u="none" strike="noStrike" kern="1200" baseline="0" dirty="0">
                        <a:solidFill>
                          <a:schemeClr val="tx1">
                            <a:lumMod val="65000"/>
                            <a:lumOff val="35000"/>
                          </a:schemeClr>
                        </a:solidFill>
                        <a:latin typeface="微软雅黑 Light" panose="020B0502040204020203" pitchFamily="34" charset="-122"/>
                        <a:ea typeface="微软雅黑 Light" panose="020B0502040204020203" pitchFamily="34" charset="-122"/>
                        <a:cs typeface="+mn-cs"/>
                      </a:endParaRPr>
                    </a:p>
                  </a:txBody>
                  <a:tcPr marL="9086" marR="153165" marT="9086" marB="0" anchor="ctr">
                    <a:lnL>
                      <a:noFill/>
                    </a:lnL>
                    <a:lnR>
                      <a:noFill/>
                    </a:lnR>
                    <a:lnT w="6350" cap="flat" cmpd="sng" algn="ctr">
                      <a:solidFill>
                        <a:srgbClr val="D4C09C"/>
                      </a:solidFill>
                      <a:prstDash val="solid"/>
                      <a:round/>
                      <a:headEnd type="none" w="med" len="med"/>
                      <a:tailEnd type="none" w="med" len="med"/>
                    </a:lnT>
                    <a:lnB w="12700" cap="flat" cmpd="sng" algn="ctr">
                      <a:solidFill>
                        <a:srgbClr val="D4C09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2"/>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内页</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表格</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内容页 |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示例</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文字</a:t>
            </a:r>
            <a:endParaRPr lang="zh-CN" altLang="en-US" dirty="0"/>
          </a:p>
        </p:txBody>
      </p:sp>
      <p:sp>
        <p:nvSpPr>
          <p:cNvPr id="5" name="灯片编号占位符 4"/>
          <p:cNvSpPr>
            <a:spLocks noGrp="1"/>
          </p:cNvSpPr>
          <p:nvPr>
            <p:ph type="sldNum" sz="quarter" idx="12"/>
          </p:nvPr>
        </p:nvSpPr>
        <p:spPr/>
        <p:txBody>
          <a:bodyPr/>
          <a:lstStyle/>
          <a:p>
            <a:fld id="{153AF625-0792-41B6-A2B6-BF3733C00B4B}" type="slidenum">
              <a:rPr lang="zh-CN" altLang="en-US" smtClean="0"/>
              <a:t>13</a:t>
            </a:fld>
            <a:endParaRPr lang="zh-CN" altLang="en-US"/>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693102" y="1428345"/>
          <a:ext cx="5209338" cy="2399468"/>
        </p:xfrm>
        <a:graphic>
          <a:graphicData uri="http://schemas.openxmlformats.org/drawingml/2006/chart">
            <c:chart xmlns:c="http://schemas.openxmlformats.org/drawingml/2006/chart" xmlns:r="http://schemas.openxmlformats.org/officeDocument/2006/relationships" r:id="rId4"/>
          </a:graphicData>
        </a:graphic>
      </p:graphicFrame>
      <p:sp>
        <p:nvSpPr>
          <p:cNvPr id="4" name="Rectangle 11"/>
          <p:cNvSpPr/>
          <p:nvPr/>
        </p:nvSpPr>
        <p:spPr>
          <a:xfrm>
            <a:off x="693102" y="1072957"/>
            <a:ext cx="5221887" cy="276999"/>
          </a:xfrm>
          <a:prstGeom prst="rect">
            <a:avLst/>
          </a:prstGeom>
          <a:solidFill>
            <a:srgbClr val="D4C09C"/>
          </a:solidFill>
          <a:ln>
            <a:noFill/>
          </a:ln>
        </p:spPr>
        <p:style>
          <a:lnRef idx="0">
            <a:scrgbClr r="0" g="0" b="0"/>
          </a:lnRef>
          <a:fillRef idx="0">
            <a:scrgbClr r="0" g="0" b="0"/>
          </a:fillRef>
          <a:effectRef idx="0">
            <a:scrgbClr r="0" g="0" b="0"/>
          </a:effectRef>
          <a:fontRef idx="minor">
            <a:schemeClr val="lt1"/>
          </a:fontRef>
        </p:style>
        <p:txBody>
          <a:bodyPr wrap="square" rtlCol="0" anchor="ctr">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Verdana" panose="020B0604030504040204"/>
              </a:rPr>
              <a:t>小标题</a:t>
            </a:r>
          </a:p>
        </p:txBody>
      </p:sp>
      <p:graphicFrame>
        <p:nvGraphicFramePr>
          <p:cNvPr id="5" name="图表 4"/>
          <p:cNvGraphicFramePr/>
          <p:nvPr/>
        </p:nvGraphicFramePr>
        <p:xfrm>
          <a:off x="6191148" y="1420725"/>
          <a:ext cx="5247996" cy="2244037"/>
        </p:xfrm>
        <a:graphic>
          <a:graphicData uri="http://schemas.openxmlformats.org/drawingml/2006/chart">
            <c:chart xmlns:c="http://schemas.openxmlformats.org/drawingml/2006/chart" xmlns:r="http://schemas.openxmlformats.org/officeDocument/2006/relationships" r:id="rId5"/>
          </a:graphicData>
        </a:graphic>
      </p:graphicFrame>
      <p:sp>
        <p:nvSpPr>
          <p:cNvPr id="6" name="Rectangle 11"/>
          <p:cNvSpPr/>
          <p:nvPr/>
        </p:nvSpPr>
        <p:spPr>
          <a:xfrm>
            <a:off x="6212970" y="1072957"/>
            <a:ext cx="5162166" cy="276999"/>
          </a:xfrm>
          <a:prstGeom prst="rect">
            <a:avLst/>
          </a:prstGeom>
          <a:solidFill>
            <a:srgbClr val="69BBEA">
              <a:alpha val="40000"/>
            </a:srgbClr>
          </a:solidFill>
          <a:ln>
            <a:noFill/>
          </a:ln>
        </p:spPr>
        <p:style>
          <a:lnRef idx="0">
            <a:scrgbClr r="0" g="0" b="0"/>
          </a:lnRef>
          <a:fillRef idx="0">
            <a:scrgbClr r="0" g="0" b="0"/>
          </a:fillRef>
          <a:effectRef idx="0">
            <a:scrgbClr r="0" g="0" b="0"/>
          </a:effectRef>
          <a:fontRef idx="minor">
            <a:schemeClr val="lt1"/>
          </a:fontRef>
        </p:style>
        <p:txBody>
          <a:bodyPr vertOverflow="overflow" horzOverflow="overflow" vert="horz" wrap="square" numCol="1" spcCol="0" rtlCol="0" fromWordArt="0" anchor="ctr" anchorCtr="0" forceAA="0" compatLnSpc="1">
            <a:spAutoFit/>
          </a:bodyPr>
          <a:lstStyle/>
          <a:p>
            <a:pPr lvl="0" algn="ctr">
              <a:buClrTx/>
              <a:buSzTx/>
              <a:buFontTx/>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Verdana" panose="020B0604030504040204"/>
                <a:sym typeface="+mn-ea"/>
              </a:rPr>
              <a:t>小标题</a:t>
            </a:r>
          </a:p>
        </p:txBody>
      </p:sp>
      <p:graphicFrame>
        <p:nvGraphicFramePr>
          <p:cNvPr id="7" name="Chart 9"/>
          <p:cNvGraphicFramePr/>
          <p:nvPr/>
        </p:nvGraphicFramePr>
        <p:xfrm>
          <a:off x="777240" y="4184877"/>
          <a:ext cx="5125200" cy="1927438"/>
        </p:xfrm>
        <a:graphic>
          <a:graphicData uri="http://schemas.openxmlformats.org/drawingml/2006/chart">
            <c:chart xmlns:c="http://schemas.openxmlformats.org/drawingml/2006/chart" xmlns:r="http://schemas.openxmlformats.org/officeDocument/2006/relationships" r:id="rId6"/>
          </a:graphicData>
        </a:graphic>
      </p:graphicFrame>
      <p:sp>
        <p:nvSpPr>
          <p:cNvPr id="8" name="Rectangle 11"/>
          <p:cNvSpPr/>
          <p:nvPr/>
        </p:nvSpPr>
        <p:spPr>
          <a:xfrm>
            <a:off x="693102" y="3852694"/>
            <a:ext cx="5221888" cy="276999"/>
          </a:xfrm>
          <a:prstGeom prst="rect">
            <a:avLst/>
          </a:prstGeom>
          <a:solidFill>
            <a:srgbClr val="D4C09C"/>
          </a:solidFill>
          <a:ln>
            <a:noFill/>
          </a:ln>
        </p:spPr>
        <p:style>
          <a:lnRef idx="0">
            <a:scrgbClr r="0" g="0" b="0"/>
          </a:lnRef>
          <a:fillRef idx="0">
            <a:scrgbClr r="0" g="0" b="0"/>
          </a:fillRef>
          <a:effectRef idx="0">
            <a:scrgbClr r="0" g="0" b="0"/>
          </a:effectRef>
          <a:fontRef idx="minor">
            <a:schemeClr val="lt1"/>
          </a:fontRef>
        </p:style>
        <p:txBody>
          <a:bodyPr vertOverflow="overflow" horzOverflow="overflow" vert="horz" wrap="square" numCol="1" spcCol="0" rtlCol="0" fromWordArt="0" anchor="ctr" anchorCtr="0" forceAA="0" compatLnSpc="1">
            <a:spAutoFit/>
          </a:bodyPr>
          <a:lstStyle/>
          <a:p>
            <a:pPr lvl="0" algn="ctr">
              <a:buClrTx/>
              <a:buSzTx/>
              <a:buFontTx/>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Verdana" panose="020B0604030504040204"/>
                <a:sym typeface="+mn-ea"/>
              </a:rPr>
              <a:t>小标题</a:t>
            </a:r>
          </a:p>
        </p:txBody>
      </p:sp>
      <p:sp>
        <p:nvSpPr>
          <p:cNvPr id="9" name="Rectangle 11"/>
          <p:cNvSpPr/>
          <p:nvPr/>
        </p:nvSpPr>
        <p:spPr>
          <a:xfrm>
            <a:off x="6212970" y="3856059"/>
            <a:ext cx="5162166" cy="276999"/>
          </a:xfrm>
          <a:prstGeom prst="rect">
            <a:avLst/>
          </a:prstGeom>
          <a:solidFill>
            <a:srgbClr val="69BBEA">
              <a:alpha val="40000"/>
            </a:srgbClr>
          </a:solidFill>
          <a:ln>
            <a:noFill/>
          </a:ln>
          <a:effectLst/>
        </p:spPr>
        <p:style>
          <a:lnRef idx="0">
            <a:scrgbClr r="0" g="0" b="0"/>
          </a:lnRef>
          <a:fillRef idx="0">
            <a:scrgbClr r="0" g="0" b="0"/>
          </a:fillRef>
          <a:effectRef idx="0">
            <a:scrgbClr r="0" g="0" b="0"/>
          </a:effectRef>
          <a:fontRef idx="minor">
            <a:schemeClr val="lt1"/>
          </a:fontRef>
        </p:style>
        <p:txBody>
          <a:bodyPr vertOverflow="overflow" horzOverflow="overflow" vert="horz" wrap="square" numCol="1" spcCol="0" rtlCol="0" fromWordArt="0" anchor="ctr" anchorCtr="0" forceAA="0" compatLnSpc="1">
            <a:spAutoFit/>
          </a:bodyPr>
          <a:lstStyle/>
          <a:p>
            <a:pPr lvl="0" algn="ctr">
              <a:buClrTx/>
              <a:buSzTx/>
              <a:buFontTx/>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Verdana" panose="020B0604030504040204"/>
                <a:sym typeface="+mn-ea"/>
              </a:rPr>
              <a:t>小标题</a:t>
            </a:r>
          </a:p>
        </p:txBody>
      </p:sp>
      <p:graphicFrame>
        <p:nvGraphicFramePr>
          <p:cNvPr id="12" name="图表 11"/>
          <p:cNvGraphicFramePr/>
          <p:nvPr/>
        </p:nvGraphicFramePr>
        <p:xfrm>
          <a:off x="6327648" y="4283241"/>
          <a:ext cx="5111496" cy="2212249"/>
        </p:xfrm>
        <a:graphic>
          <a:graphicData uri="http://schemas.openxmlformats.org/drawingml/2006/chart">
            <c:chart xmlns:c="http://schemas.openxmlformats.org/drawingml/2006/chart" xmlns:r="http://schemas.openxmlformats.org/officeDocument/2006/relationships" r:id="rId7"/>
          </a:graphicData>
        </a:graphic>
      </p:graphicFrame>
      <p:sp>
        <p:nvSpPr>
          <p:cNvPr id="3" name="标题 2"/>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内页</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柱状图</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内容页 |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示例</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文字</a:t>
            </a:r>
            <a:endParaRPr lang="zh-CN" altLang="en-US" dirty="0"/>
          </a:p>
        </p:txBody>
      </p:sp>
      <p:sp>
        <p:nvSpPr>
          <p:cNvPr id="11" name="灯片编号占位符 10"/>
          <p:cNvSpPr>
            <a:spLocks noGrp="1"/>
          </p:cNvSpPr>
          <p:nvPr>
            <p:ph type="sldNum" sz="quarter" idx="12"/>
          </p:nvPr>
        </p:nvSpPr>
        <p:spPr/>
        <p:txBody>
          <a:bodyPr/>
          <a:lstStyle/>
          <a:p>
            <a:fld id="{153AF625-0792-41B6-A2B6-BF3733C00B4B}" type="slidenum">
              <a:rPr lang="zh-CN" altLang="en-US" smtClean="0"/>
              <a:t>14</a:t>
            </a:fld>
            <a:endParaRPr lang="zh-CN" altLang="en-US"/>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786384" y="1216689"/>
          <a:ext cx="5123528" cy="462100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图表 3"/>
          <p:cNvGraphicFramePr/>
          <p:nvPr/>
        </p:nvGraphicFramePr>
        <p:xfrm>
          <a:off x="6189045" y="1236798"/>
          <a:ext cx="5250099" cy="4600898"/>
        </p:xfrm>
        <a:graphic>
          <a:graphicData uri="http://schemas.openxmlformats.org/drawingml/2006/chart">
            <c:chart xmlns:c="http://schemas.openxmlformats.org/drawingml/2006/chart" xmlns:r="http://schemas.openxmlformats.org/officeDocument/2006/relationships" r:id="rId5"/>
          </a:graphicData>
        </a:graphic>
      </p:graphicFrame>
      <p:sp>
        <p:nvSpPr>
          <p:cNvPr id="3" name="标题 2"/>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内页</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柱状图</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内容页 |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示例</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文字</a:t>
            </a:r>
            <a:endParaRPr lang="zh-CN" altLang="en-US" dirty="0"/>
          </a:p>
        </p:txBody>
      </p:sp>
      <p:sp>
        <p:nvSpPr>
          <p:cNvPr id="6" name="灯片编号占位符 5"/>
          <p:cNvSpPr>
            <a:spLocks noGrp="1"/>
          </p:cNvSpPr>
          <p:nvPr>
            <p:ph type="sldNum" sz="quarter" idx="12"/>
          </p:nvPr>
        </p:nvSpPr>
        <p:spPr/>
        <p:txBody>
          <a:bodyPr/>
          <a:lstStyle/>
          <a:p>
            <a:fld id="{153AF625-0792-41B6-A2B6-BF3733C00B4B}" type="slidenum">
              <a:rPr lang="zh-CN" altLang="en-US" smtClean="0"/>
              <a:t>15</a:t>
            </a:fld>
            <a:endParaRPr lang="zh-CN" altLang="en-US"/>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图表 29"/>
          <p:cNvGraphicFramePr/>
          <p:nvPr/>
        </p:nvGraphicFramePr>
        <p:xfrm>
          <a:off x="224915" y="939800"/>
          <a:ext cx="5109404" cy="453697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Chart 30"/>
          <p:cNvGraphicFramePr/>
          <p:nvPr/>
        </p:nvGraphicFramePr>
        <p:xfrm>
          <a:off x="6058485" y="1786583"/>
          <a:ext cx="5684336" cy="2859840"/>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31"/>
          <p:cNvSpPr txBox="1"/>
          <p:nvPr/>
        </p:nvSpPr>
        <p:spPr>
          <a:xfrm>
            <a:off x="6275745" y="5017850"/>
            <a:ext cx="1421982" cy="278551"/>
          </a:xfrm>
          <a:prstGeom prst="rect">
            <a:avLst/>
          </a:prstGeom>
          <a:noFill/>
        </p:spPr>
        <p:txBody>
          <a:bodyPr wrap="square" lIns="0" tIns="121933" rIns="0" bIns="0">
            <a:spAutoFit/>
          </a:bodyPr>
          <a:lstStyle/>
          <a:p>
            <a:pPr algn="ctr" defTabSz="1219200">
              <a:lnSpc>
                <a:spcPct val="120000"/>
              </a:lnSpc>
              <a:defRPr/>
            </a:pPr>
            <a:r>
              <a:rPr lang="zh-CN" altLang="en-US" sz="900" b="1" dirty="0">
                <a:solidFill>
                  <a:schemeClr val="tx1">
                    <a:lumMod val="75000"/>
                    <a:lumOff val="25000"/>
                  </a:schemeClr>
                </a:solidFill>
                <a:latin typeface="+mn-ea"/>
                <a:cs typeface="Aparajita" panose="020B0604020202020204" pitchFamily="34" charset="0"/>
              </a:rPr>
              <a:t>示例文字</a:t>
            </a:r>
            <a:endParaRPr lang="zh-CN" altLang="en-US" sz="900" dirty="0">
              <a:solidFill>
                <a:schemeClr val="tx1">
                  <a:lumMod val="75000"/>
                  <a:lumOff val="25000"/>
                </a:schemeClr>
              </a:solidFill>
              <a:latin typeface="+mn-ea"/>
              <a:cs typeface="+mn-ea"/>
              <a:sym typeface="Source Han Serif SC" panose="02020400000000000000" pitchFamily="18" charset="-122"/>
            </a:endParaRPr>
          </a:p>
        </p:txBody>
      </p:sp>
      <p:grpSp>
        <p:nvGrpSpPr>
          <p:cNvPr id="33" name="Group 32"/>
          <p:cNvGrpSpPr/>
          <p:nvPr/>
        </p:nvGrpSpPr>
        <p:grpSpPr>
          <a:xfrm>
            <a:off x="6324796" y="5034315"/>
            <a:ext cx="341257" cy="341257"/>
            <a:chOff x="12591574" y="4411134"/>
            <a:chExt cx="1312504" cy="1312333"/>
          </a:xfrm>
        </p:grpSpPr>
        <p:sp>
          <p:nvSpPr>
            <p:cNvPr id="34" name="Oval 33"/>
            <p:cNvSpPr/>
            <p:nvPr/>
          </p:nvSpPr>
          <p:spPr bwMode="auto">
            <a:xfrm>
              <a:off x="12591574" y="4411134"/>
              <a:ext cx="1312504" cy="1312333"/>
            </a:xfrm>
            <a:prstGeom prst="ellipse">
              <a:avLst/>
            </a:prstGeom>
            <a:solidFill>
              <a:srgbClr val="5AB1A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200">
                <a:defRPr/>
              </a:pPr>
              <a:endParaRPr lang="en-US" sz="1100" dirty="0">
                <a:latin typeface="+mn-ea"/>
              </a:endParaRPr>
            </a:p>
          </p:txBody>
        </p:sp>
        <p:sp>
          <p:nvSpPr>
            <p:cNvPr id="35" name="AutoShape 118"/>
            <p:cNvSpPr/>
            <p:nvPr/>
          </p:nvSpPr>
          <p:spPr bwMode="auto">
            <a:xfrm>
              <a:off x="12906409" y="4778440"/>
              <a:ext cx="654636" cy="562506"/>
            </a:xfrm>
            <a:custGeom>
              <a:avLst/>
              <a:gdLst>
                <a:gd name="T0" fmla="*/ 10782 w 21564"/>
                <a:gd name="T1" fmla="*/ 10800 h 21600"/>
                <a:gd name="T2" fmla="*/ 10782 w 21564"/>
                <a:gd name="T3" fmla="*/ 10800 h 21600"/>
                <a:gd name="T4" fmla="*/ 10782 w 21564"/>
                <a:gd name="T5" fmla="*/ 10800 h 21600"/>
                <a:gd name="T6" fmla="*/ 10782 w 21564"/>
                <a:gd name="T7" fmla="*/ 10800 h 21600"/>
              </a:gdLst>
              <a:ahLst/>
              <a:cxnLst>
                <a:cxn ang="0">
                  <a:pos x="T0" y="T1"/>
                </a:cxn>
                <a:cxn ang="0">
                  <a:pos x="T2" y="T3"/>
                </a:cxn>
                <a:cxn ang="0">
                  <a:pos x="T4" y="T5"/>
                </a:cxn>
                <a:cxn ang="0">
                  <a:pos x="T6" y="T7"/>
                </a:cxn>
              </a:cxnLst>
              <a:rect l="0" t="0" r="r" b="b"/>
              <a:pathLst>
                <a:path w="21564" h="21600">
                  <a:moveTo>
                    <a:pt x="20680" y="3130"/>
                  </a:moveTo>
                  <a:cubicBezTo>
                    <a:pt x="20952" y="3130"/>
                    <a:pt x="21179" y="3257"/>
                    <a:pt x="21357" y="3515"/>
                  </a:cubicBezTo>
                  <a:cubicBezTo>
                    <a:pt x="21536" y="3767"/>
                    <a:pt x="21600" y="4044"/>
                    <a:pt x="21543" y="4340"/>
                  </a:cubicBezTo>
                  <a:lnTo>
                    <a:pt x="20279" y="12471"/>
                  </a:lnTo>
                  <a:cubicBezTo>
                    <a:pt x="20230" y="12706"/>
                    <a:pt x="20128" y="12899"/>
                    <a:pt x="19969" y="13061"/>
                  </a:cubicBezTo>
                  <a:cubicBezTo>
                    <a:pt x="19810" y="13222"/>
                    <a:pt x="19614" y="13296"/>
                    <a:pt x="19389" y="13296"/>
                  </a:cubicBezTo>
                  <a:lnTo>
                    <a:pt x="6706" y="13296"/>
                  </a:lnTo>
                  <a:lnTo>
                    <a:pt x="7114" y="15660"/>
                  </a:lnTo>
                  <a:cubicBezTo>
                    <a:pt x="7146" y="15810"/>
                    <a:pt x="7214" y="15936"/>
                    <a:pt x="7319" y="16033"/>
                  </a:cubicBezTo>
                  <a:cubicBezTo>
                    <a:pt x="7424" y="16130"/>
                    <a:pt x="7539" y="16183"/>
                    <a:pt x="7666" y="16183"/>
                  </a:cubicBezTo>
                  <a:lnTo>
                    <a:pt x="17685" y="16183"/>
                  </a:lnTo>
                  <a:cubicBezTo>
                    <a:pt x="17810" y="16183"/>
                    <a:pt x="17918" y="16236"/>
                    <a:pt x="18008" y="16345"/>
                  </a:cubicBezTo>
                  <a:cubicBezTo>
                    <a:pt x="18096" y="16453"/>
                    <a:pt x="18143" y="16580"/>
                    <a:pt x="18143" y="16735"/>
                  </a:cubicBezTo>
                  <a:lnTo>
                    <a:pt x="18143" y="17831"/>
                  </a:lnTo>
                  <a:cubicBezTo>
                    <a:pt x="18143" y="17981"/>
                    <a:pt x="18099" y="18107"/>
                    <a:pt x="18013" y="18204"/>
                  </a:cubicBezTo>
                  <a:cubicBezTo>
                    <a:pt x="17927" y="18301"/>
                    <a:pt x="17817" y="18348"/>
                    <a:pt x="17685" y="18348"/>
                  </a:cubicBezTo>
                  <a:lnTo>
                    <a:pt x="15776" y="18348"/>
                  </a:lnTo>
                  <a:lnTo>
                    <a:pt x="8146" y="18348"/>
                  </a:lnTo>
                  <a:lnTo>
                    <a:pt x="6928" y="18348"/>
                  </a:lnTo>
                  <a:cubicBezTo>
                    <a:pt x="6801" y="18348"/>
                    <a:pt x="6662" y="18336"/>
                    <a:pt x="6500" y="18301"/>
                  </a:cubicBezTo>
                  <a:cubicBezTo>
                    <a:pt x="6339" y="18266"/>
                    <a:pt x="6202" y="18222"/>
                    <a:pt x="6085" y="18169"/>
                  </a:cubicBezTo>
                  <a:cubicBezTo>
                    <a:pt x="6036" y="18145"/>
                    <a:pt x="5982" y="18090"/>
                    <a:pt x="5921" y="17987"/>
                  </a:cubicBezTo>
                  <a:cubicBezTo>
                    <a:pt x="5860" y="17884"/>
                    <a:pt x="5799" y="17769"/>
                    <a:pt x="5740" y="17643"/>
                  </a:cubicBezTo>
                  <a:cubicBezTo>
                    <a:pt x="5684" y="17517"/>
                    <a:pt x="5632" y="17391"/>
                    <a:pt x="5593" y="17258"/>
                  </a:cubicBezTo>
                  <a:cubicBezTo>
                    <a:pt x="5552" y="17132"/>
                    <a:pt x="5527" y="17035"/>
                    <a:pt x="5513" y="16959"/>
                  </a:cubicBezTo>
                  <a:lnTo>
                    <a:pt x="2997" y="2669"/>
                  </a:lnTo>
                  <a:cubicBezTo>
                    <a:pt x="2965" y="2519"/>
                    <a:pt x="2897" y="2399"/>
                    <a:pt x="2791" y="2308"/>
                  </a:cubicBezTo>
                  <a:cubicBezTo>
                    <a:pt x="2686" y="2211"/>
                    <a:pt x="2569" y="2164"/>
                    <a:pt x="2444" y="2164"/>
                  </a:cubicBezTo>
                  <a:lnTo>
                    <a:pt x="457" y="2164"/>
                  </a:lnTo>
                  <a:cubicBezTo>
                    <a:pt x="151" y="2164"/>
                    <a:pt x="0" y="1982"/>
                    <a:pt x="0" y="1618"/>
                  </a:cubicBezTo>
                  <a:lnTo>
                    <a:pt x="0" y="546"/>
                  </a:lnTo>
                  <a:cubicBezTo>
                    <a:pt x="0" y="185"/>
                    <a:pt x="151" y="0"/>
                    <a:pt x="457" y="0"/>
                  </a:cubicBezTo>
                  <a:lnTo>
                    <a:pt x="3158" y="0"/>
                  </a:lnTo>
                  <a:cubicBezTo>
                    <a:pt x="3285" y="0"/>
                    <a:pt x="3432" y="17"/>
                    <a:pt x="3606" y="58"/>
                  </a:cubicBezTo>
                  <a:cubicBezTo>
                    <a:pt x="3774" y="94"/>
                    <a:pt x="3916" y="132"/>
                    <a:pt x="4026" y="167"/>
                  </a:cubicBezTo>
                  <a:cubicBezTo>
                    <a:pt x="4075" y="208"/>
                    <a:pt x="4129" y="276"/>
                    <a:pt x="4192" y="373"/>
                  </a:cubicBezTo>
                  <a:cubicBezTo>
                    <a:pt x="4261" y="470"/>
                    <a:pt x="4322" y="584"/>
                    <a:pt x="4376" y="704"/>
                  </a:cubicBezTo>
                  <a:cubicBezTo>
                    <a:pt x="4429" y="825"/>
                    <a:pt x="4478" y="951"/>
                    <a:pt x="4518" y="1072"/>
                  </a:cubicBezTo>
                  <a:cubicBezTo>
                    <a:pt x="4557" y="1198"/>
                    <a:pt x="4584" y="1301"/>
                    <a:pt x="4598" y="1377"/>
                  </a:cubicBezTo>
                  <a:lnTo>
                    <a:pt x="4916" y="3134"/>
                  </a:lnTo>
                  <a:lnTo>
                    <a:pt x="20680" y="3134"/>
                  </a:lnTo>
                  <a:close/>
                  <a:moveTo>
                    <a:pt x="6811" y="19981"/>
                  </a:moveTo>
                  <a:cubicBezTo>
                    <a:pt x="6811" y="19540"/>
                    <a:pt x="6940" y="19156"/>
                    <a:pt x="7202" y="18833"/>
                  </a:cubicBezTo>
                  <a:cubicBezTo>
                    <a:pt x="7461" y="18512"/>
                    <a:pt x="7776" y="18345"/>
                    <a:pt x="8146" y="18345"/>
                  </a:cubicBezTo>
                  <a:cubicBezTo>
                    <a:pt x="8527" y="18345"/>
                    <a:pt x="8850" y="18512"/>
                    <a:pt x="9114" y="18833"/>
                  </a:cubicBezTo>
                  <a:cubicBezTo>
                    <a:pt x="9380" y="19153"/>
                    <a:pt x="9512" y="19538"/>
                    <a:pt x="9512" y="19981"/>
                  </a:cubicBezTo>
                  <a:cubicBezTo>
                    <a:pt x="9512" y="20425"/>
                    <a:pt x="9380" y="20800"/>
                    <a:pt x="9114" y="21118"/>
                  </a:cubicBezTo>
                  <a:cubicBezTo>
                    <a:pt x="8850" y="21438"/>
                    <a:pt x="8527" y="21599"/>
                    <a:pt x="8146" y="21599"/>
                  </a:cubicBezTo>
                  <a:cubicBezTo>
                    <a:pt x="7779" y="21599"/>
                    <a:pt x="7464" y="21438"/>
                    <a:pt x="7202" y="21118"/>
                  </a:cubicBezTo>
                  <a:cubicBezTo>
                    <a:pt x="6940" y="20800"/>
                    <a:pt x="6811" y="20421"/>
                    <a:pt x="6811" y="19981"/>
                  </a:cubicBezTo>
                  <a:moveTo>
                    <a:pt x="14431" y="19981"/>
                  </a:moveTo>
                  <a:cubicBezTo>
                    <a:pt x="14431" y="19540"/>
                    <a:pt x="14563" y="19156"/>
                    <a:pt x="14822" y="18833"/>
                  </a:cubicBezTo>
                  <a:cubicBezTo>
                    <a:pt x="15084" y="18512"/>
                    <a:pt x="15399" y="18345"/>
                    <a:pt x="15778" y="18345"/>
                  </a:cubicBezTo>
                  <a:cubicBezTo>
                    <a:pt x="16143" y="18345"/>
                    <a:pt x="16458" y="18512"/>
                    <a:pt x="16720" y="18833"/>
                  </a:cubicBezTo>
                  <a:cubicBezTo>
                    <a:pt x="16981" y="19153"/>
                    <a:pt x="17113" y="19538"/>
                    <a:pt x="17113" y="19981"/>
                  </a:cubicBezTo>
                  <a:cubicBezTo>
                    <a:pt x="17113" y="20425"/>
                    <a:pt x="16981" y="20800"/>
                    <a:pt x="16720" y="21118"/>
                  </a:cubicBezTo>
                  <a:cubicBezTo>
                    <a:pt x="16460" y="21438"/>
                    <a:pt x="16145" y="21599"/>
                    <a:pt x="15778" y="21599"/>
                  </a:cubicBezTo>
                  <a:cubicBezTo>
                    <a:pt x="15412" y="21599"/>
                    <a:pt x="15094" y="21438"/>
                    <a:pt x="14830" y="21118"/>
                  </a:cubicBezTo>
                  <a:cubicBezTo>
                    <a:pt x="14563" y="20800"/>
                    <a:pt x="14431" y="20421"/>
                    <a:pt x="14431" y="19981"/>
                  </a:cubicBezTo>
                </a:path>
              </a:pathLst>
            </a:custGeom>
            <a:solidFill>
              <a:schemeClr val="bg1"/>
            </a:solidFill>
            <a:ln>
              <a:noFill/>
            </a:ln>
            <a:effectLst/>
          </p:spPr>
          <p:txBody>
            <a:bodyPr lIns="38102" tIns="38102" rIns="38102" bIns="38102" anchor="ctr"/>
            <a:lstStyle/>
            <a:p>
              <a:pPr defTabSz="342900">
                <a:defRPr/>
              </a:pPr>
              <a:endParaRPr lang="es-ES" sz="1100" dirty="0">
                <a:solidFill>
                  <a:srgbClr val="44CEB9"/>
                </a:solidFill>
                <a:effectLst>
                  <a:outerShdw blurRad="38100" dist="38100" dir="2700000" algn="tl">
                    <a:srgbClr val="000000"/>
                  </a:outerShdw>
                </a:effectLst>
                <a:latin typeface="+mn-ea"/>
                <a:cs typeface="Gill Sans" charset="0"/>
                <a:sym typeface="Gill Sans" charset="0"/>
              </a:endParaRPr>
            </a:p>
          </p:txBody>
        </p:sp>
      </p:grpSp>
      <p:grpSp>
        <p:nvGrpSpPr>
          <p:cNvPr id="36" name="Group 63"/>
          <p:cNvGrpSpPr/>
          <p:nvPr/>
        </p:nvGrpSpPr>
        <p:grpSpPr>
          <a:xfrm>
            <a:off x="9263805" y="5034315"/>
            <a:ext cx="341257" cy="341257"/>
            <a:chOff x="12591574" y="7581881"/>
            <a:chExt cx="1312504" cy="1312332"/>
          </a:xfrm>
        </p:grpSpPr>
        <p:sp>
          <p:nvSpPr>
            <p:cNvPr id="37" name="Oval 64"/>
            <p:cNvSpPr/>
            <p:nvPr/>
          </p:nvSpPr>
          <p:spPr bwMode="auto">
            <a:xfrm>
              <a:off x="12591574" y="7581881"/>
              <a:ext cx="1312504" cy="1312332"/>
            </a:xfrm>
            <a:prstGeom prst="ellipse">
              <a:avLst/>
            </a:prstGeom>
            <a:solidFill>
              <a:srgbClr val="CEABC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200">
                <a:defRPr/>
              </a:pPr>
              <a:endParaRPr lang="en-US" sz="1100" dirty="0">
                <a:latin typeface="+mn-ea"/>
              </a:endParaRPr>
            </a:p>
          </p:txBody>
        </p:sp>
        <p:grpSp>
          <p:nvGrpSpPr>
            <p:cNvPr id="38" name="Group 65"/>
            <p:cNvGrpSpPr/>
            <p:nvPr/>
          </p:nvGrpSpPr>
          <p:grpSpPr>
            <a:xfrm>
              <a:off x="12847592" y="7855517"/>
              <a:ext cx="767350" cy="763964"/>
              <a:chOff x="-365126" y="-2462213"/>
              <a:chExt cx="4321176" cy="4302126"/>
            </a:xfrm>
            <a:solidFill>
              <a:schemeClr val="bg1"/>
            </a:solidFill>
          </p:grpSpPr>
          <p:sp>
            <p:nvSpPr>
              <p:cNvPr id="39" name="Freeform 5"/>
              <p:cNvSpPr>
                <a:spLocks noEditPoints="1"/>
              </p:cNvSpPr>
              <p:nvPr/>
            </p:nvSpPr>
            <p:spPr bwMode="auto">
              <a:xfrm>
                <a:off x="-365126" y="-2058988"/>
                <a:ext cx="3937000" cy="3898901"/>
              </a:xfrm>
              <a:custGeom>
                <a:avLst/>
                <a:gdLst>
                  <a:gd name="T0" fmla="*/ 744 w 1047"/>
                  <a:gd name="T1" fmla="*/ 26 h 1037"/>
                  <a:gd name="T2" fmla="*/ 681 w 1047"/>
                  <a:gd name="T3" fmla="*/ 0 h 1037"/>
                  <a:gd name="T4" fmla="*/ 618 w 1047"/>
                  <a:gd name="T5" fmla="*/ 26 h 1037"/>
                  <a:gd name="T6" fmla="*/ 568 w 1047"/>
                  <a:gd name="T7" fmla="*/ 77 h 1037"/>
                  <a:gd name="T8" fmla="*/ 541 w 1047"/>
                  <a:gd name="T9" fmla="*/ 140 h 1037"/>
                  <a:gd name="T10" fmla="*/ 555 w 1047"/>
                  <a:gd name="T11" fmla="*/ 187 h 1037"/>
                  <a:gd name="T12" fmla="*/ 69 w 1047"/>
                  <a:gd name="T13" fmla="*/ 382 h 1037"/>
                  <a:gd name="T14" fmla="*/ 7 w 1047"/>
                  <a:gd name="T15" fmla="*/ 460 h 1037"/>
                  <a:gd name="T16" fmla="*/ 37 w 1047"/>
                  <a:gd name="T17" fmla="*/ 556 h 1037"/>
                  <a:gd name="T18" fmla="*/ 491 w 1047"/>
                  <a:gd name="T19" fmla="*/ 1006 h 1037"/>
                  <a:gd name="T20" fmla="*/ 565 w 1047"/>
                  <a:gd name="T21" fmla="*/ 1037 h 1037"/>
                  <a:gd name="T22" fmla="*/ 567 w 1047"/>
                  <a:gd name="T23" fmla="*/ 1037 h 1037"/>
                  <a:gd name="T24" fmla="*/ 589 w 1047"/>
                  <a:gd name="T25" fmla="*/ 1035 h 1037"/>
                  <a:gd name="T26" fmla="*/ 667 w 1047"/>
                  <a:gd name="T27" fmla="*/ 969 h 1037"/>
                  <a:gd name="T28" fmla="*/ 858 w 1047"/>
                  <a:gd name="T29" fmla="*/ 491 h 1037"/>
                  <a:gd name="T30" fmla="*/ 907 w 1047"/>
                  <a:gd name="T31" fmla="*/ 506 h 1037"/>
                  <a:gd name="T32" fmla="*/ 970 w 1047"/>
                  <a:gd name="T33" fmla="*/ 480 h 1037"/>
                  <a:gd name="T34" fmla="*/ 1020 w 1047"/>
                  <a:gd name="T35" fmla="*/ 429 h 1037"/>
                  <a:gd name="T36" fmla="*/ 1047 w 1047"/>
                  <a:gd name="T37" fmla="*/ 366 h 1037"/>
                  <a:gd name="T38" fmla="*/ 1021 w 1047"/>
                  <a:gd name="T39" fmla="*/ 303 h 1037"/>
                  <a:gd name="T40" fmla="*/ 744 w 1047"/>
                  <a:gd name="T41" fmla="*/ 26 h 1037"/>
                  <a:gd name="T42" fmla="*/ 601 w 1047"/>
                  <a:gd name="T43" fmla="*/ 943 h 1037"/>
                  <a:gd name="T44" fmla="*/ 575 w 1047"/>
                  <a:gd name="T45" fmla="*/ 965 h 1037"/>
                  <a:gd name="T46" fmla="*/ 566 w 1047"/>
                  <a:gd name="T47" fmla="*/ 966 h 1037"/>
                  <a:gd name="T48" fmla="*/ 542 w 1047"/>
                  <a:gd name="T49" fmla="*/ 955 h 1037"/>
                  <a:gd name="T50" fmla="*/ 87 w 1047"/>
                  <a:gd name="T51" fmla="*/ 505 h 1037"/>
                  <a:gd name="T52" fmla="*/ 77 w 1047"/>
                  <a:gd name="T53" fmla="*/ 473 h 1037"/>
                  <a:gd name="T54" fmla="*/ 98 w 1047"/>
                  <a:gd name="T55" fmla="*/ 447 h 1037"/>
                  <a:gd name="T56" fmla="*/ 320 w 1047"/>
                  <a:gd name="T57" fmla="*/ 358 h 1037"/>
                  <a:gd name="T58" fmla="*/ 770 w 1047"/>
                  <a:gd name="T59" fmla="*/ 520 h 1037"/>
                  <a:gd name="T60" fmla="*/ 601 w 1047"/>
                  <a:gd name="T61" fmla="*/ 943 h 1037"/>
                  <a:gd name="T62" fmla="*/ 970 w 1047"/>
                  <a:gd name="T63" fmla="*/ 378 h 1037"/>
                  <a:gd name="T64" fmla="*/ 919 w 1047"/>
                  <a:gd name="T65" fmla="*/ 429 h 1037"/>
                  <a:gd name="T66" fmla="*/ 894 w 1047"/>
                  <a:gd name="T67" fmla="*/ 429 h 1037"/>
                  <a:gd name="T68" fmla="*/ 831 w 1047"/>
                  <a:gd name="T69" fmla="*/ 366 h 1037"/>
                  <a:gd name="T70" fmla="*/ 780 w 1047"/>
                  <a:gd name="T71" fmla="*/ 494 h 1037"/>
                  <a:gd name="T72" fmla="*/ 784 w 1047"/>
                  <a:gd name="T73" fmla="*/ 483 h 1037"/>
                  <a:gd name="T74" fmla="*/ 468 w 1047"/>
                  <a:gd name="T75" fmla="*/ 350 h 1037"/>
                  <a:gd name="T76" fmla="*/ 376 w 1047"/>
                  <a:gd name="T77" fmla="*/ 336 h 1037"/>
                  <a:gd name="T78" fmla="*/ 679 w 1047"/>
                  <a:gd name="T79" fmla="*/ 214 h 1037"/>
                  <a:gd name="T80" fmla="*/ 618 w 1047"/>
                  <a:gd name="T81" fmla="*/ 153 h 1037"/>
                  <a:gd name="T82" fmla="*/ 618 w 1047"/>
                  <a:gd name="T83" fmla="*/ 128 h 1037"/>
                  <a:gd name="T84" fmla="*/ 669 w 1047"/>
                  <a:gd name="T85" fmla="*/ 77 h 1037"/>
                  <a:gd name="T86" fmla="*/ 694 w 1047"/>
                  <a:gd name="T87" fmla="*/ 77 h 1037"/>
                  <a:gd name="T88" fmla="*/ 970 w 1047"/>
                  <a:gd name="T89" fmla="*/ 353 h 1037"/>
                  <a:gd name="T90" fmla="*/ 970 w 1047"/>
                  <a:gd name="T91" fmla="*/ 378 h 1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037">
                    <a:moveTo>
                      <a:pt x="744" y="26"/>
                    </a:moveTo>
                    <a:cubicBezTo>
                      <a:pt x="727" y="10"/>
                      <a:pt x="705" y="0"/>
                      <a:pt x="681" y="0"/>
                    </a:cubicBezTo>
                    <a:cubicBezTo>
                      <a:pt x="657" y="0"/>
                      <a:pt x="635" y="10"/>
                      <a:pt x="618" y="26"/>
                    </a:cubicBezTo>
                    <a:cubicBezTo>
                      <a:pt x="568" y="77"/>
                      <a:pt x="568" y="77"/>
                      <a:pt x="568" y="77"/>
                    </a:cubicBezTo>
                    <a:cubicBezTo>
                      <a:pt x="551" y="94"/>
                      <a:pt x="541" y="116"/>
                      <a:pt x="541" y="140"/>
                    </a:cubicBezTo>
                    <a:cubicBezTo>
                      <a:pt x="541" y="157"/>
                      <a:pt x="546" y="173"/>
                      <a:pt x="555" y="187"/>
                    </a:cubicBezTo>
                    <a:cubicBezTo>
                      <a:pt x="69" y="382"/>
                      <a:pt x="69" y="382"/>
                      <a:pt x="69" y="382"/>
                    </a:cubicBezTo>
                    <a:cubicBezTo>
                      <a:pt x="37" y="396"/>
                      <a:pt x="13" y="425"/>
                      <a:pt x="7" y="460"/>
                    </a:cubicBezTo>
                    <a:cubicBezTo>
                      <a:pt x="0" y="495"/>
                      <a:pt x="11" y="531"/>
                      <a:pt x="37" y="556"/>
                    </a:cubicBezTo>
                    <a:cubicBezTo>
                      <a:pt x="491" y="1006"/>
                      <a:pt x="491" y="1006"/>
                      <a:pt x="491" y="1006"/>
                    </a:cubicBezTo>
                    <a:cubicBezTo>
                      <a:pt x="511" y="1025"/>
                      <a:pt x="537" y="1036"/>
                      <a:pt x="565" y="1037"/>
                    </a:cubicBezTo>
                    <a:cubicBezTo>
                      <a:pt x="565" y="1037"/>
                      <a:pt x="567" y="1037"/>
                      <a:pt x="567" y="1037"/>
                    </a:cubicBezTo>
                    <a:cubicBezTo>
                      <a:pt x="575" y="1037"/>
                      <a:pt x="582" y="1036"/>
                      <a:pt x="589" y="1035"/>
                    </a:cubicBezTo>
                    <a:cubicBezTo>
                      <a:pt x="625" y="1027"/>
                      <a:pt x="654" y="1003"/>
                      <a:pt x="667" y="969"/>
                    </a:cubicBezTo>
                    <a:cubicBezTo>
                      <a:pt x="858" y="491"/>
                      <a:pt x="858" y="491"/>
                      <a:pt x="858" y="491"/>
                    </a:cubicBezTo>
                    <a:cubicBezTo>
                      <a:pt x="872" y="501"/>
                      <a:pt x="889" y="506"/>
                      <a:pt x="907" y="506"/>
                    </a:cubicBezTo>
                    <a:cubicBezTo>
                      <a:pt x="931" y="506"/>
                      <a:pt x="953" y="496"/>
                      <a:pt x="970" y="480"/>
                    </a:cubicBezTo>
                    <a:cubicBezTo>
                      <a:pt x="1020" y="429"/>
                      <a:pt x="1020" y="429"/>
                      <a:pt x="1020" y="429"/>
                    </a:cubicBezTo>
                    <a:cubicBezTo>
                      <a:pt x="1037" y="412"/>
                      <a:pt x="1047" y="390"/>
                      <a:pt x="1047" y="366"/>
                    </a:cubicBezTo>
                    <a:cubicBezTo>
                      <a:pt x="1047" y="342"/>
                      <a:pt x="1037" y="319"/>
                      <a:pt x="1021" y="303"/>
                    </a:cubicBezTo>
                    <a:lnTo>
                      <a:pt x="744" y="26"/>
                    </a:lnTo>
                    <a:close/>
                    <a:moveTo>
                      <a:pt x="601" y="943"/>
                    </a:moveTo>
                    <a:cubicBezTo>
                      <a:pt x="596" y="954"/>
                      <a:pt x="586" y="962"/>
                      <a:pt x="575" y="965"/>
                    </a:cubicBezTo>
                    <a:cubicBezTo>
                      <a:pt x="572" y="965"/>
                      <a:pt x="569" y="966"/>
                      <a:pt x="566" y="966"/>
                    </a:cubicBezTo>
                    <a:cubicBezTo>
                      <a:pt x="557" y="965"/>
                      <a:pt x="549" y="962"/>
                      <a:pt x="542" y="955"/>
                    </a:cubicBezTo>
                    <a:cubicBezTo>
                      <a:pt x="87" y="505"/>
                      <a:pt x="87" y="505"/>
                      <a:pt x="87" y="505"/>
                    </a:cubicBezTo>
                    <a:cubicBezTo>
                      <a:pt x="79" y="497"/>
                      <a:pt x="75" y="485"/>
                      <a:pt x="77" y="473"/>
                    </a:cubicBezTo>
                    <a:cubicBezTo>
                      <a:pt x="79" y="462"/>
                      <a:pt x="87" y="452"/>
                      <a:pt x="98" y="447"/>
                    </a:cubicBezTo>
                    <a:cubicBezTo>
                      <a:pt x="320" y="358"/>
                      <a:pt x="320" y="358"/>
                      <a:pt x="320" y="358"/>
                    </a:cubicBezTo>
                    <a:cubicBezTo>
                      <a:pt x="470" y="408"/>
                      <a:pt x="620" y="360"/>
                      <a:pt x="770" y="520"/>
                    </a:cubicBezTo>
                    <a:lnTo>
                      <a:pt x="601" y="943"/>
                    </a:lnTo>
                    <a:close/>
                    <a:moveTo>
                      <a:pt x="970" y="378"/>
                    </a:moveTo>
                    <a:cubicBezTo>
                      <a:pt x="919" y="429"/>
                      <a:pt x="919" y="429"/>
                      <a:pt x="919" y="429"/>
                    </a:cubicBezTo>
                    <a:cubicBezTo>
                      <a:pt x="912" y="436"/>
                      <a:pt x="901" y="436"/>
                      <a:pt x="894" y="429"/>
                    </a:cubicBezTo>
                    <a:cubicBezTo>
                      <a:pt x="831" y="366"/>
                      <a:pt x="831" y="366"/>
                      <a:pt x="831" y="366"/>
                    </a:cubicBezTo>
                    <a:cubicBezTo>
                      <a:pt x="780" y="494"/>
                      <a:pt x="780" y="494"/>
                      <a:pt x="780" y="494"/>
                    </a:cubicBezTo>
                    <a:cubicBezTo>
                      <a:pt x="784" y="483"/>
                      <a:pt x="784" y="483"/>
                      <a:pt x="784" y="483"/>
                    </a:cubicBezTo>
                    <a:cubicBezTo>
                      <a:pt x="676" y="376"/>
                      <a:pt x="567" y="362"/>
                      <a:pt x="468" y="350"/>
                    </a:cubicBezTo>
                    <a:cubicBezTo>
                      <a:pt x="437" y="346"/>
                      <a:pt x="406" y="342"/>
                      <a:pt x="376" y="336"/>
                    </a:cubicBezTo>
                    <a:cubicBezTo>
                      <a:pt x="679" y="214"/>
                      <a:pt x="679" y="214"/>
                      <a:pt x="679" y="214"/>
                    </a:cubicBezTo>
                    <a:cubicBezTo>
                      <a:pt x="618" y="153"/>
                      <a:pt x="618" y="153"/>
                      <a:pt x="618" y="153"/>
                    </a:cubicBezTo>
                    <a:cubicBezTo>
                      <a:pt x="611" y="146"/>
                      <a:pt x="611" y="135"/>
                      <a:pt x="618" y="128"/>
                    </a:cubicBezTo>
                    <a:cubicBezTo>
                      <a:pt x="669" y="77"/>
                      <a:pt x="669" y="77"/>
                      <a:pt x="669" y="77"/>
                    </a:cubicBezTo>
                    <a:cubicBezTo>
                      <a:pt x="676" y="70"/>
                      <a:pt x="687" y="70"/>
                      <a:pt x="694" y="77"/>
                    </a:cubicBezTo>
                    <a:cubicBezTo>
                      <a:pt x="970" y="353"/>
                      <a:pt x="970" y="353"/>
                      <a:pt x="970" y="353"/>
                    </a:cubicBezTo>
                    <a:cubicBezTo>
                      <a:pt x="977" y="360"/>
                      <a:pt x="977" y="372"/>
                      <a:pt x="970" y="378"/>
                    </a:cubicBezTo>
                    <a:close/>
                  </a:path>
                </a:pathLst>
              </a:custGeom>
              <a:grpFill/>
              <a:ln>
                <a:noFill/>
              </a:ln>
            </p:spPr>
            <p:txBody>
              <a:bodyPr vert="horz" wrap="square" lIns="91446" tIns="45722" rIns="91446" bIns="45722" numCol="1" anchor="t" anchorCtr="0" compatLnSpc="1"/>
              <a:lstStyle/>
              <a:p>
                <a:endParaRPr lang="id-ID" sz="1100" dirty="0">
                  <a:latin typeface="+mn-ea"/>
                </a:endParaRPr>
              </a:p>
            </p:txBody>
          </p:sp>
          <p:sp>
            <p:nvSpPr>
              <p:cNvPr id="40" name="Freeform 6"/>
              <p:cNvSpPr>
                <a:spLocks noEditPoints="1"/>
              </p:cNvSpPr>
              <p:nvPr/>
            </p:nvSpPr>
            <p:spPr bwMode="auto">
              <a:xfrm>
                <a:off x="1536700" y="-311150"/>
                <a:ext cx="669925" cy="673100"/>
              </a:xfrm>
              <a:custGeom>
                <a:avLst/>
                <a:gdLst>
                  <a:gd name="T0" fmla="*/ 89 w 178"/>
                  <a:gd name="T1" fmla="*/ 179 h 179"/>
                  <a:gd name="T2" fmla="*/ 178 w 178"/>
                  <a:gd name="T3" fmla="*/ 89 h 179"/>
                  <a:gd name="T4" fmla="*/ 89 w 178"/>
                  <a:gd name="T5" fmla="*/ 0 h 179"/>
                  <a:gd name="T6" fmla="*/ 0 w 178"/>
                  <a:gd name="T7" fmla="*/ 89 h 179"/>
                  <a:gd name="T8" fmla="*/ 89 w 178"/>
                  <a:gd name="T9" fmla="*/ 179 h 179"/>
                  <a:gd name="T10" fmla="*/ 89 w 178"/>
                  <a:gd name="T11" fmla="*/ 36 h 179"/>
                  <a:gd name="T12" fmla="*/ 143 w 178"/>
                  <a:gd name="T13" fmla="*/ 89 h 179"/>
                  <a:gd name="T14" fmla="*/ 89 w 178"/>
                  <a:gd name="T15" fmla="*/ 143 h 179"/>
                  <a:gd name="T16" fmla="*/ 35 w 178"/>
                  <a:gd name="T17" fmla="*/ 89 h 179"/>
                  <a:gd name="T18" fmla="*/ 89 w 178"/>
                  <a:gd name="T19" fmla="*/ 3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138" y="179"/>
                      <a:pt x="178" y="139"/>
                      <a:pt x="178" y="89"/>
                    </a:cubicBezTo>
                    <a:cubicBezTo>
                      <a:pt x="178" y="40"/>
                      <a:pt x="138" y="0"/>
                      <a:pt x="89" y="0"/>
                    </a:cubicBezTo>
                    <a:cubicBezTo>
                      <a:pt x="40" y="0"/>
                      <a:pt x="0" y="40"/>
                      <a:pt x="0" y="89"/>
                    </a:cubicBezTo>
                    <a:cubicBezTo>
                      <a:pt x="0" y="139"/>
                      <a:pt x="40" y="179"/>
                      <a:pt x="89" y="179"/>
                    </a:cubicBezTo>
                    <a:close/>
                    <a:moveTo>
                      <a:pt x="89" y="36"/>
                    </a:moveTo>
                    <a:cubicBezTo>
                      <a:pt x="119" y="36"/>
                      <a:pt x="143" y="60"/>
                      <a:pt x="143" y="89"/>
                    </a:cubicBezTo>
                    <a:cubicBezTo>
                      <a:pt x="143" y="119"/>
                      <a:pt x="119" y="143"/>
                      <a:pt x="89" y="143"/>
                    </a:cubicBezTo>
                    <a:cubicBezTo>
                      <a:pt x="59" y="143"/>
                      <a:pt x="35" y="119"/>
                      <a:pt x="35" y="89"/>
                    </a:cubicBezTo>
                    <a:cubicBezTo>
                      <a:pt x="35" y="60"/>
                      <a:pt x="59" y="36"/>
                      <a:pt x="89" y="36"/>
                    </a:cubicBezTo>
                    <a:close/>
                  </a:path>
                </a:pathLst>
              </a:custGeom>
              <a:grpFill/>
              <a:ln>
                <a:noFill/>
              </a:ln>
            </p:spPr>
            <p:txBody>
              <a:bodyPr vert="horz" wrap="square" lIns="91446" tIns="45722" rIns="91446" bIns="45722" numCol="1" anchor="t" anchorCtr="0" compatLnSpc="1"/>
              <a:lstStyle/>
              <a:p>
                <a:endParaRPr lang="id-ID" sz="1100" dirty="0">
                  <a:latin typeface="+mn-ea"/>
                </a:endParaRPr>
              </a:p>
            </p:txBody>
          </p:sp>
          <p:sp>
            <p:nvSpPr>
              <p:cNvPr id="41" name="Freeform 7"/>
              <p:cNvSpPr>
                <a:spLocks noEditPoints="1"/>
              </p:cNvSpPr>
              <p:nvPr/>
            </p:nvSpPr>
            <p:spPr bwMode="auto">
              <a:xfrm>
                <a:off x="3282950" y="-2462213"/>
                <a:ext cx="673100" cy="673100"/>
              </a:xfrm>
              <a:custGeom>
                <a:avLst/>
                <a:gdLst>
                  <a:gd name="T0" fmla="*/ 90 w 179"/>
                  <a:gd name="T1" fmla="*/ 0 h 179"/>
                  <a:gd name="T2" fmla="*/ 0 w 179"/>
                  <a:gd name="T3" fmla="*/ 89 h 179"/>
                  <a:gd name="T4" fmla="*/ 90 w 179"/>
                  <a:gd name="T5" fmla="*/ 179 h 179"/>
                  <a:gd name="T6" fmla="*/ 179 w 179"/>
                  <a:gd name="T7" fmla="*/ 89 h 179"/>
                  <a:gd name="T8" fmla="*/ 90 w 179"/>
                  <a:gd name="T9" fmla="*/ 0 h 179"/>
                  <a:gd name="T10" fmla="*/ 90 w 179"/>
                  <a:gd name="T11" fmla="*/ 143 h 179"/>
                  <a:gd name="T12" fmla="*/ 36 w 179"/>
                  <a:gd name="T13" fmla="*/ 89 h 179"/>
                  <a:gd name="T14" fmla="*/ 90 w 179"/>
                  <a:gd name="T15" fmla="*/ 36 h 179"/>
                  <a:gd name="T16" fmla="*/ 143 w 179"/>
                  <a:gd name="T17" fmla="*/ 89 h 179"/>
                  <a:gd name="T18" fmla="*/ 90 w 179"/>
                  <a:gd name="T19" fmla="*/ 14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9">
                    <a:moveTo>
                      <a:pt x="90" y="0"/>
                    </a:moveTo>
                    <a:cubicBezTo>
                      <a:pt x="40" y="0"/>
                      <a:pt x="0" y="40"/>
                      <a:pt x="0" y="89"/>
                    </a:cubicBezTo>
                    <a:cubicBezTo>
                      <a:pt x="0" y="139"/>
                      <a:pt x="40" y="179"/>
                      <a:pt x="90" y="179"/>
                    </a:cubicBezTo>
                    <a:cubicBezTo>
                      <a:pt x="139" y="179"/>
                      <a:pt x="179" y="139"/>
                      <a:pt x="179" y="89"/>
                    </a:cubicBezTo>
                    <a:cubicBezTo>
                      <a:pt x="179" y="40"/>
                      <a:pt x="139" y="0"/>
                      <a:pt x="90" y="0"/>
                    </a:cubicBezTo>
                    <a:close/>
                    <a:moveTo>
                      <a:pt x="90" y="143"/>
                    </a:moveTo>
                    <a:cubicBezTo>
                      <a:pt x="60" y="143"/>
                      <a:pt x="36" y="119"/>
                      <a:pt x="36" y="89"/>
                    </a:cubicBezTo>
                    <a:cubicBezTo>
                      <a:pt x="36" y="60"/>
                      <a:pt x="60" y="36"/>
                      <a:pt x="90" y="36"/>
                    </a:cubicBezTo>
                    <a:cubicBezTo>
                      <a:pt x="119" y="36"/>
                      <a:pt x="143" y="60"/>
                      <a:pt x="143" y="89"/>
                    </a:cubicBezTo>
                    <a:cubicBezTo>
                      <a:pt x="143" y="119"/>
                      <a:pt x="119" y="143"/>
                      <a:pt x="90" y="143"/>
                    </a:cubicBezTo>
                    <a:close/>
                  </a:path>
                </a:pathLst>
              </a:custGeom>
              <a:grpFill/>
              <a:ln>
                <a:noFill/>
              </a:ln>
            </p:spPr>
            <p:txBody>
              <a:bodyPr vert="horz" wrap="square" lIns="91446" tIns="45722" rIns="91446" bIns="45722" numCol="1" anchor="t" anchorCtr="0" compatLnSpc="1"/>
              <a:lstStyle/>
              <a:p>
                <a:endParaRPr lang="id-ID" sz="1100" dirty="0">
                  <a:latin typeface="+mn-ea"/>
                </a:endParaRPr>
              </a:p>
            </p:txBody>
          </p:sp>
          <p:sp>
            <p:nvSpPr>
              <p:cNvPr id="42" name="Freeform 8"/>
              <p:cNvSpPr>
                <a:spLocks noEditPoints="1"/>
              </p:cNvSpPr>
              <p:nvPr/>
            </p:nvSpPr>
            <p:spPr bwMode="auto">
              <a:xfrm>
                <a:off x="728662" y="-446088"/>
                <a:ext cx="538163" cy="536575"/>
              </a:xfrm>
              <a:custGeom>
                <a:avLst/>
                <a:gdLst>
                  <a:gd name="T0" fmla="*/ 0 w 143"/>
                  <a:gd name="T1" fmla="*/ 72 h 143"/>
                  <a:gd name="T2" fmla="*/ 72 w 143"/>
                  <a:gd name="T3" fmla="*/ 143 h 143"/>
                  <a:gd name="T4" fmla="*/ 143 w 143"/>
                  <a:gd name="T5" fmla="*/ 72 h 143"/>
                  <a:gd name="T6" fmla="*/ 72 w 143"/>
                  <a:gd name="T7" fmla="*/ 0 h 143"/>
                  <a:gd name="T8" fmla="*/ 0 w 143"/>
                  <a:gd name="T9" fmla="*/ 72 h 143"/>
                  <a:gd name="T10" fmla="*/ 72 w 143"/>
                  <a:gd name="T11" fmla="*/ 36 h 143"/>
                  <a:gd name="T12" fmla="*/ 107 w 143"/>
                  <a:gd name="T13" fmla="*/ 72 h 143"/>
                  <a:gd name="T14" fmla="*/ 72 w 143"/>
                  <a:gd name="T15" fmla="*/ 108 h 143"/>
                  <a:gd name="T16" fmla="*/ 36 w 143"/>
                  <a:gd name="T17" fmla="*/ 72 h 143"/>
                  <a:gd name="T18" fmla="*/ 72 w 143"/>
                  <a:gd name="T19" fmla="*/ 3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0" y="72"/>
                    </a:moveTo>
                    <a:cubicBezTo>
                      <a:pt x="0" y="111"/>
                      <a:pt x="32" y="143"/>
                      <a:pt x="72" y="143"/>
                    </a:cubicBezTo>
                    <a:cubicBezTo>
                      <a:pt x="111" y="143"/>
                      <a:pt x="143" y="111"/>
                      <a:pt x="143" y="72"/>
                    </a:cubicBezTo>
                    <a:cubicBezTo>
                      <a:pt x="143" y="32"/>
                      <a:pt x="111" y="0"/>
                      <a:pt x="72" y="0"/>
                    </a:cubicBezTo>
                    <a:cubicBezTo>
                      <a:pt x="32" y="0"/>
                      <a:pt x="0" y="32"/>
                      <a:pt x="0" y="72"/>
                    </a:cubicBezTo>
                    <a:close/>
                    <a:moveTo>
                      <a:pt x="72" y="36"/>
                    </a:moveTo>
                    <a:cubicBezTo>
                      <a:pt x="91" y="36"/>
                      <a:pt x="107" y="52"/>
                      <a:pt x="107" y="72"/>
                    </a:cubicBezTo>
                    <a:cubicBezTo>
                      <a:pt x="107" y="92"/>
                      <a:pt x="91" y="108"/>
                      <a:pt x="72" y="108"/>
                    </a:cubicBezTo>
                    <a:cubicBezTo>
                      <a:pt x="52" y="108"/>
                      <a:pt x="36" y="92"/>
                      <a:pt x="36" y="72"/>
                    </a:cubicBezTo>
                    <a:cubicBezTo>
                      <a:pt x="36" y="52"/>
                      <a:pt x="52" y="36"/>
                      <a:pt x="72" y="36"/>
                    </a:cubicBezTo>
                    <a:close/>
                  </a:path>
                </a:pathLst>
              </a:custGeom>
              <a:grpFill/>
              <a:ln>
                <a:noFill/>
              </a:ln>
            </p:spPr>
            <p:txBody>
              <a:bodyPr vert="horz" wrap="square" lIns="91446" tIns="45722" rIns="91446" bIns="45722" numCol="1" anchor="t" anchorCtr="0" compatLnSpc="1"/>
              <a:lstStyle/>
              <a:p>
                <a:endParaRPr lang="id-ID" sz="1100" dirty="0">
                  <a:latin typeface="+mn-ea"/>
                </a:endParaRPr>
              </a:p>
            </p:txBody>
          </p:sp>
          <p:sp>
            <p:nvSpPr>
              <p:cNvPr id="43" name="Oval 9"/>
              <p:cNvSpPr>
                <a:spLocks noChangeArrowheads="1"/>
              </p:cNvSpPr>
              <p:nvPr/>
            </p:nvSpPr>
            <p:spPr bwMode="auto">
              <a:xfrm>
                <a:off x="1266825" y="496888"/>
                <a:ext cx="269875" cy="266700"/>
              </a:xfrm>
              <a:prstGeom prst="ellipse">
                <a:avLst/>
              </a:prstGeom>
              <a:grpFill/>
              <a:ln>
                <a:noFill/>
              </a:ln>
            </p:spPr>
            <p:txBody>
              <a:bodyPr vert="horz" wrap="square" lIns="91446" tIns="45722" rIns="91446" bIns="45722" numCol="1" anchor="t" anchorCtr="0" compatLnSpc="1"/>
              <a:lstStyle/>
              <a:p>
                <a:endParaRPr lang="id-ID" sz="1100" dirty="0">
                  <a:latin typeface="+mn-ea"/>
                </a:endParaRPr>
              </a:p>
            </p:txBody>
          </p:sp>
          <p:sp>
            <p:nvSpPr>
              <p:cNvPr id="44" name="Oval 10"/>
              <p:cNvSpPr>
                <a:spLocks noChangeArrowheads="1"/>
              </p:cNvSpPr>
              <p:nvPr/>
            </p:nvSpPr>
            <p:spPr bwMode="auto">
              <a:xfrm>
                <a:off x="3417887" y="-1522413"/>
                <a:ext cx="269875" cy="271463"/>
              </a:xfrm>
              <a:prstGeom prst="ellipse">
                <a:avLst/>
              </a:prstGeom>
              <a:grpFill/>
              <a:ln>
                <a:noFill/>
              </a:ln>
            </p:spPr>
            <p:txBody>
              <a:bodyPr vert="horz" wrap="square" lIns="91446" tIns="45722" rIns="91446" bIns="45722" numCol="1" anchor="t" anchorCtr="0" compatLnSpc="1"/>
              <a:lstStyle/>
              <a:p>
                <a:endParaRPr lang="id-ID" sz="1100" dirty="0">
                  <a:latin typeface="+mn-ea"/>
                </a:endParaRPr>
              </a:p>
            </p:txBody>
          </p:sp>
        </p:grpSp>
      </p:grpSp>
      <p:grpSp>
        <p:nvGrpSpPr>
          <p:cNvPr id="45" name="Group 72"/>
          <p:cNvGrpSpPr/>
          <p:nvPr/>
        </p:nvGrpSpPr>
        <p:grpSpPr>
          <a:xfrm>
            <a:off x="7738059" y="5034315"/>
            <a:ext cx="341257" cy="341257"/>
            <a:chOff x="18133744" y="4411134"/>
            <a:chExt cx="1312504" cy="1312333"/>
          </a:xfrm>
        </p:grpSpPr>
        <p:sp>
          <p:nvSpPr>
            <p:cNvPr id="46" name="Oval 73"/>
            <p:cNvSpPr/>
            <p:nvPr/>
          </p:nvSpPr>
          <p:spPr bwMode="auto">
            <a:xfrm>
              <a:off x="18133744" y="4411134"/>
              <a:ext cx="1312504" cy="1312333"/>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200">
                <a:defRPr/>
              </a:pPr>
              <a:endParaRPr lang="en-US" sz="1100" dirty="0">
                <a:latin typeface="+mn-ea"/>
              </a:endParaRPr>
            </a:p>
          </p:txBody>
        </p:sp>
        <p:grpSp>
          <p:nvGrpSpPr>
            <p:cNvPr id="47" name="Group 74"/>
            <p:cNvGrpSpPr/>
            <p:nvPr/>
          </p:nvGrpSpPr>
          <p:grpSpPr>
            <a:xfrm>
              <a:off x="18553888" y="4778440"/>
              <a:ext cx="515282" cy="537326"/>
              <a:chOff x="-251803" y="2267153"/>
              <a:chExt cx="2078037" cy="2166938"/>
            </a:xfrm>
            <a:solidFill>
              <a:schemeClr val="bg1"/>
            </a:solidFill>
          </p:grpSpPr>
          <p:sp>
            <p:nvSpPr>
              <p:cNvPr id="48" name="Freeform 22"/>
              <p:cNvSpPr/>
              <p:nvPr/>
            </p:nvSpPr>
            <p:spPr bwMode="auto">
              <a:xfrm>
                <a:off x="57759" y="2267153"/>
                <a:ext cx="1768475" cy="1522413"/>
              </a:xfrm>
              <a:custGeom>
                <a:avLst/>
                <a:gdLst>
                  <a:gd name="T0" fmla="*/ 432 w 469"/>
                  <a:gd name="T1" fmla="*/ 0 h 404"/>
                  <a:gd name="T2" fmla="*/ 0 w 469"/>
                  <a:gd name="T3" fmla="*/ 0 h 404"/>
                  <a:gd name="T4" fmla="*/ 147 w 469"/>
                  <a:gd name="T5" fmla="*/ 73 h 404"/>
                  <a:gd name="T6" fmla="*/ 395 w 469"/>
                  <a:gd name="T7" fmla="*/ 73 h 404"/>
                  <a:gd name="T8" fmla="*/ 395 w 469"/>
                  <a:gd name="T9" fmla="*/ 110 h 404"/>
                  <a:gd name="T10" fmla="*/ 220 w 469"/>
                  <a:gd name="T11" fmla="*/ 110 h 404"/>
                  <a:gd name="T12" fmla="*/ 269 w 469"/>
                  <a:gd name="T13" fmla="*/ 134 h 404"/>
                  <a:gd name="T14" fmla="*/ 314 w 469"/>
                  <a:gd name="T15" fmla="*/ 184 h 404"/>
                  <a:gd name="T16" fmla="*/ 395 w 469"/>
                  <a:gd name="T17" fmla="*/ 184 h 404"/>
                  <a:gd name="T18" fmla="*/ 395 w 469"/>
                  <a:gd name="T19" fmla="*/ 220 h 404"/>
                  <a:gd name="T20" fmla="*/ 322 w 469"/>
                  <a:gd name="T21" fmla="*/ 220 h 404"/>
                  <a:gd name="T22" fmla="*/ 322 w 469"/>
                  <a:gd name="T23" fmla="*/ 404 h 404"/>
                  <a:gd name="T24" fmla="*/ 432 w 469"/>
                  <a:gd name="T25" fmla="*/ 404 h 404"/>
                  <a:gd name="T26" fmla="*/ 469 w 469"/>
                  <a:gd name="T27" fmla="*/ 367 h 404"/>
                  <a:gd name="T28" fmla="*/ 469 w 469"/>
                  <a:gd name="T29" fmla="*/ 37 h 404"/>
                  <a:gd name="T30" fmla="*/ 432 w 469"/>
                  <a:gd name="T31"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9" h="404">
                    <a:moveTo>
                      <a:pt x="432" y="0"/>
                    </a:moveTo>
                    <a:cubicBezTo>
                      <a:pt x="0" y="0"/>
                      <a:pt x="0" y="0"/>
                      <a:pt x="0" y="0"/>
                    </a:cubicBezTo>
                    <a:cubicBezTo>
                      <a:pt x="147" y="73"/>
                      <a:pt x="147" y="73"/>
                      <a:pt x="147" y="73"/>
                    </a:cubicBezTo>
                    <a:cubicBezTo>
                      <a:pt x="395" y="73"/>
                      <a:pt x="395" y="73"/>
                      <a:pt x="395" y="73"/>
                    </a:cubicBezTo>
                    <a:cubicBezTo>
                      <a:pt x="395" y="110"/>
                      <a:pt x="395" y="110"/>
                      <a:pt x="395" y="110"/>
                    </a:cubicBezTo>
                    <a:cubicBezTo>
                      <a:pt x="220" y="110"/>
                      <a:pt x="220" y="110"/>
                      <a:pt x="220" y="110"/>
                    </a:cubicBezTo>
                    <a:cubicBezTo>
                      <a:pt x="269" y="134"/>
                      <a:pt x="269" y="134"/>
                      <a:pt x="269" y="134"/>
                    </a:cubicBezTo>
                    <a:cubicBezTo>
                      <a:pt x="288" y="144"/>
                      <a:pt x="304" y="163"/>
                      <a:pt x="314" y="184"/>
                    </a:cubicBezTo>
                    <a:cubicBezTo>
                      <a:pt x="395" y="184"/>
                      <a:pt x="395" y="184"/>
                      <a:pt x="395" y="184"/>
                    </a:cubicBezTo>
                    <a:cubicBezTo>
                      <a:pt x="395" y="220"/>
                      <a:pt x="395" y="220"/>
                      <a:pt x="395" y="220"/>
                    </a:cubicBezTo>
                    <a:cubicBezTo>
                      <a:pt x="322" y="220"/>
                      <a:pt x="322" y="220"/>
                      <a:pt x="322" y="220"/>
                    </a:cubicBezTo>
                    <a:cubicBezTo>
                      <a:pt x="322" y="404"/>
                      <a:pt x="322" y="404"/>
                      <a:pt x="322" y="404"/>
                    </a:cubicBezTo>
                    <a:cubicBezTo>
                      <a:pt x="432" y="404"/>
                      <a:pt x="432" y="404"/>
                      <a:pt x="432" y="404"/>
                    </a:cubicBezTo>
                    <a:cubicBezTo>
                      <a:pt x="452" y="404"/>
                      <a:pt x="469" y="387"/>
                      <a:pt x="469" y="367"/>
                    </a:cubicBezTo>
                    <a:cubicBezTo>
                      <a:pt x="469" y="37"/>
                      <a:pt x="469" y="37"/>
                      <a:pt x="469" y="37"/>
                    </a:cubicBezTo>
                    <a:cubicBezTo>
                      <a:pt x="469" y="17"/>
                      <a:pt x="452" y="0"/>
                      <a:pt x="432" y="0"/>
                    </a:cubicBezTo>
                    <a:close/>
                  </a:path>
                </a:pathLst>
              </a:custGeom>
              <a:grpFill/>
              <a:ln>
                <a:noFill/>
              </a:ln>
            </p:spPr>
            <p:txBody>
              <a:bodyPr vert="horz" wrap="square" lIns="91446" tIns="45722" rIns="91446" bIns="45722" numCol="1" anchor="t" anchorCtr="0" compatLnSpc="1"/>
              <a:lstStyle/>
              <a:p>
                <a:endParaRPr lang="id-ID" sz="1100" dirty="0">
                  <a:latin typeface="+mn-ea"/>
                </a:endParaRPr>
              </a:p>
            </p:txBody>
          </p:sp>
          <p:sp>
            <p:nvSpPr>
              <p:cNvPr id="49" name="Freeform 23"/>
              <p:cNvSpPr>
                <a:spLocks noEditPoints="1"/>
              </p:cNvSpPr>
              <p:nvPr/>
            </p:nvSpPr>
            <p:spPr bwMode="auto">
              <a:xfrm>
                <a:off x="-251803" y="2314778"/>
                <a:ext cx="1384300" cy="2119313"/>
              </a:xfrm>
              <a:custGeom>
                <a:avLst/>
                <a:gdLst>
                  <a:gd name="T0" fmla="*/ 334 w 367"/>
                  <a:gd name="T1" fmla="*/ 154 h 562"/>
                  <a:gd name="T2" fmla="*/ 33 w 367"/>
                  <a:gd name="T3" fmla="*/ 3 h 562"/>
                  <a:gd name="T4" fmla="*/ 20 w 367"/>
                  <a:gd name="T5" fmla="*/ 0 h 562"/>
                  <a:gd name="T6" fmla="*/ 0 w 367"/>
                  <a:gd name="T7" fmla="*/ 24 h 562"/>
                  <a:gd name="T8" fmla="*/ 0 w 367"/>
                  <a:gd name="T9" fmla="*/ 354 h 562"/>
                  <a:gd name="T10" fmla="*/ 33 w 367"/>
                  <a:gd name="T11" fmla="*/ 407 h 562"/>
                  <a:gd name="T12" fmla="*/ 334 w 367"/>
                  <a:gd name="T13" fmla="*/ 558 h 562"/>
                  <a:gd name="T14" fmla="*/ 348 w 367"/>
                  <a:gd name="T15" fmla="*/ 562 h 562"/>
                  <a:gd name="T16" fmla="*/ 367 w 367"/>
                  <a:gd name="T17" fmla="*/ 538 h 562"/>
                  <a:gd name="T18" fmla="*/ 367 w 367"/>
                  <a:gd name="T19" fmla="*/ 207 h 562"/>
                  <a:gd name="T20" fmla="*/ 334 w 367"/>
                  <a:gd name="T21" fmla="*/ 154 h 562"/>
                  <a:gd name="T22" fmla="*/ 257 w 367"/>
                  <a:gd name="T23" fmla="*/ 391 h 562"/>
                  <a:gd name="T24" fmla="*/ 220 w 367"/>
                  <a:gd name="T25" fmla="*/ 336 h 562"/>
                  <a:gd name="T26" fmla="*/ 257 w 367"/>
                  <a:gd name="T27" fmla="*/ 281 h 562"/>
                  <a:gd name="T28" fmla="*/ 294 w 367"/>
                  <a:gd name="T29" fmla="*/ 336 h 562"/>
                  <a:gd name="T30" fmla="*/ 257 w 367"/>
                  <a:gd name="T31" fmla="*/ 391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7" h="562">
                    <a:moveTo>
                      <a:pt x="334" y="154"/>
                    </a:moveTo>
                    <a:cubicBezTo>
                      <a:pt x="33" y="3"/>
                      <a:pt x="33" y="3"/>
                      <a:pt x="33" y="3"/>
                    </a:cubicBezTo>
                    <a:cubicBezTo>
                      <a:pt x="28" y="1"/>
                      <a:pt x="24" y="0"/>
                      <a:pt x="20" y="0"/>
                    </a:cubicBezTo>
                    <a:cubicBezTo>
                      <a:pt x="8" y="0"/>
                      <a:pt x="0" y="9"/>
                      <a:pt x="0" y="24"/>
                    </a:cubicBezTo>
                    <a:cubicBezTo>
                      <a:pt x="0" y="354"/>
                      <a:pt x="0" y="354"/>
                      <a:pt x="0" y="354"/>
                    </a:cubicBezTo>
                    <a:cubicBezTo>
                      <a:pt x="0" y="374"/>
                      <a:pt x="15" y="398"/>
                      <a:pt x="33" y="407"/>
                    </a:cubicBezTo>
                    <a:cubicBezTo>
                      <a:pt x="334" y="558"/>
                      <a:pt x="334" y="558"/>
                      <a:pt x="334" y="558"/>
                    </a:cubicBezTo>
                    <a:cubicBezTo>
                      <a:pt x="339" y="560"/>
                      <a:pt x="344" y="562"/>
                      <a:pt x="348" y="562"/>
                    </a:cubicBezTo>
                    <a:cubicBezTo>
                      <a:pt x="359" y="562"/>
                      <a:pt x="367" y="553"/>
                      <a:pt x="367" y="538"/>
                    </a:cubicBezTo>
                    <a:cubicBezTo>
                      <a:pt x="367" y="207"/>
                      <a:pt x="367" y="207"/>
                      <a:pt x="367" y="207"/>
                    </a:cubicBezTo>
                    <a:cubicBezTo>
                      <a:pt x="367" y="187"/>
                      <a:pt x="352" y="163"/>
                      <a:pt x="334" y="154"/>
                    </a:cubicBezTo>
                    <a:close/>
                    <a:moveTo>
                      <a:pt x="257" y="391"/>
                    </a:moveTo>
                    <a:cubicBezTo>
                      <a:pt x="237" y="391"/>
                      <a:pt x="220" y="366"/>
                      <a:pt x="220" y="336"/>
                    </a:cubicBezTo>
                    <a:cubicBezTo>
                      <a:pt x="220" y="305"/>
                      <a:pt x="237" y="281"/>
                      <a:pt x="257" y="281"/>
                    </a:cubicBezTo>
                    <a:cubicBezTo>
                      <a:pt x="277" y="281"/>
                      <a:pt x="294" y="305"/>
                      <a:pt x="294" y="336"/>
                    </a:cubicBezTo>
                    <a:cubicBezTo>
                      <a:pt x="294" y="366"/>
                      <a:pt x="277" y="391"/>
                      <a:pt x="257" y="391"/>
                    </a:cubicBezTo>
                    <a:close/>
                  </a:path>
                </a:pathLst>
              </a:custGeom>
              <a:grpFill/>
              <a:ln>
                <a:noFill/>
              </a:ln>
            </p:spPr>
            <p:txBody>
              <a:bodyPr vert="horz" wrap="square" lIns="91446" tIns="45722" rIns="91446" bIns="45722" numCol="1" anchor="t" anchorCtr="0" compatLnSpc="1"/>
              <a:lstStyle/>
              <a:p>
                <a:endParaRPr lang="id-ID" sz="1100" dirty="0">
                  <a:latin typeface="+mn-ea"/>
                </a:endParaRPr>
              </a:p>
            </p:txBody>
          </p:sp>
        </p:grpSp>
      </p:grpSp>
      <p:grpSp>
        <p:nvGrpSpPr>
          <p:cNvPr id="50" name="Group 77"/>
          <p:cNvGrpSpPr/>
          <p:nvPr/>
        </p:nvGrpSpPr>
        <p:grpSpPr>
          <a:xfrm>
            <a:off x="10627261" y="5034315"/>
            <a:ext cx="341257" cy="341257"/>
            <a:chOff x="18133730" y="7611534"/>
            <a:chExt cx="1312504" cy="1312332"/>
          </a:xfrm>
        </p:grpSpPr>
        <p:sp>
          <p:nvSpPr>
            <p:cNvPr id="51" name="Oval 78"/>
            <p:cNvSpPr/>
            <p:nvPr/>
          </p:nvSpPr>
          <p:spPr bwMode="auto">
            <a:xfrm>
              <a:off x="18133730" y="7611534"/>
              <a:ext cx="1312504" cy="1312332"/>
            </a:xfrm>
            <a:prstGeom prst="ellipse">
              <a:avLst/>
            </a:prstGeom>
            <a:solidFill>
              <a:srgbClr val="BED36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9200">
                <a:defRPr/>
              </a:pPr>
              <a:endParaRPr lang="en-US" sz="1100" dirty="0">
                <a:latin typeface="+mn-ea"/>
              </a:endParaRPr>
            </a:p>
          </p:txBody>
        </p:sp>
        <p:sp>
          <p:nvSpPr>
            <p:cNvPr id="52" name="Freeform 78"/>
            <p:cNvSpPr>
              <a:spLocks noChangeAspect="1" noEditPoints="1"/>
            </p:cNvSpPr>
            <p:nvPr/>
          </p:nvSpPr>
          <p:spPr bwMode="auto">
            <a:xfrm>
              <a:off x="18439477" y="7868138"/>
              <a:ext cx="744971" cy="722790"/>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91446" tIns="45722" rIns="91446" bIns="45722" numCol="1" anchor="t" anchorCtr="0" compatLnSpc="1"/>
            <a:lstStyle/>
            <a:p>
              <a:endParaRPr lang="id-ID" sz="1100" dirty="0">
                <a:latin typeface="+mn-ea"/>
              </a:endParaRPr>
            </a:p>
          </p:txBody>
        </p:sp>
      </p:grpSp>
      <p:sp>
        <p:nvSpPr>
          <p:cNvPr id="53" name="TextBox 31"/>
          <p:cNvSpPr txBox="1"/>
          <p:nvPr/>
        </p:nvSpPr>
        <p:spPr>
          <a:xfrm>
            <a:off x="8112619" y="5017850"/>
            <a:ext cx="546783" cy="278551"/>
          </a:xfrm>
          <a:prstGeom prst="rect">
            <a:avLst/>
          </a:prstGeom>
          <a:noFill/>
        </p:spPr>
        <p:txBody>
          <a:bodyPr wrap="square" lIns="0" tIns="121933" rIns="0" bIns="0">
            <a:spAutoFit/>
          </a:bodyPr>
          <a:lstStyle/>
          <a:p>
            <a:pPr algn="ctr" defTabSz="1219200">
              <a:lnSpc>
                <a:spcPct val="120000"/>
              </a:lnSpc>
              <a:defRPr/>
            </a:pPr>
            <a:r>
              <a:rPr lang="zh-CN" altLang="en-US" sz="900" b="1" dirty="0">
                <a:solidFill>
                  <a:schemeClr val="tx1">
                    <a:lumMod val="75000"/>
                    <a:lumOff val="25000"/>
                  </a:schemeClr>
                </a:solidFill>
                <a:latin typeface="+mn-ea"/>
                <a:cs typeface="Aparajita" panose="020B0604020202020204" pitchFamily="34" charset="0"/>
              </a:rPr>
              <a:t>示例文字</a:t>
            </a:r>
            <a:endParaRPr lang="zh-CN" altLang="en-US" sz="900" dirty="0">
              <a:solidFill>
                <a:schemeClr val="tx1">
                  <a:lumMod val="75000"/>
                  <a:lumOff val="25000"/>
                </a:schemeClr>
              </a:solidFill>
              <a:latin typeface="+mn-ea"/>
              <a:cs typeface="+mn-ea"/>
              <a:sym typeface="Source Han Serif SC" panose="02020400000000000000" pitchFamily="18" charset="-122"/>
            </a:endParaRPr>
          </a:p>
        </p:txBody>
      </p:sp>
      <p:sp>
        <p:nvSpPr>
          <p:cNvPr id="54" name="TextBox 31"/>
          <p:cNvSpPr txBox="1"/>
          <p:nvPr/>
        </p:nvSpPr>
        <p:spPr>
          <a:xfrm>
            <a:off x="9646455" y="5017850"/>
            <a:ext cx="546783" cy="278551"/>
          </a:xfrm>
          <a:prstGeom prst="rect">
            <a:avLst/>
          </a:prstGeom>
          <a:noFill/>
        </p:spPr>
        <p:txBody>
          <a:bodyPr wrap="square" lIns="0" tIns="121933" rIns="0" bIns="0">
            <a:spAutoFit/>
          </a:bodyPr>
          <a:lstStyle/>
          <a:p>
            <a:pPr algn="ctr" defTabSz="1219200">
              <a:lnSpc>
                <a:spcPct val="120000"/>
              </a:lnSpc>
              <a:defRPr/>
            </a:pPr>
            <a:r>
              <a:rPr lang="zh-CN" altLang="en-US" sz="900" b="1" dirty="0">
                <a:solidFill>
                  <a:schemeClr val="tx1">
                    <a:lumMod val="75000"/>
                    <a:lumOff val="25000"/>
                  </a:schemeClr>
                </a:solidFill>
                <a:latin typeface="+mn-ea"/>
                <a:cs typeface="Aparajita" panose="020B0604020202020204" pitchFamily="34" charset="0"/>
              </a:rPr>
              <a:t>示例文字</a:t>
            </a:r>
            <a:endParaRPr lang="zh-CN" altLang="en-US" sz="900" dirty="0">
              <a:solidFill>
                <a:schemeClr val="tx1">
                  <a:lumMod val="75000"/>
                  <a:lumOff val="25000"/>
                </a:schemeClr>
              </a:solidFill>
              <a:latin typeface="+mn-ea"/>
              <a:cs typeface="+mn-ea"/>
              <a:sym typeface="Source Han Serif SC" panose="02020400000000000000" pitchFamily="18" charset="-122"/>
            </a:endParaRPr>
          </a:p>
        </p:txBody>
      </p:sp>
      <p:sp>
        <p:nvSpPr>
          <p:cNvPr id="55" name="TextBox 31"/>
          <p:cNvSpPr txBox="1"/>
          <p:nvPr/>
        </p:nvSpPr>
        <p:spPr>
          <a:xfrm>
            <a:off x="10999767" y="5017850"/>
            <a:ext cx="546783" cy="278551"/>
          </a:xfrm>
          <a:prstGeom prst="rect">
            <a:avLst/>
          </a:prstGeom>
          <a:noFill/>
        </p:spPr>
        <p:txBody>
          <a:bodyPr wrap="square" lIns="0" tIns="121933" rIns="0" bIns="0">
            <a:spAutoFit/>
          </a:bodyPr>
          <a:lstStyle/>
          <a:p>
            <a:pPr algn="ctr" defTabSz="1219200">
              <a:lnSpc>
                <a:spcPct val="120000"/>
              </a:lnSpc>
              <a:defRPr/>
            </a:pPr>
            <a:r>
              <a:rPr lang="zh-CN" altLang="en-US" sz="900" b="1" dirty="0">
                <a:solidFill>
                  <a:schemeClr val="tx1">
                    <a:lumMod val="75000"/>
                    <a:lumOff val="25000"/>
                  </a:schemeClr>
                </a:solidFill>
                <a:latin typeface="+mn-ea"/>
                <a:cs typeface="Aparajita" panose="020B0604020202020204" pitchFamily="34" charset="0"/>
              </a:rPr>
              <a:t>示例文字</a:t>
            </a:r>
            <a:endParaRPr lang="zh-CN" altLang="en-US" sz="900" dirty="0">
              <a:solidFill>
                <a:schemeClr val="tx1">
                  <a:lumMod val="75000"/>
                  <a:lumOff val="25000"/>
                </a:schemeClr>
              </a:solidFill>
              <a:latin typeface="+mn-ea"/>
              <a:cs typeface="+mn-ea"/>
              <a:sym typeface="Source Han Serif SC" panose="02020400000000000000" pitchFamily="18" charset="-122"/>
            </a:endParaRPr>
          </a:p>
        </p:txBody>
      </p:sp>
      <p:sp>
        <p:nvSpPr>
          <p:cNvPr id="2" name="标题 1"/>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内页</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折线图</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内容页 |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示例</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文字</a:t>
            </a:r>
            <a:endParaRPr lang="zh-CN" altLang="en-US" dirty="0"/>
          </a:p>
        </p:txBody>
      </p:sp>
      <p:sp>
        <p:nvSpPr>
          <p:cNvPr id="4" name="灯片编号占位符 3"/>
          <p:cNvSpPr>
            <a:spLocks noGrp="1"/>
          </p:cNvSpPr>
          <p:nvPr>
            <p:ph type="sldNum" sz="quarter" idx="12"/>
          </p:nvPr>
        </p:nvSpPr>
        <p:spPr/>
        <p:txBody>
          <a:bodyPr/>
          <a:lstStyle/>
          <a:p>
            <a:fld id="{153AF625-0792-41B6-A2B6-BF3733C00B4B}" type="slidenum">
              <a:rPr lang="zh-CN" altLang="en-US" smtClean="0"/>
              <a:t>16</a:t>
            </a:fld>
            <a:endParaRPr lang="zh-CN" altLang="en-US"/>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8131" y="1246596"/>
            <a:ext cx="12113869" cy="4709494"/>
            <a:chOff x="1599394" y="2570063"/>
            <a:chExt cx="21646239" cy="8473148"/>
          </a:xfrm>
        </p:grpSpPr>
        <p:graphicFrame>
          <p:nvGraphicFramePr>
            <p:cNvPr id="4" name="Chart 33"/>
            <p:cNvGraphicFramePr/>
            <p:nvPr/>
          </p:nvGraphicFramePr>
          <p:xfrm>
            <a:off x="1599394" y="3528757"/>
            <a:ext cx="5890341" cy="548411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34"/>
            <p:cNvGraphicFramePr/>
            <p:nvPr/>
          </p:nvGraphicFramePr>
          <p:xfrm>
            <a:off x="6803449" y="3528757"/>
            <a:ext cx="5890341" cy="548411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35"/>
            <p:cNvGraphicFramePr/>
            <p:nvPr/>
          </p:nvGraphicFramePr>
          <p:xfrm>
            <a:off x="12074297" y="3528757"/>
            <a:ext cx="5890341" cy="548411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Chart 36"/>
            <p:cNvGraphicFramePr/>
            <p:nvPr/>
          </p:nvGraphicFramePr>
          <p:xfrm>
            <a:off x="17355292" y="3528757"/>
            <a:ext cx="5890341" cy="5484114"/>
          </p:xfrm>
          <a:graphic>
            <a:graphicData uri="http://schemas.openxmlformats.org/drawingml/2006/chart">
              <c:chart xmlns:c="http://schemas.openxmlformats.org/drawingml/2006/chart" xmlns:r="http://schemas.openxmlformats.org/officeDocument/2006/relationships" r:id="rId7"/>
            </a:graphicData>
          </a:graphic>
        </p:graphicFrame>
        <p:sp>
          <p:nvSpPr>
            <p:cNvPr id="8" name="Text Placeholder 5"/>
            <p:cNvSpPr txBox="1"/>
            <p:nvPr/>
          </p:nvSpPr>
          <p:spPr>
            <a:xfrm>
              <a:off x="2180670" y="9418289"/>
              <a:ext cx="4671651" cy="1624922"/>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a:sym typeface="Source Han Serif SC" panose="02020400000000000000" pitchFamily="18" charset="-122"/>
                </a:rPr>
                <a:t>示例文字示例文字示例文字</a:t>
              </a:r>
            </a:p>
          </p:txBody>
        </p:sp>
        <p:sp>
          <p:nvSpPr>
            <p:cNvPr id="9" name="Text Placeholder 5"/>
            <p:cNvSpPr txBox="1"/>
            <p:nvPr/>
          </p:nvSpPr>
          <p:spPr>
            <a:xfrm>
              <a:off x="7412794" y="9418289"/>
              <a:ext cx="4671651" cy="1624922"/>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a:sym typeface="Source Han Serif SC" panose="02020400000000000000" pitchFamily="18" charset="-122"/>
                </a:rPr>
                <a:t>示例文字示例文字示例文字</a:t>
              </a:r>
            </a:p>
          </p:txBody>
        </p:sp>
        <p:sp>
          <p:nvSpPr>
            <p:cNvPr id="12" name="Text Placeholder 5"/>
            <p:cNvSpPr txBox="1"/>
            <p:nvPr/>
          </p:nvSpPr>
          <p:spPr>
            <a:xfrm>
              <a:off x="12683641" y="9418289"/>
              <a:ext cx="4671651" cy="1624922"/>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a:sym typeface="Source Han Serif SC" panose="02020400000000000000" pitchFamily="18" charset="-122"/>
                </a:rPr>
                <a:t>示例文字示例文字示例文字</a:t>
              </a:r>
            </a:p>
          </p:txBody>
        </p:sp>
        <p:sp>
          <p:nvSpPr>
            <p:cNvPr id="13" name="Text Placeholder 5"/>
            <p:cNvSpPr txBox="1"/>
            <p:nvPr/>
          </p:nvSpPr>
          <p:spPr>
            <a:xfrm>
              <a:off x="17964635" y="9418289"/>
              <a:ext cx="4671651" cy="1624922"/>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a:sym typeface="Source Han Serif SC" panose="02020400000000000000" pitchFamily="18" charset="-122"/>
                </a:rPr>
                <a:t>示例文字示例文字示例文字</a:t>
              </a:r>
            </a:p>
          </p:txBody>
        </p:sp>
        <p:sp>
          <p:nvSpPr>
            <p:cNvPr id="14" name="Rectangle 41"/>
            <p:cNvSpPr/>
            <p:nvPr/>
          </p:nvSpPr>
          <p:spPr>
            <a:xfrm>
              <a:off x="3189827" y="2570063"/>
              <a:ext cx="2709474" cy="883216"/>
            </a:xfrm>
            <a:prstGeom prst="rect">
              <a:avLst/>
            </a:prstGeom>
          </p:spPr>
          <p:txBody>
            <a:bodyPr wrap="square">
              <a:spAutoFit/>
            </a:bodyPr>
            <a:lstStyle/>
            <a:p>
              <a:pPr algn="ctr">
                <a:lnSpc>
                  <a:spcPts val="3730"/>
                </a:lnSpc>
              </a:pPr>
              <a:r>
                <a:rPr lang="zh-CN" alt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rPr>
                <a:t>标题</a:t>
              </a:r>
            </a:p>
          </p:txBody>
        </p:sp>
        <p:sp>
          <p:nvSpPr>
            <p:cNvPr id="15" name="Rectangle 42"/>
            <p:cNvSpPr/>
            <p:nvPr/>
          </p:nvSpPr>
          <p:spPr>
            <a:xfrm>
              <a:off x="8393883" y="2570063"/>
              <a:ext cx="2709474" cy="883216"/>
            </a:xfrm>
            <a:prstGeom prst="rect">
              <a:avLst/>
            </a:prstGeom>
          </p:spPr>
          <p:txBody>
            <a:bodyPr wrap="square">
              <a:spAutoFit/>
            </a:bodyPr>
            <a:lstStyle/>
            <a:p>
              <a:pPr algn="ctr">
                <a:lnSpc>
                  <a:spcPts val="3730"/>
                </a:lnSpc>
              </a:pPr>
              <a:r>
                <a:rPr lang="zh-CN" alt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rPr>
                <a:t>标题</a:t>
              </a:r>
              <a:endParaRPr 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endParaRPr>
            </a:p>
          </p:txBody>
        </p:sp>
        <p:sp>
          <p:nvSpPr>
            <p:cNvPr id="16" name="Rectangle 43"/>
            <p:cNvSpPr/>
            <p:nvPr/>
          </p:nvSpPr>
          <p:spPr>
            <a:xfrm>
              <a:off x="13664728" y="2570063"/>
              <a:ext cx="2709474" cy="883216"/>
            </a:xfrm>
            <a:prstGeom prst="rect">
              <a:avLst/>
            </a:prstGeom>
          </p:spPr>
          <p:txBody>
            <a:bodyPr wrap="square">
              <a:spAutoFit/>
            </a:bodyPr>
            <a:lstStyle/>
            <a:p>
              <a:pPr algn="ctr">
                <a:lnSpc>
                  <a:spcPts val="3730"/>
                </a:lnSpc>
              </a:pPr>
              <a:r>
                <a:rPr lang="zh-CN" alt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rPr>
                <a:t>标题</a:t>
              </a:r>
              <a:endParaRPr 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endParaRPr>
            </a:p>
          </p:txBody>
        </p:sp>
        <p:sp>
          <p:nvSpPr>
            <p:cNvPr id="17" name="Rectangle 44"/>
            <p:cNvSpPr/>
            <p:nvPr/>
          </p:nvSpPr>
          <p:spPr>
            <a:xfrm>
              <a:off x="18932676" y="2570063"/>
              <a:ext cx="2709474" cy="883216"/>
            </a:xfrm>
            <a:prstGeom prst="rect">
              <a:avLst/>
            </a:prstGeom>
          </p:spPr>
          <p:txBody>
            <a:bodyPr wrap="square">
              <a:spAutoFit/>
            </a:bodyPr>
            <a:lstStyle/>
            <a:p>
              <a:pPr algn="ctr">
                <a:lnSpc>
                  <a:spcPts val="3730"/>
                </a:lnSpc>
              </a:pPr>
              <a:r>
                <a:rPr lang="zh-CN" alt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rPr>
                <a:t>标题</a:t>
              </a:r>
              <a:endParaRPr lang="en-US" sz="1400" b="1" dirty="0">
                <a:solidFill>
                  <a:schemeClr val="bg2">
                    <a:lumMod val="10000"/>
                  </a:schemeClr>
                </a:solidFill>
                <a:latin typeface="微软雅黑" panose="020B0503020204020204" pitchFamily="34" charset="-122"/>
                <a:ea typeface="微软雅黑" panose="020B0503020204020204" pitchFamily="34" charset="-122"/>
                <a:cs typeface="Glegoo"/>
                <a:sym typeface="Source Han Serif SC" panose="02020400000000000000" pitchFamily="18" charset="-122"/>
              </a:endParaRPr>
            </a:p>
          </p:txBody>
        </p:sp>
      </p:grpSp>
      <p:sp>
        <p:nvSpPr>
          <p:cNvPr id="3" name="标题 2"/>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内页</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饼图</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内容页 |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示例</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文字</a:t>
            </a:r>
            <a:endParaRPr lang="zh-CN" altLang="en-US" dirty="0"/>
          </a:p>
        </p:txBody>
      </p:sp>
      <p:sp>
        <p:nvSpPr>
          <p:cNvPr id="11" name="灯片编号占位符 10"/>
          <p:cNvSpPr>
            <a:spLocks noGrp="1"/>
          </p:cNvSpPr>
          <p:nvPr>
            <p:ph type="sldNum" sz="quarter" idx="12"/>
          </p:nvPr>
        </p:nvSpPr>
        <p:spPr/>
        <p:txBody>
          <a:bodyPr/>
          <a:lstStyle/>
          <a:p>
            <a:fld id="{153AF625-0792-41B6-A2B6-BF3733C00B4B}" type="slidenum">
              <a:rPr lang="zh-CN" altLang="en-US" smtClean="0"/>
              <a:t>17</a:t>
            </a:fld>
            <a:endParaRPr lang="zh-CN" altLang="en-US"/>
          </a:p>
        </p:txBody>
      </p:sp>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标题 3"/>
          <p:cNvSpPr txBox="1"/>
          <p:nvPr/>
        </p:nvSpPr>
        <p:spPr>
          <a:xfrm>
            <a:off x="656590" y="1228980"/>
            <a:ext cx="1644015" cy="705485"/>
          </a:xfrm>
          <a:prstGeom prst="rect">
            <a:avLst/>
          </a:prstGeom>
          <a:noFill/>
        </p:spPr>
        <p:txBody>
          <a:bodyPr anchor="ctr" anchorCtr="0"/>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1400" spc="0" dirty="0">
                <a:solidFill>
                  <a:schemeClr val="tx1">
                    <a:lumMod val="60000"/>
                    <a:lumOff val="40000"/>
                  </a:schemeClr>
                </a:solidFill>
                <a:latin typeface="微软雅黑" panose="020B0503020204020204" pitchFamily="34" charset="-122"/>
                <a:cs typeface="微软雅黑" panose="020B0503020204020204" pitchFamily="34" charset="-122"/>
              </a:rPr>
              <a:t>品牌标准色</a:t>
            </a:r>
          </a:p>
        </p:txBody>
      </p:sp>
      <p:sp>
        <p:nvSpPr>
          <p:cNvPr id="56" name="标题 3"/>
          <p:cNvSpPr>
            <a:spLocks noGrp="1"/>
          </p:cNvSpPr>
          <p:nvPr/>
        </p:nvSpPr>
        <p:spPr>
          <a:xfrm>
            <a:off x="656590" y="3635350"/>
            <a:ext cx="1644015" cy="705485"/>
          </a:xfrm>
          <a:prstGeom prst="rect">
            <a:avLst/>
          </a:prstGeom>
          <a:noFill/>
        </p:spPr>
        <p:txBody>
          <a:bodyPr vert="horz" lIns="90000" tIns="46800" rIns="90000" bIns="46800" rtlCol="0" anchor="ctr" anchorCtr="0">
            <a:norm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altLang="en-US" sz="1400" spc="0" dirty="0">
                <a:solidFill>
                  <a:schemeClr val="tx1">
                    <a:lumMod val="60000"/>
                    <a:lumOff val="40000"/>
                  </a:schemeClr>
                </a:solidFill>
                <a:uFillTx/>
                <a:latin typeface="微软雅黑" panose="020B0503020204020204" pitchFamily="34" charset="-122"/>
                <a:cs typeface="微软雅黑" panose="020B0503020204020204" pitchFamily="34" charset="-122"/>
              </a:rPr>
              <a:t>品牌辅助色</a:t>
            </a:r>
            <a:endParaRPr lang="zh-CN" altLang="en-US" sz="1400" spc="500" dirty="0">
              <a:solidFill>
                <a:schemeClr val="tx1">
                  <a:lumMod val="60000"/>
                  <a:lumOff val="40000"/>
                </a:schemeClr>
              </a:solidFill>
              <a:uFillTx/>
              <a:latin typeface="微软雅黑" panose="020B0503020204020204" pitchFamily="34" charset="-122"/>
              <a:cs typeface="微软雅黑" panose="020B0503020204020204" pitchFamily="34" charset="-122"/>
            </a:endParaRPr>
          </a:p>
        </p:txBody>
      </p:sp>
      <p:sp>
        <p:nvSpPr>
          <p:cNvPr id="59" name="圆角矩形 58"/>
          <p:cNvSpPr/>
          <p:nvPr/>
        </p:nvSpPr>
        <p:spPr>
          <a:xfrm>
            <a:off x="1942720" y="1292480"/>
            <a:ext cx="785495" cy="641985"/>
          </a:xfrm>
          <a:prstGeom prst="roundRect">
            <a:avLst>
              <a:gd name="adj" fmla="val 0"/>
            </a:avLst>
          </a:prstGeom>
          <a:solidFill>
            <a:srgbClr val="E6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9A887"/>
              </a:solidFill>
              <a:latin typeface="微软雅黑" panose="020B0503020204020204" pitchFamily="34" charset="-122"/>
              <a:ea typeface="微软雅黑" panose="020B0503020204020204" pitchFamily="34" charset="-122"/>
            </a:endParaRPr>
          </a:p>
        </p:txBody>
      </p:sp>
      <p:sp>
        <p:nvSpPr>
          <p:cNvPr id="60" name="圆角矩形 59"/>
          <p:cNvSpPr/>
          <p:nvPr/>
        </p:nvSpPr>
        <p:spPr>
          <a:xfrm>
            <a:off x="4466050" y="1292480"/>
            <a:ext cx="785495" cy="641985"/>
          </a:xfrm>
          <a:prstGeom prst="roundRect">
            <a:avLst>
              <a:gd name="adj" fmla="val 0"/>
            </a:avLst>
          </a:prstGeom>
          <a:solidFill>
            <a:schemeClr val="bg1"/>
          </a:solidFill>
          <a:ln w="9525" cmpd="sng">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1" name="圆角矩形 60"/>
          <p:cNvSpPr/>
          <p:nvPr/>
        </p:nvSpPr>
        <p:spPr>
          <a:xfrm>
            <a:off x="5691476" y="1292480"/>
            <a:ext cx="785495" cy="641985"/>
          </a:xfrm>
          <a:prstGeom prst="roundRect">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1882222" y="3698850"/>
            <a:ext cx="1357630" cy="2006144"/>
            <a:chOff x="7912103" y="653171"/>
            <a:chExt cx="1357630" cy="2006144"/>
          </a:xfrm>
        </p:grpSpPr>
        <p:sp>
          <p:nvSpPr>
            <p:cNvPr id="58" name="圆角矩形 57"/>
            <p:cNvSpPr/>
            <p:nvPr/>
          </p:nvSpPr>
          <p:spPr>
            <a:xfrm>
              <a:off x="7995230" y="653171"/>
              <a:ext cx="785495" cy="641985"/>
            </a:xfrm>
            <a:prstGeom prst="roundRect">
              <a:avLst>
                <a:gd name="adj" fmla="val 0"/>
              </a:avLst>
            </a:prstGeom>
            <a:solidFill>
              <a:srgbClr val="D4C0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2" name="文本框 61"/>
            <p:cNvSpPr txBox="1"/>
            <p:nvPr/>
          </p:nvSpPr>
          <p:spPr>
            <a:xfrm>
              <a:off x="7912103" y="1458986"/>
              <a:ext cx="1357630" cy="1200329"/>
            </a:xfrm>
            <a:prstGeom prst="rect">
              <a:avLst/>
            </a:prstGeom>
            <a:noFill/>
          </p:spPr>
          <p:txBody>
            <a:bodyPr wrap="square" rtlCol="0" anchor="t">
              <a:spAutoFit/>
            </a:bodyPr>
            <a:lstStyle/>
            <a:p>
              <a:pPr algn="l">
                <a:buClrTx/>
                <a:buSzTx/>
                <a:buNone/>
              </a:pPr>
              <a:r>
                <a:rPr lang="en-US" altLang="zh-CN" sz="900" dirty="0">
                  <a:latin typeface="微软雅黑" panose="020B0503020204020204" pitchFamily="34" charset="-122"/>
                  <a:ea typeface="微软雅黑" panose="020B0503020204020204" pitchFamily="34" charset="-122"/>
                </a:rPr>
                <a:t>CMYK</a:t>
              </a:r>
            </a:p>
            <a:p>
              <a:pPr algn="l">
                <a:buClrTx/>
                <a:buSzTx/>
                <a:buNone/>
              </a:pPr>
              <a:r>
                <a:rPr lang="en-US" altLang="zh-CN" sz="900" dirty="0">
                  <a:latin typeface="微软雅黑" panose="020B0503020204020204" pitchFamily="34" charset="-122"/>
                  <a:ea typeface="微软雅黑" panose="020B0503020204020204" pitchFamily="34" charset="-122"/>
                </a:rPr>
                <a:t>C:20 M:25 Y:40 K:0 </a:t>
              </a:r>
            </a:p>
            <a:p>
              <a:pPr algn="l">
                <a:buClrTx/>
                <a:buSzTx/>
                <a:buNone/>
              </a:pPr>
              <a:endParaRPr lang="en-US" altLang="zh-CN" sz="900" dirty="0">
                <a:latin typeface="微软雅黑" panose="020B0503020204020204" pitchFamily="34" charset="-122"/>
                <a:ea typeface="微软雅黑" panose="020B0503020204020204" pitchFamily="34" charset="-122"/>
              </a:endParaRPr>
            </a:p>
            <a:p>
              <a:pPr algn="l">
                <a:buClrTx/>
                <a:buSzTx/>
                <a:buNone/>
              </a:pPr>
              <a:r>
                <a:rPr lang="en-US" altLang="zh-CN" sz="900" dirty="0">
                  <a:latin typeface="微软雅黑" panose="020B0503020204020204" pitchFamily="34" charset="-122"/>
                  <a:ea typeface="微软雅黑" panose="020B0503020204020204" pitchFamily="34" charset="-122"/>
                </a:rPr>
                <a:t>RGB</a:t>
              </a:r>
            </a:p>
            <a:p>
              <a:pPr algn="l">
                <a:buClrTx/>
                <a:buSzTx/>
                <a:buNone/>
              </a:pPr>
              <a:r>
                <a:rPr lang="en-US" altLang="zh-CN" sz="900" dirty="0">
                  <a:latin typeface="微软雅黑" panose="020B0503020204020204" pitchFamily="34" charset="-122"/>
                  <a:ea typeface="微软雅黑" panose="020B0503020204020204" pitchFamily="34" charset="-122"/>
                </a:rPr>
                <a:t>R:212 G:192 B:157</a:t>
              </a:r>
            </a:p>
            <a:p>
              <a:pPr algn="l">
                <a:buClrTx/>
                <a:buSzTx/>
                <a:buNone/>
              </a:pPr>
              <a:endParaRPr lang="en-US" altLang="zh-CN" sz="900" dirty="0">
                <a:latin typeface="微软雅黑" panose="020B0503020204020204" pitchFamily="34" charset="-122"/>
                <a:ea typeface="微软雅黑" panose="020B0503020204020204" pitchFamily="34" charset="-122"/>
              </a:endParaRPr>
            </a:p>
            <a:p>
              <a:pPr algn="l">
                <a:buClrTx/>
                <a:buSzTx/>
                <a:buNone/>
              </a:pPr>
              <a:r>
                <a:rPr lang="en-US" altLang="zh-CN" sz="900" dirty="0">
                  <a:latin typeface="微软雅黑" panose="020B0503020204020204" pitchFamily="34" charset="-122"/>
                  <a:ea typeface="微软雅黑" panose="020B0503020204020204" pitchFamily="34" charset="-122"/>
                </a:rPr>
                <a:t>Web</a:t>
              </a:r>
            </a:p>
            <a:p>
              <a:pPr algn="l">
                <a:buClrTx/>
                <a:buSzTx/>
                <a:buNone/>
              </a:pPr>
              <a:r>
                <a:rPr lang="en-US" altLang="zh-CN" sz="900" dirty="0">
                  <a:latin typeface="微软雅黑" panose="020B0503020204020204" pitchFamily="34" charset="-122"/>
                  <a:ea typeface="微软雅黑" panose="020B0503020204020204" pitchFamily="34" charset="-122"/>
                </a:rPr>
                <a:t>d3c09c</a:t>
              </a:r>
            </a:p>
          </p:txBody>
        </p:sp>
      </p:grpSp>
      <p:sp>
        <p:nvSpPr>
          <p:cNvPr id="63" name="文本框 62"/>
          <p:cNvSpPr txBox="1"/>
          <p:nvPr/>
        </p:nvSpPr>
        <p:spPr>
          <a:xfrm>
            <a:off x="1850356" y="2098295"/>
            <a:ext cx="1358265" cy="1200329"/>
          </a:xfrm>
          <a:prstGeom prst="rect">
            <a:avLst/>
          </a:prstGeom>
          <a:noFill/>
        </p:spPr>
        <p:txBody>
          <a:bodyPr wrap="square" rtlCol="0" anchor="t">
            <a:spAutoFit/>
          </a:bodyPr>
          <a:lstStyle/>
          <a:p>
            <a:pPr algn="l">
              <a:buClrTx/>
              <a:buSzTx/>
              <a:buFontTx/>
            </a:pPr>
            <a:r>
              <a:rPr lang="en-US" altLang="zh-CN" sz="900" dirty="0">
                <a:latin typeface="微软雅黑" panose="020B0503020204020204" pitchFamily="34" charset="-122"/>
                <a:ea typeface="微软雅黑" panose="020B0503020204020204" pitchFamily="34" charset="-122"/>
                <a:sym typeface="+mn-ea"/>
              </a:rPr>
              <a:t>CMYK</a:t>
            </a:r>
            <a:endParaRPr lang="en-US" altLang="zh-CN" sz="900" dirty="0">
              <a:latin typeface="微软雅黑" panose="020B0503020204020204" pitchFamily="34" charset="-122"/>
              <a:ea typeface="微软雅黑" panose="020B0503020204020204" pitchFamily="34" charset="-122"/>
            </a:endParaRPr>
          </a:p>
          <a:p>
            <a:pPr algn="l">
              <a:buClrTx/>
              <a:buSzTx/>
              <a:buFontTx/>
            </a:pPr>
            <a:r>
              <a:rPr lang="en-US" altLang="zh-CN" sz="900" dirty="0">
                <a:latin typeface="微软雅黑" panose="020B0503020204020204" pitchFamily="34" charset="-122"/>
                <a:ea typeface="微软雅黑" panose="020B0503020204020204" pitchFamily="34" charset="-122"/>
                <a:sym typeface="+mn-ea"/>
              </a:rPr>
              <a:t>C:0 M:100 Y:100 K:0 </a:t>
            </a:r>
          </a:p>
          <a:p>
            <a:pPr algn="l">
              <a:buClrTx/>
              <a:buSzTx/>
              <a:buFontTx/>
            </a:pPr>
            <a:endParaRPr lang="en-US" altLang="zh-CN" sz="900" dirty="0">
              <a:latin typeface="微软雅黑" panose="020B0503020204020204" pitchFamily="34" charset="-122"/>
              <a:ea typeface="微软雅黑" panose="020B0503020204020204" pitchFamily="34" charset="-122"/>
            </a:endParaRPr>
          </a:p>
          <a:p>
            <a:pPr algn="l">
              <a:buClrTx/>
              <a:buSzTx/>
              <a:buFontTx/>
            </a:pPr>
            <a:r>
              <a:rPr lang="en-US" altLang="zh-CN" sz="900" dirty="0">
                <a:latin typeface="微软雅黑" panose="020B0503020204020204" pitchFamily="34" charset="-122"/>
                <a:ea typeface="微软雅黑" panose="020B0503020204020204" pitchFamily="34" charset="-122"/>
                <a:sym typeface="+mn-ea"/>
              </a:rPr>
              <a:t>RGB</a:t>
            </a:r>
            <a:endParaRPr lang="en-US" altLang="zh-CN" sz="900" dirty="0">
              <a:latin typeface="微软雅黑" panose="020B0503020204020204" pitchFamily="34" charset="-122"/>
              <a:ea typeface="微软雅黑" panose="020B0503020204020204" pitchFamily="34" charset="-122"/>
            </a:endParaRPr>
          </a:p>
          <a:p>
            <a:pPr algn="l">
              <a:buClrTx/>
              <a:buSzTx/>
              <a:buFontTx/>
            </a:pPr>
            <a:r>
              <a:rPr lang="en-US" altLang="zh-CN" sz="900" dirty="0">
                <a:latin typeface="微软雅黑" panose="020B0503020204020204" pitchFamily="34" charset="-122"/>
                <a:ea typeface="微软雅黑" panose="020B0503020204020204" pitchFamily="34" charset="-122"/>
                <a:sym typeface="+mn-ea"/>
              </a:rPr>
              <a:t>R:230 G:0 B:18</a:t>
            </a:r>
          </a:p>
          <a:p>
            <a:pPr algn="l">
              <a:buClrTx/>
              <a:buSzTx/>
              <a:buFontTx/>
            </a:pPr>
            <a:endParaRPr lang="en-US" altLang="zh-CN" sz="900" dirty="0">
              <a:latin typeface="微软雅黑" panose="020B0503020204020204" pitchFamily="34" charset="-122"/>
              <a:ea typeface="微软雅黑" panose="020B0503020204020204" pitchFamily="34" charset="-122"/>
            </a:endParaRPr>
          </a:p>
          <a:p>
            <a:pPr algn="l">
              <a:buClrTx/>
              <a:buSzTx/>
              <a:buFontTx/>
            </a:pPr>
            <a:r>
              <a:rPr lang="en-US" altLang="zh-CN" sz="900" dirty="0">
                <a:latin typeface="微软雅黑" panose="020B0503020204020204" pitchFamily="34" charset="-122"/>
                <a:ea typeface="微软雅黑" panose="020B0503020204020204" pitchFamily="34" charset="-122"/>
                <a:sym typeface="+mn-ea"/>
              </a:rPr>
              <a:t>Web</a:t>
            </a:r>
            <a:endParaRPr lang="en-US" altLang="zh-CN" sz="900" dirty="0">
              <a:latin typeface="微软雅黑" panose="020B0503020204020204" pitchFamily="34" charset="-122"/>
              <a:ea typeface="微软雅黑" panose="020B0503020204020204" pitchFamily="34" charset="-122"/>
            </a:endParaRPr>
          </a:p>
          <a:p>
            <a:pPr algn="l">
              <a:buClrTx/>
              <a:buSzTx/>
              <a:buFontTx/>
            </a:pPr>
            <a:r>
              <a:rPr lang="en-US" altLang="zh-CN" sz="900" dirty="0">
                <a:latin typeface="微软雅黑" panose="020B0503020204020204" pitchFamily="34" charset="-122"/>
                <a:ea typeface="微软雅黑" panose="020B0503020204020204" pitchFamily="34" charset="-122"/>
                <a:sym typeface="+mn-ea"/>
              </a:rPr>
              <a:t>E60012</a:t>
            </a:r>
          </a:p>
        </p:txBody>
      </p:sp>
      <p:sp>
        <p:nvSpPr>
          <p:cNvPr id="64" name="文本框 63"/>
          <p:cNvSpPr txBox="1"/>
          <p:nvPr/>
        </p:nvSpPr>
        <p:spPr>
          <a:xfrm>
            <a:off x="4401395" y="2098295"/>
            <a:ext cx="1465580" cy="1200329"/>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C:0 M:0 Y:0 K:0 </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R:255 G:255 B:255</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 </a:t>
            </a:r>
          </a:p>
          <a:p>
            <a:r>
              <a:rPr lang="zh-CN" altLang="en-US" sz="900" dirty="0">
                <a:latin typeface="微软雅黑" panose="020B0503020204020204" pitchFamily="34" charset="-122"/>
                <a:ea typeface="微软雅黑" panose="020B0503020204020204" pitchFamily="34" charset="-122"/>
              </a:rPr>
              <a:t>FFFFFF</a:t>
            </a:r>
          </a:p>
        </p:txBody>
      </p:sp>
      <p:sp>
        <p:nvSpPr>
          <p:cNvPr id="65" name="文本框 64"/>
          <p:cNvSpPr txBox="1"/>
          <p:nvPr/>
        </p:nvSpPr>
        <p:spPr>
          <a:xfrm>
            <a:off x="5589876" y="2098295"/>
            <a:ext cx="1668145" cy="1200329"/>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0</a:t>
            </a:r>
            <a:r>
              <a:rPr lang="zh-CN" altLang="en-US" sz="900" dirty="0" smtClean="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M</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0</a:t>
            </a:r>
            <a:r>
              <a:rPr lang="zh-CN" altLang="en-US" sz="900" dirty="0" smtClean="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Y</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0</a:t>
            </a:r>
            <a:r>
              <a:rPr lang="zh-CN" altLang="en-US" sz="900" dirty="0" smtClean="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K</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100</a:t>
            </a:r>
            <a:r>
              <a:rPr lang="zh-CN" altLang="en-US" sz="900" dirty="0" smtClean="0">
                <a:latin typeface="微软雅黑" panose="020B0503020204020204" pitchFamily="34" charset="-122"/>
                <a:ea typeface="微软雅黑" panose="020B0503020204020204" pitchFamily="34" charset="-122"/>
              </a:rPr>
              <a:t> </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en-US" altLang="zh-CN" sz="900" dirty="0">
                <a:latin typeface="微软雅黑" panose="020B0503020204020204" pitchFamily="34" charset="-122"/>
                <a:ea typeface="微软雅黑" panose="020B0503020204020204" pitchFamily="34" charset="-122"/>
              </a:rPr>
              <a:t>RGB</a:t>
            </a:r>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0</a:t>
            </a:r>
            <a:r>
              <a:rPr lang="zh-CN" altLang="en-US" sz="900" dirty="0" smtClean="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G</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0</a:t>
            </a:r>
            <a:r>
              <a:rPr lang="zh-CN" altLang="en-US" sz="900" dirty="0" smtClean="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B</a:t>
            </a:r>
            <a:r>
              <a:rPr lang="zh-CN" altLang="en-US" sz="900" dirty="0" smtClean="0">
                <a:latin typeface="微软雅黑" panose="020B0503020204020204" pitchFamily="34" charset="-122"/>
                <a:ea typeface="微软雅黑" panose="020B0503020204020204" pitchFamily="34" charset="-122"/>
              </a:rPr>
              <a:t>:</a:t>
            </a:r>
            <a:r>
              <a:rPr lang="en-US" altLang="zh-CN" sz="900" dirty="0" smtClean="0">
                <a:latin typeface="微软雅黑" panose="020B0503020204020204" pitchFamily="34" charset="-122"/>
                <a:ea typeface="微软雅黑" panose="020B0503020204020204" pitchFamily="34" charset="-122"/>
              </a:rPr>
              <a:t>0</a:t>
            </a:r>
            <a:r>
              <a:rPr lang="zh-CN" altLang="en-US" sz="900" dirty="0" smtClean="0">
                <a:latin typeface="微软雅黑" panose="020B0503020204020204" pitchFamily="34" charset="-122"/>
                <a:ea typeface="微软雅黑" panose="020B0503020204020204" pitchFamily="34" charset="-122"/>
              </a:rPr>
              <a:t> </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en-US" altLang="zh-CN" sz="900" dirty="0">
                <a:latin typeface="微软雅黑" panose="020B0503020204020204" pitchFamily="34" charset="-122"/>
                <a:ea typeface="微软雅黑" panose="020B0503020204020204" pitchFamily="34" charset="-122"/>
              </a:rPr>
              <a:t>Web</a:t>
            </a:r>
          </a:p>
          <a:p>
            <a:r>
              <a:rPr lang="en-US" altLang="zh-CN" sz="900" dirty="0" smtClean="0">
                <a:latin typeface="微软雅黑" panose="020B0503020204020204" pitchFamily="34" charset="-122"/>
                <a:ea typeface="微软雅黑" panose="020B0503020204020204" pitchFamily="34" charset="-122"/>
              </a:rPr>
              <a:t>000000</a:t>
            </a:r>
            <a:endParaRPr lang="zh-CN" altLang="en-US" sz="900" dirty="0">
              <a:latin typeface="微软雅黑" panose="020B0503020204020204" pitchFamily="34" charset="-122"/>
              <a:ea typeface="微软雅黑" panose="020B0503020204020204" pitchFamily="34" charset="-122"/>
            </a:endParaRPr>
          </a:p>
        </p:txBody>
      </p:sp>
      <p:sp>
        <p:nvSpPr>
          <p:cNvPr id="67" name="圆角矩形 66"/>
          <p:cNvSpPr/>
          <p:nvPr/>
        </p:nvSpPr>
        <p:spPr>
          <a:xfrm>
            <a:off x="3221206" y="3709484"/>
            <a:ext cx="785495" cy="641985"/>
          </a:xfrm>
          <a:prstGeom prst="roundRect">
            <a:avLst>
              <a:gd name="adj" fmla="val 0"/>
            </a:avLst>
          </a:prstGeom>
          <a:solidFill>
            <a:srgbClr val="9C9C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8" name="圆角矩形 67"/>
          <p:cNvSpPr/>
          <p:nvPr/>
        </p:nvSpPr>
        <p:spPr>
          <a:xfrm>
            <a:off x="4492038" y="3698850"/>
            <a:ext cx="785495" cy="641985"/>
          </a:xfrm>
          <a:prstGeom prst="roundRect">
            <a:avLst>
              <a:gd name="adj" fmla="val 0"/>
            </a:avLst>
          </a:prstGeom>
          <a:solidFill>
            <a:srgbClr val="CEA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EABCF"/>
              </a:solidFill>
              <a:latin typeface="微软雅黑" panose="020B0503020204020204" pitchFamily="34" charset="-122"/>
              <a:ea typeface="微软雅黑" panose="020B0503020204020204" pitchFamily="34" charset="-122"/>
            </a:endParaRPr>
          </a:p>
        </p:txBody>
      </p:sp>
      <p:sp>
        <p:nvSpPr>
          <p:cNvPr id="69" name="圆角矩形 68"/>
          <p:cNvSpPr/>
          <p:nvPr/>
        </p:nvSpPr>
        <p:spPr>
          <a:xfrm>
            <a:off x="5706447" y="3698850"/>
            <a:ext cx="785495" cy="641985"/>
          </a:xfrm>
          <a:prstGeom prst="roundRect">
            <a:avLst>
              <a:gd name="adj" fmla="val 0"/>
            </a:avLst>
          </a:prstGeom>
          <a:solidFill>
            <a:srgbClr val="FFD8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D867"/>
              </a:solidFill>
              <a:latin typeface="微软雅黑" panose="020B0503020204020204" pitchFamily="34" charset="-122"/>
              <a:ea typeface="微软雅黑" panose="020B0503020204020204" pitchFamily="34" charset="-122"/>
            </a:endParaRPr>
          </a:p>
        </p:txBody>
      </p:sp>
      <p:sp>
        <p:nvSpPr>
          <p:cNvPr id="70" name="圆角矩形 69"/>
          <p:cNvSpPr/>
          <p:nvPr/>
        </p:nvSpPr>
        <p:spPr>
          <a:xfrm>
            <a:off x="6953907" y="3698850"/>
            <a:ext cx="785495" cy="641985"/>
          </a:xfrm>
          <a:prstGeom prst="roundRect">
            <a:avLst>
              <a:gd name="adj" fmla="val 0"/>
            </a:avLst>
          </a:prstGeom>
          <a:solidFill>
            <a:srgbClr val="BED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ED369"/>
              </a:solidFill>
              <a:latin typeface="微软雅黑" panose="020B0503020204020204" pitchFamily="34" charset="-122"/>
              <a:ea typeface="微软雅黑" panose="020B0503020204020204" pitchFamily="34" charset="-122"/>
            </a:endParaRPr>
          </a:p>
        </p:txBody>
      </p:sp>
      <p:sp>
        <p:nvSpPr>
          <p:cNvPr id="71" name="圆角矩形 70"/>
          <p:cNvSpPr/>
          <p:nvPr/>
        </p:nvSpPr>
        <p:spPr>
          <a:xfrm>
            <a:off x="8179333" y="3698850"/>
            <a:ext cx="785495" cy="641985"/>
          </a:xfrm>
          <a:prstGeom prst="roundRect">
            <a:avLst>
              <a:gd name="adj" fmla="val 0"/>
            </a:avLst>
          </a:prstGeom>
          <a:solidFill>
            <a:srgbClr val="F0A9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2" name="圆角矩形 71"/>
          <p:cNvSpPr/>
          <p:nvPr/>
        </p:nvSpPr>
        <p:spPr>
          <a:xfrm>
            <a:off x="9404759" y="3698850"/>
            <a:ext cx="785495" cy="641985"/>
          </a:xfrm>
          <a:prstGeom prst="roundRect">
            <a:avLst>
              <a:gd name="adj" fmla="val 0"/>
            </a:avLst>
          </a:prstGeom>
          <a:solidFill>
            <a:srgbClr val="69BB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0A967"/>
              </a:solidFill>
              <a:latin typeface="微软雅黑" panose="020B0503020204020204" pitchFamily="34" charset="-122"/>
              <a:ea typeface="微软雅黑" panose="020B0503020204020204" pitchFamily="34" charset="-122"/>
            </a:endParaRPr>
          </a:p>
        </p:txBody>
      </p:sp>
      <p:sp>
        <p:nvSpPr>
          <p:cNvPr id="73" name="圆角矩形 72"/>
          <p:cNvSpPr/>
          <p:nvPr/>
        </p:nvSpPr>
        <p:spPr>
          <a:xfrm>
            <a:off x="10630185" y="3698850"/>
            <a:ext cx="785495" cy="641985"/>
          </a:xfrm>
          <a:prstGeom prst="roundRect">
            <a:avLst>
              <a:gd name="adj" fmla="val 0"/>
            </a:avLst>
          </a:prstGeom>
          <a:solidFill>
            <a:srgbClr val="F18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18388"/>
              </a:solidFill>
              <a:latin typeface="微软雅黑" panose="020B0503020204020204" pitchFamily="34" charset="-122"/>
              <a:ea typeface="微软雅黑" panose="020B0503020204020204" pitchFamily="34" charset="-122"/>
            </a:endParaRPr>
          </a:p>
        </p:txBody>
      </p:sp>
      <p:sp>
        <p:nvSpPr>
          <p:cNvPr id="74" name="文本框 73"/>
          <p:cNvSpPr txBox="1"/>
          <p:nvPr/>
        </p:nvSpPr>
        <p:spPr>
          <a:xfrm>
            <a:off x="4408911" y="4504665"/>
            <a:ext cx="1263015" cy="119888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sym typeface="+mn-ea"/>
              </a:rPr>
              <a:t>CMYK</a:t>
            </a:r>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sym typeface="+mn-ea"/>
              </a:rPr>
              <a:t>C</a:t>
            </a:r>
            <a:r>
              <a:rPr lang="en-US" altLang="zh-CN" sz="900" dirty="0">
                <a:latin typeface="微软雅黑" panose="020B0503020204020204" pitchFamily="34" charset="-122"/>
                <a:ea typeface="微软雅黑" panose="020B0503020204020204" pitchFamily="34" charset="-122"/>
                <a:sym typeface="+mn-ea"/>
              </a:rPr>
              <a:t>:23</a:t>
            </a:r>
            <a:r>
              <a:rPr lang="zh-CN" altLang="en-US" sz="900" dirty="0">
                <a:latin typeface="微软雅黑" panose="020B0503020204020204" pitchFamily="34" charset="-122"/>
                <a:ea typeface="微软雅黑" panose="020B0503020204020204" pitchFamily="34" charset="-122"/>
                <a:sym typeface="+mn-ea"/>
              </a:rPr>
              <a:t> M</a:t>
            </a:r>
            <a:r>
              <a:rPr lang="en-US" altLang="zh-CN" sz="900" dirty="0">
                <a:latin typeface="微软雅黑" panose="020B0503020204020204" pitchFamily="34" charset="-122"/>
                <a:ea typeface="微软雅黑" panose="020B0503020204020204" pitchFamily="34" charset="-122"/>
                <a:sym typeface="+mn-ea"/>
              </a:rPr>
              <a:t>:38</a:t>
            </a:r>
            <a:r>
              <a:rPr lang="zh-CN" altLang="en-US" sz="900" dirty="0">
                <a:latin typeface="微软雅黑" panose="020B0503020204020204" pitchFamily="34" charset="-122"/>
                <a:ea typeface="微软雅黑" panose="020B0503020204020204" pitchFamily="34" charset="-122"/>
                <a:sym typeface="+mn-ea"/>
              </a:rPr>
              <a:t> Y</a:t>
            </a:r>
            <a:r>
              <a:rPr lang="en-US" altLang="zh-CN" sz="900" dirty="0">
                <a:latin typeface="微软雅黑" panose="020B0503020204020204" pitchFamily="34" charset="-122"/>
                <a:ea typeface="微软雅黑" panose="020B0503020204020204" pitchFamily="34" charset="-122"/>
                <a:sym typeface="+mn-ea"/>
              </a:rPr>
              <a:t>:6</a:t>
            </a:r>
            <a:r>
              <a:rPr lang="zh-CN" altLang="en-US" sz="900" dirty="0">
                <a:latin typeface="微软雅黑" panose="020B0503020204020204" pitchFamily="34" charset="-122"/>
                <a:ea typeface="微软雅黑" panose="020B0503020204020204" pitchFamily="34" charset="-122"/>
                <a:sym typeface="+mn-ea"/>
              </a:rPr>
              <a:t> K</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0</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sym typeface="+mn-ea"/>
              </a:rPr>
              <a:t>RGB</a:t>
            </a:r>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sym typeface="+mn-ea"/>
              </a:rPr>
              <a:t>R</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2</a:t>
            </a:r>
            <a:r>
              <a:rPr lang="en-US" altLang="zh-CN" sz="900" dirty="0">
                <a:latin typeface="微软雅黑" panose="020B0503020204020204" pitchFamily="34" charset="-122"/>
                <a:ea typeface="微软雅黑" panose="020B0503020204020204" pitchFamily="34" charset="-122"/>
                <a:sym typeface="+mn-ea"/>
              </a:rPr>
              <a:t>06</a:t>
            </a:r>
            <a:r>
              <a:rPr lang="zh-CN" altLang="en-US" sz="900" dirty="0">
                <a:latin typeface="微软雅黑" panose="020B0503020204020204" pitchFamily="34" charset="-122"/>
                <a:ea typeface="微软雅黑" panose="020B0503020204020204" pitchFamily="34" charset="-122"/>
                <a:sym typeface="+mn-ea"/>
              </a:rPr>
              <a:t> G</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17</a:t>
            </a:r>
            <a:r>
              <a:rPr lang="en-US" altLang="zh-CN" sz="900" dirty="0">
                <a:latin typeface="微软雅黑" panose="020B0503020204020204" pitchFamily="34" charset="-122"/>
                <a:ea typeface="微软雅黑" panose="020B0503020204020204" pitchFamily="34" charset="-122"/>
                <a:sym typeface="+mn-ea"/>
              </a:rPr>
              <a:t>1</a:t>
            </a:r>
            <a:r>
              <a:rPr lang="zh-CN" altLang="en-US" sz="900" dirty="0">
                <a:latin typeface="微软雅黑" panose="020B0503020204020204" pitchFamily="34" charset="-122"/>
                <a:ea typeface="微软雅黑" panose="020B0503020204020204" pitchFamily="34" charset="-122"/>
                <a:sym typeface="+mn-ea"/>
              </a:rPr>
              <a:t> B</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20</a:t>
            </a:r>
            <a:r>
              <a:rPr lang="en-US" altLang="zh-CN" sz="900" dirty="0">
                <a:latin typeface="微软雅黑" panose="020B0503020204020204" pitchFamily="34" charset="-122"/>
                <a:ea typeface="微软雅黑" panose="020B0503020204020204" pitchFamily="34" charset="-122"/>
                <a:sym typeface="+mn-ea"/>
              </a:rPr>
              <a:t>3</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sym typeface="+mn-ea"/>
              </a:rPr>
              <a:t>Web</a:t>
            </a:r>
            <a:endParaRPr lang="zh-CN" altLang="en-US" sz="900" dirty="0">
              <a:latin typeface="微软雅黑" panose="020B0503020204020204" pitchFamily="34" charset="-122"/>
              <a:ea typeface="微软雅黑" panose="020B0503020204020204" pitchFamily="34" charset="-122"/>
            </a:endParaRPr>
          </a:p>
          <a:p>
            <a:r>
              <a:rPr lang="en-US" altLang="zh-CN" sz="900" dirty="0">
                <a:latin typeface="微软雅黑" panose="020B0503020204020204" pitchFamily="34" charset="-122"/>
                <a:ea typeface="微软雅黑" panose="020B0503020204020204" pitchFamily="34" charset="-122"/>
                <a:sym typeface="+mn-ea"/>
              </a:rPr>
              <a:t>CEABCE</a:t>
            </a:r>
            <a:endParaRPr lang="zh-CN" altLang="en-US" sz="900" dirty="0">
              <a:latin typeface="微软雅黑" panose="020B0503020204020204" pitchFamily="34" charset="-122"/>
              <a:ea typeface="微软雅黑" panose="020B0503020204020204" pitchFamily="34" charset="-122"/>
            </a:endParaRPr>
          </a:p>
        </p:txBody>
      </p:sp>
      <p:sp>
        <p:nvSpPr>
          <p:cNvPr id="75" name="文本框 74"/>
          <p:cNvSpPr txBox="1"/>
          <p:nvPr/>
        </p:nvSpPr>
        <p:spPr>
          <a:xfrm>
            <a:off x="5632556" y="4504665"/>
            <a:ext cx="1263015" cy="120015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3 M</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20 Y</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65 K</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0</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255 G</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215 B</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104</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a:t>
            </a:r>
          </a:p>
          <a:p>
            <a:r>
              <a:rPr lang="zh-CN" altLang="en-US" sz="900" dirty="0">
                <a:latin typeface="微软雅黑" panose="020B0503020204020204" pitchFamily="34" charset="-122"/>
                <a:ea typeface="微软雅黑" panose="020B0503020204020204" pitchFamily="34" charset="-122"/>
              </a:rPr>
              <a:t>FFD768</a:t>
            </a:r>
          </a:p>
        </p:txBody>
      </p:sp>
      <p:sp>
        <p:nvSpPr>
          <p:cNvPr id="76" name="文本框 75"/>
          <p:cNvSpPr txBox="1"/>
          <p:nvPr/>
        </p:nvSpPr>
        <p:spPr>
          <a:xfrm>
            <a:off x="6870780" y="4504665"/>
            <a:ext cx="1263015" cy="119888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34 M</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8 Y</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69 K</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0</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190 G</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211 B</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105</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a:t>
            </a:r>
          </a:p>
          <a:p>
            <a:r>
              <a:rPr lang="zh-CN" altLang="en-US" sz="900" dirty="0">
                <a:latin typeface="微软雅黑" panose="020B0503020204020204" pitchFamily="34" charset="-122"/>
                <a:ea typeface="微软雅黑" panose="020B0503020204020204" pitchFamily="34" charset="-122"/>
              </a:rPr>
              <a:t>BED369</a:t>
            </a:r>
          </a:p>
        </p:txBody>
      </p:sp>
      <p:sp>
        <p:nvSpPr>
          <p:cNvPr id="77" name="文本框 76"/>
          <p:cNvSpPr txBox="1"/>
          <p:nvPr/>
        </p:nvSpPr>
        <p:spPr>
          <a:xfrm>
            <a:off x="8096206" y="4504665"/>
            <a:ext cx="1263015" cy="120015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8 M</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43 Y</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61 K</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0</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240 G</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169 B</a:t>
            </a:r>
            <a:r>
              <a:rPr lang="en-US" altLang="zh-CN" sz="900" dirty="0">
                <a:latin typeface="微软雅黑" panose="020B0503020204020204" pitchFamily="34" charset="-122"/>
                <a:ea typeface="微软雅黑" panose="020B0503020204020204" pitchFamily="34" charset="-122"/>
              </a:rPr>
              <a:t>:130</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a:t>
            </a:r>
          </a:p>
          <a:p>
            <a:r>
              <a:rPr lang="zh-CN" altLang="en-US" sz="900" dirty="0">
                <a:latin typeface="微软雅黑" panose="020B0503020204020204" pitchFamily="34" charset="-122"/>
                <a:ea typeface="微软雅黑" panose="020B0503020204020204" pitchFamily="34" charset="-122"/>
              </a:rPr>
              <a:t>F0A967</a:t>
            </a:r>
          </a:p>
        </p:txBody>
      </p:sp>
      <p:sp>
        <p:nvSpPr>
          <p:cNvPr id="78" name="文本框 77"/>
          <p:cNvSpPr txBox="1"/>
          <p:nvPr/>
        </p:nvSpPr>
        <p:spPr>
          <a:xfrm>
            <a:off x="9321632" y="4504665"/>
            <a:ext cx="1358265" cy="119888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58 M</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14 Y</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4 K</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0</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105 G</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187 B</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234</a:t>
            </a: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a:t>
            </a:r>
          </a:p>
          <a:p>
            <a:r>
              <a:rPr lang="zh-CN" altLang="en-US" sz="900" dirty="0">
                <a:latin typeface="微软雅黑" panose="020B0503020204020204" pitchFamily="34" charset="-122"/>
                <a:ea typeface="微软雅黑" panose="020B0503020204020204" pitchFamily="34" charset="-122"/>
              </a:rPr>
              <a:t>69BBEA</a:t>
            </a:r>
          </a:p>
        </p:txBody>
      </p:sp>
      <p:sp>
        <p:nvSpPr>
          <p:cNvPr id="79" name="文本框 78"/>
          <p:cNvSpPr txBox="1"/>
          <p:nvPr/>
        </p:nvSpPr>
        <p:spPr>
          <a:xfrm>
            <a:off x="10540593" y="4504665"/>
            <a:ext cx="1358265" cy="119888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en-US" altLang="zh-CN" sz="900" dirty="0">
                <a:latin typeface="微软雅黑" panose="020B0503020204020204" pitchFamily="34" charset="-122"/>
                <a:ea typeface="微软雅黑" panose="020B0503020204020204" pitchFamily="34" charset="-122"/>
              </a:rPr>
              <a:t>:6</a:t>
            </a:r>
            <a:r>
              <a:rPr lang="zh-CN" altLang="en-US" sz="900" dirty="0">
                <a:latin typeface="微软雅黑" panose="020B0503020204020204" pitchFamily="34" charset="-122"/>
                <a:ea typeface="微软雅黑" panose="020B0503020204020204" pitchFamily="34" charset="-122"/>
              </a:rPr>
              <a:t> M</a:t>
            </a:r>
            <a:r>
              <a:rPr lang="en-US" altLang="zh-CN" sz="900" dirty="0">
                <a:latin typeface="微软雅黑" panose="020B0503020204020204" pitchFamily="34" charset="-122"/>
                <a:ea typeface="微软雅黑" panose="020B0503020204020204" pitchFamily="34" charset="-122"/>
              </a:rPr>
              <a:t>:62</a:t>
            </a:r>
            <a:r>
              <a:rPr lang="zh-CN" altLang="en-US" sz="900" dirty="0">
                <a:latin typeface="微软雅黑" panose="020B0503020204020204" pitchFamily="34" charset="-122"/>
                <a:ea typeface="微软雅黑" panose="020B0503020204020204" pitchFamily="34" charset="-122"/>
              </a:rPr>
              <a:t> Y</a:t>
            </a:r>
            <a:r>
              <a:rPr lang="en-US" altLang="zh-CN" sz="900" dirty="0">
                <a:latin typeface="微软雅黑" panose="020B0503020204020204" pitchFamily="34" charset="-122"/>
                <a:ea typeface="微软雅黑" panose="020B0503020204020204" pitchFamily="34" charset="-122"/>
              </a:rPr>
              <a:t>:35</a:t>
            </a:r>
            <a:r>
              <a:rPr lang="zh-CN" altLang="en-US" sz="900" dirty="0">
                <a:latin typeface="微软雅黑" panose="020B0503020204020204" pitchFamily="34" charset="-122"/>
                <a:ea typeface="微软雅黑" panose="020B0503020204020204" pitchFamily="34" charset="-122"/>
              </a:rPr>
              <a:t> K</a:t>
            </a:r>
            <a:r>
              <a:rPr lang="en-US" altLang="zh-CN" sz="900" dirty="0">
                <a:latin typeface="微软雅黑" panose="020B0503020204020204" pitchFamily="34" charset="-122"/>
                <a:ea typeface="微软雅黑" panose="020B0503020204020204" pitchFamily="34" charset="-122"/>
              </a:rPr>
              <a:t>:0</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2</a:t>
            </a:r>
            <a:r>
              <a:rPr lang="en-US" altLang="zh-CN" sz="900" dirty="0">
                <a:latin typeface="微软雅黑" panose="020B0503020204020204" pitchFamily="34" charset="-122"/>
                <a:ea typeface="微软雅黑" panose="020B0503020204020204" pitchFamily="34" charset="-122"/>
              </a:rPr>
              <a:t>40</a:t>
            </a:r>
            <a:r>
              <a:rPr lang="zh-CN" altLang="en-US" sz="900" dirty="0">
                <a:latin typeface="微软雅黑" panose="020B0503020204020204" pitchFamily="34" charset="-122"/>
                <a:ea typeface="微软雅黑" panose="020B0503020204020204" pitchFamily="34" charset="-122"/>
              </a:rPr>
              <a:t> G</a:t>
            </a:r>
            <a:r>
              <a:rPr lang="en-US" altLang="zh-CN" sz="900" dirty="0">
                <a:latin typeface="微软雅黑" panose="020B0503020204020204" pitchFamily="34" charset="-122"/>
                <a:ea typeface="微软雅黑" panose="020B0503020204020204" pitchFamily="34" charset="-122"/>
              </a:rPr>
              <a:t>:131</a:t>
            </a:r>
            <a:r>
              <a:rPr lang="zh-CN" altLang="en-US" sz="900" dirty="0">
                <a:latin typeface="微软雅黑" panose="020B0503020204020204" pitchFamily="34" charset="-122"/>
                <a:ea typeface="微软雅黑" panose="020B0503020204020204" pitchFamily="34" charset="-122"/>
              </a:rPr>
              <a:t> B</a:t>
            </a:r>
            <a:r>
              <a:rPr lang="en-US" altLang="zh-CN" sz="900" dirty="0">
                <a:latin typeface="微软雅黑" panose="020B0503020204020204" pitchFamily="34" charset="-122"/>
                <a:ea typeface="微软雅黑" panose="020B0503020204020204" pitchFamily="34" charset="-122"/>
              </a:rPr>
              <a:t>:136</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a:t>
            </a:r>
          </a:p>
          <a:p>
            <a:r>
              <a:rPr lang="en-US" altLang="zh-CN" sz="900" dirty="0">
                <a:latin typeface="微软雅黑" panose="020B0503020204020204" pitchFamily="34" charset="-122"/>
                <a:ea typeface="微软雅黑" panose="020B0503020204020204" pitchFamily="34" charset="-122"/>
              </a:rPr>
              <a:t>F08388</a:t>
            </a:r>
            <a:endParaRPr lang="zh-CN" altLang="en-US" sz="900" dirty="0">
              <a:latin typeface="微软雅黑" panose="020B0503020204020204" pitchFamily="34" charset="-122"/>
              <a:ea typeface="微软雅黑" panose="020B0503020204020204" pitchFamily="34" charset="-122"/>
            </a:endParaRPr>
          </a:p>
        </p:txBody>
      </p:sp>
      <p:sp>
        <p:nvSpPr>
          <p:cNvPr id="80" name="文本框 79"/>
          <p:cNvSpPr txBox="1"/>
          <p:nvPr/>
        </p:nvSpPr>
        <p:spPr>
          <a:xfrm>
            <a:off x="3126584" y="4515299"/>
            <a:ext cx="1358265" cy="1198880"/>
          </a:xfrm>
          <a:prstGeom prst="rect">
            <a:avLst/>
          </a:prstGeom>
          <a:noFill/>
        </p:spPr>
        <p:txBody>
          <a:bodyPr wrap="square" rtlCol="0" anchor="t">
            <a:spAutoFit/>
          </a:bodyPr>
          <a:lstStyle/>
          <a:p>
            <a:r>
              <a:rPr lang="zh-CN" altLang="en-US" sz="900" dirty="0">
                <a:latin typeface="微软雅黑" panose="020B0503020204020204" pitchFamily="34" charset="-122"/>
                <a:ea typeface="微软雅黑" panose="020B0503020204020204" pitchFamily="34" charset="-122"/>
              </a:rPr>
              <a:t>CMYK</a:t>
            </a:r>
          </a:p>
          <a:p>
            <a:r>
              <a:rPr lang="zh-CN" altLang="en-US" sz="900" dirty="0">
                <a:latin typeface="微软雅黑" panose="020B0503020204020204" pitchFamily="34" charset="-122"/>
                <a:ea typeface="微软雅黑" panose="020B0503020204020204" pitchFamily="34" charset="-122"/>
              </a:rPr>
              <a:t>C</a:t>
            </a:r>
            <a:r>
              <a:rPr lang="en-US" altLang="zh-CN" sz="900" dirty="0">
                <a:latin typeface="微软雅黑" panose="020B0503020204020204" pitchFamily="34" charset="-122"/>
                <a:ea typeface="微软雅黑" panose="020B0503020204020204" pitchFamily="34" charset="-122"/>
              </a:rPr>
              <a:t>:45</a:t>
            </a:r>
            <a:r>
              <a:rPr lang="zh-CN" altLang="en-US" sz="900" dirty="0">
                <a:latin typeface="微软雅黑" panose="020B0503020204020204" pitchFamily="34" charset="-122"/>
                <a:ea typeface="微软雅黑" panose="020B0503020204020204" pitchFamily="34" charset="-122"/>
              </a:rPr>
              <a:t> M</a:t>
            </a:r>
            <a:r>
              <a:rPr lang="en-US" altLang="zh-CN" sz="900" dirty="0">
                <a:latin typeface="微软雅黑" panose="020B0503020204020204" pitchFamily="34" charset="-122"/>
                <a:ea typeface="微软雅黑" panose="020B0503020204020204" pitchFamily="34" charset="-122"/>
              </a:rPr>
              <a:t>:36</a:t>
            </a:r>
            <a:r>
              <a:rPr lang="zh-CN" altLang="en-US" sz="900" dirty="0">
                <a:latin typeface="微软雅黑" panose="020B0503020204020204" pitchFamily="34" charset="-122"/>
                <a:ea typeface="微软雅黑" panose="020B0503020204020204" pitchFamily="34" charset="-122"/>
              </a:rPr>
              <a:t> Y</a:t>
            </a:r>
            <a:r>
              <a:rPr lang="en-US" altLang="zh-CN" sz="900" dirty="0">
                <a:latin typeface="微软雅黑" panose="020B0503020204020204" pitchFamily="34" charset="-122"/>
                <a:ea typeface="微软雅黑" panose="020B0503020204020204" pitchFamily="34" charset="-122"/>
              </a:rPr>
              <a:t>:34</a:t>
            </a:r>
            <a:r>
              <a:rPr lang="zh-CN" altLang="en-US" sz="900" dirty="0">
                <a:latin typeface="微软雅黑" panose="020B0503020204020204" pitchFamily="34" charset="-122"/>
                <a:ea typeface="微软雅黑" panose="020B0503020204020204" pitchFamily="34" charset="-122"/>
              </a:rPr>
              <a:t> K</a:t>
            </a:r>
            <a:r>
              <a:rPr lang="en-US" altLang="zh-CN" sz="900" dirty="0">
                <a:latin typeface="微软雅黑" panose="020B0503020204020204" pitchFamily="34" charset="-122"/>
                <a:ea typeface="微软雅黑" panose="020B0503020204020204" pitchFamily="34" charset="-122"/>
              </a:rPr>
              <a:t>:0</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RGB</a:t>
            </a:r>
          </a:p>
          <a:p>
            <a:r>
              <a:rPr lang="zh-CN" altLang="en-US" sz="900" dirty="0">
                <a:latin typeface="微软雅黑" panose="020B0503020204020204" pitchFamily="34" charset="-122"/>
                <a:ea typeface="微软雅黑" panose="020B0503020204020204" pitchFamily="34" charset="-122"/>
              </a:rPr>
              <a:t>R</a:t>
            </a:r>
            <a:r>
              <a:rPr lang="en-US" altLang="zh-CN" sz="900" dirty="0">
                <a:latin typeface="微软雅黑" panose="020B0503020204020204" pitchFamily="34" charset="-122"/>
                <a:ea typeface="微软雅黑" panose="020B0503020204020204" pitchFamily="34" charset="-122"/>
              </a:rPr>
              <a:t>:156 </a:t>
            </a:r>
            <a:r>
              <a:rPr lang="zh-CN" altLang="en-US" sz="900" dirty="0">
                <a:latin typeface="微软雅黑" panose="020B0503020204020204" pitchFamily="34" charset="-122"/>
                <a:ea typeface="微软雅黑" panose="020B0503020204020204" pitchFamily="34" charset="-122"/>
              </a:rPr>
              <a:t>G</a:t>
            </a:r>
            <a:r>
              <a:rPr lang="en-US" altLang="zh-CN" sz="900" dirty="0">
                <a:latin typeface="微软雅黑" panose="020B0503020204020204" pitchFamily="34" charset="-122"/>
                <a:ea typeface="微软雅黑" panose="020B0503020204020204" pitchFamily="34" charset="-122"/>
              </a:rPr>
              <a:t>:156 </a:t>
            </a:r>
            <a:r>
              <a:rPr lang="zh-CN" altLang="en-US" sz="900" dirty="0">
                <a:latin typeface="微软雅黑" panose="020B0503020204020204" pitchFamily="34" charset="-122"/>
                <a:ea typeface="微软雅黑" panose="020B0503020204020204" pitchFamily="34" charset="-122"/>
              </a:rPr>
              <a:t> B</a:t>
            </a:r>
            <a:r>
              <a:rPr lang="en-US" altLang="zh-CN" sz="900" dirty="0">
                <a:latin typeface="微软雅黑" panose="020B0503020204020204" pitchFamily="34" charset="-122"/>
                <a:ea typeface="微软雅黑" panose="020B0503020204020204" pitchFamily="34" charset="-122"/>
              </a:rPr>
              <a:t>:156</a:t>
            </a:r>
            <a:endParaRPr lang="zh-CN" altLang="en-US" sz="900" dirty="0">
              <a:latin typeface="微软雅黑" panose="020B0503020204020204" pitchFamily="34" charset="-122"/>
              <a:ea typeface="微软雅黑" panose="020B0503020204020204" pitchFamily="34" charset="-122"/>
            </a:endParaRPr>
          </a:p>
          <a:p>
            <a:endParaRPr lang="zh-CN" altLang="en-US" sz="900" dirty="0">
              <a:latin typeface="微软雅黑" panose="020B0503020204020204" pitchFamily="34" charset="-122"/>
              <a:ea typeface="微软雅黑" panose="020B0503020204020204" pitchFamily="34" charset="-122"/>
            </a:endParaRPr>
          </a:p>
          <a:p>
            <a:r>
              <a:rPr lang="zh-CN" altLang="en-US" sz="900" dirty="0">
                <a:latin typeface="微软雅黑" panose="020B0503020204020204" pitchFamily="34" charset="-122"/>
                <a:ea typeface="微软雅黑" panose="020B0503020204020204" pitchFamily="34" charset="-122"/>
              </a:rPr>
              <a:t>Web</a:t>
            </a:r>
          </a:p>
          <a:p>
            <a:r>
              <a:rPr lang="en-US" altLang="zh-CN" sz="900" dirty="0">
                <a:latin typeface="微软雅黑" panose="020B0503020204020204" pitchFamily="34" charset="-122"/>
                <a:ea typeface="微软雅黑" panose="020B0503020204020204" pitchFamily="34" charset="-122"/>
              </a:rPr>
              <a:t>9C9C9C</a:t>
            </a:r>
            <a:endParaRPr lang="zh-CN" altLang="en-US" sz="900" dirty="0">
              <a:latin typeface="微软雅黑" panose="020B0503020204020204" pitchFamily="34" charset="-122"/>
              <a:ea typeface="微软雅黑" panose="020B0503020204020204" pitchFamily="34" charset="-122"/>
            </a:endParaRPr>
          </a:p>
        </p:txBody>
      </p:sp>
      <p:cxnSp>
        <p:nvCxnSpPr>
          <p:cNvPr id="81" name="直接连接符 6"/>
          <p:cNvCxnSpPr/>
          <p:nvPr/>
        </p:nvCxnSpPr>
        <p:spPr>
          <a:xfrm>
            <a:off x="656590" y="3533047"/>
            <a:ext cx="1081151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3111750" y="1292480"/>
            <a:ext cx="1357630" cy="2006144"/>
            <a:chOff x="1833254" y="3698850"/>
            <a:chExt cx="1357630" cy="2006144"/>
          </a:xfrm>
        </p:grpSpPr>
        <p:sp>
          <p:nvSpPr>
            <p:cNvPr id="84" name="圆角矩形 83"/>
            <p:cNvSpPr/>
            <p:nvPr/>
          </p:nvSpPr>
          <p:spPr>
            <a:xfrm>
              <a:off x="1944091" y="3698850"/>
              <a:ext cx="785495" cy="641985"/>
            </a:xfrm>
            <a:prstGeom prst="roundRect">
              <a:avLst>
                <a:gd name="adj" fmla="val 0"/>
              </a:avLst>
            </a:prstGeom>
            <a:solidFill>
              <a:srgbClr val="5DB8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DB8B2"/>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1833254" y="4504665"/>
              <a:ext cx="1357630" cy="1200329"/>
            </a:xfrm>
            <a:prstGeom prst="rect">
              <a:avLst/>
            </a:prstGeom>
            <a:noFill/>
          </p:spPr>
          <p:txBody>
            <a:bodyPr wrap="square" rtlCol="0" anchor="t">
              <a:spAutoFit/>
            </a:bodyPr>
            <a:lstStyle/>
            <a:p>
              <a:pPr algn="l">
                <a:buClrTx/>
                <a:buSzTx/>
                <a:buNone/>
              </a:pPr>
              <a:r>
                <a:rPr lang="en-US" altLang="zh-CN" sz="900" dirty="0">
                  <a:latin typeface="微软雅黑" panose="020B0503020204020204" pitchFamily="34" charset="-122"/>
                  <a:ea typeface="微软雅黑" panose="020B0503020204020204" pitchFamily="34" charset="-122"/>
                </a:rPr>
                <a:t>CMYK</a:t>
              </a:r>
            </a:p>
            <a:p>
              <a:pPr algn="l">
                <a:buClrTx/>
                <a:buSzTx/>
                <a:buNone/>
              </a:pPr>
              <a:r>
                <a:rPr lang="en-US" altLang="zh-CN" sz="900" dirty="0">
                  <a:latin typeface="微软雅黑" panose="020B0503020204020204" pitchFamily="34" charset="-122"/>
                  <a:ea typeface="微软雅黑" panose="020B0503020204020204" pitchFamily="34" charset="-122"/>
                </a:rPr>
                <a:t>C:62 M:0 Y:31 K:0 </a:t>
              </a:r>
            </a:p>
            <a:p>
              <a:pPr algn="l">
                <a:buClrTx/>
                <a:buSzTx/>
                <a:buNone/>
              </a:pPr>
              <a:endParaRPr lang="en-US" altLang="zh-CN" sz="900" dirty="0">
                <a:latin typeface="微软雅黑" panose="020B0503020204020204" pitchFamily="34" charset="-122"/>
                <a:ea typeface="微软雅黑" panose="020B0503020204020204" pitchFamily="34" charset="-122"/>
              </a:endParaRPr>
            </a:p>
            <a:p>
              <a:pPr algn="l">
                <a:buClrTx/>
                <a:buSzTx/>
                <a:buNone/>
              </a:pPr>
              <a:r>
                <a:rPr lang="en-US" altLang="zh-CN" sz="900" dirty="0">
                  <a:latin typeface="微软雅黑" panose="020B0503020204020204" pitchFamily="34" charset="-122"/>
                  <a:ea typeface="微软雅黑" panose="020B0503020204020204" pitchFamily="34" charset="-122"/>
                </a:rPr>
                <a:t>RGB</a:t>
              </a:r>
            </a:p>
            <a:p>
              <a:pPr algn="l">
                <a:buClrTx/>
                <a:buSzTx/>
                <a:buNone/>
              </a:pPr>
              <a:r>
                <a:rPr lang="en-US" altLang="zh-CN" sz="900" dirty="0">
                  <a:latin typeface="微软雅黑" panose="020B0503020204020204" pitchFamily="34" charset="-122"/>
                  <a:ea typeface="微软雅黑" panose="020B0503020204020204" pitchFamily="34" charset="-122"/>
                </a:rPr>
                <a:t>R:92 G:184 B:178</a:t>
              </a:r>
            </a:p>
            <a:p>
              <a:pPr algn="l">
                <a:buClrTx/>
                <a:buSzTx/>
                <a:buNone/>
              </a:pPr>
              <a:endParaRPr lang="en-US" altLang="zh-CN" sz="900" dirty="0">
                <a:latin typeface="微软雅黑" panose="020B0503020204020204" pitchFamily="34" charset="-122"/>
                <a:ea typeface="微软雅黑" panose="020B0503020204020204" pitchFamily="34" charset="-122"/>
              </a:endParaRPr>
            </a:p>
            <a:p>
              <a:pPr algn="l">
                <a:buClrTx/>
                <a:buSzTx/>
                <a:buNone/>
              </a:pPr>
              <a:r>
                <a:rPr lang="en-US" altLang="zh-CN" sz="900" dirty="0">
                  <a:latin typeface="微软雅黑" panose="020B0503020204020204" pitchFamily="34" charset="-122"/>
                  <a:ea typeface="微软雅黑" panose="020B0503020204020204" pitchFamily="34" charset="-122"/>
                </a:rPr>
                <a:t>Web</a:t>
              </a:r>
            </a:p>
            <a:p>
              <a:pPr algn="l">
                <a:buClrTx/>
                <a:buSzTx/>
                <a:buNone/>
              </a:pPr>
              <a:r>
                <a:rPr lang="en-US" altLang="zh-CN" sz="900" dirty="0">
                  <a:latin typeface="微软雅黑" panose="020B0503020204020204" pitchFamily="34" charset="-122"/>
                  <a:ea typeface="微软雅黑" panose="020B0503020204020204" pitchFamily="34" charset="-122"/>
                </a:rPr>
                <a:t>5CB8B2</a:t>
              </a:r>
            </a:p>
          </p:txBody>
        </p:sp>
      </p:grpSp>
      <p:sp>
        <p:nvSpPr>
          <p:cNvPr id="12" name="标题 11"/>
          <p:cNvSpPr>
            <a:spLocks noGrp="1"/>
          </p:cNvSpPr>
          <p:nvPr>
            <p:ph type="title"/>
          </p:nvPr>
        </p:nvSpPr>
        <p:spPr/>
        <p:txBody>
          <a:bodyPr>
            <a:normAutofit/>
          </a:bodyPr>
          <a:lstStyle/>
          <a:p>
            <a:r>
              <a:rPr lang="zh-CN" altLang="en-US" b="1" dirty="0">
                <a:solidFill>
                  <a:schemeClr val="tx1">
                    <a:lumMod val="75000"/>
                    <a:lumOff val="25000"/>
                  </a:schemeClr>
                </a:solidFill>
                <a:cs typeface="Arial" panose="020B0604020202020204" pitchFamily="34" charset="0"/>
                <a:sym typeface="+mn-ea"/>
              </a:rPr>
              <a:t>品牌标准色与辅助</a:t>
            </a:r>
            <a:r>
              <a:rPr lang="zh-CN" altLang="en-US" b="1" dirty="0" smtClean="0">
                <a:solidFill>
                  <a:schemeClr val="tx1">
                    <a:lumMod val="75000"/>
                    <a:lumOff val="25000"/>
                  </a:schemeClr>
                </a:solidFill>
                <a:cs typeface="Arial" panose="020B0604020202020204" pitchFamily="34" charset="0"/>
                <a:sym typeface="+mn-ea"/>
              </a:rPr>
              <a:t>色</a:t>
            </a:r>
            <a:endParaRPr lang="zh-CN" altLang="en-US" dirty="0">
              <a:solidFill>
                <a:schemeClr val="tx1">
                  <a:lumMod val="75000"/>
                  <a:lumOff val="25000"/>
                </a:schemeClr>
              </a:solidFill>
            </a:endParaRPr>
          </a:p>
        </p:txBody>
      </p:sp>
      <p:sp>
        <p:nvSpPr>
          <p:cNvPr id="3" name="灯片编号占位符 2"/>
          <p:cNvSpPr>
            <a:spLocks noGrp="1"/>
          </p:cNvSpPr>
          <p:nvPr>
            <p:ph type="sldNum" sz="quarter" idx="12"/>
          </p:nvPr>
        </p:nvSpPr>
        <p:spPr/>
        <p:txBody>
          <a:bodyPr/>
          <a:lstStyle/>
          <a:p>
            <a:fld id="{153AF625-0792-41B6-A2B6-BF3733C00B4B}" type="slidenum">
              <a:rPr lang="zh-CN" altLang="en-US" smtClean="0"/>
              <a:t>18</a:t>
            </a:fld>
            <a:endParaRPr lang="zh-CN" altLang="en-US"/>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3"/>
          <p:cNvSpPr txBox="1"/>
          <p:nvPr/>
        </p:nvSpPr>
        <p:spPr>
          <a:xfrm>
            <a:off x="2395195" y="1226553"/>
            <a:ext cx="1874231" cy="333168"/>
          </a:xfrm>
          <a:prstGeom prst="rect">
            <a:avLst/>
          </a:prstGeom>
          <a:noFill/>
        </p:spPr>
        <p:txBody>
          <a:bodyPr wrap="none" rtlCol="0">
            <a:spAutoFit/>
          </a:bodyPr>
          <a:lstStyle/>
          <a:p>
            <a:pPr algn="ctr"/>
            <a:r>
              <a:rPr lang="zh-CN" altLang="en-US" sz="1565" dirty="0" smtClean="0">
                <a:latin typeface="微软雅黑" panose="020B0503020204020204" pitchFamily="34" charset="-122"/>
                <a:ea typeface="微软雅黑" panose="020B0503020204020204" pitchFamily="34" charset="-122"/>
              </a:rPr>
              <a:t>外企德科公司</a:t>
            </a:r>
            <a:r>
              <a:rPr lang="en-US" altLang="zh-CN" sz="1565" dirty="0">
                <a:latin typeface="微软雅黑" panose="020B0503020204020204" pitchFamily="34" charset="-122"/>
                <a:ea typeface="微软雅黑" panose="020B0503020204020204" pitchFamily="34" charset="-122"/>
              </a:rPr>
              <a:t>Logo</a:t>
            </a:r>
          </a:p>
        </p:txBody>
      </p:sp>
      <p:sp>
        <p:nvSpPr>
          <p:cNvPr id="5" name="圆角矩形 4"/>
          <p:cNvSpPr/>
          <p:nvPr/>
        </p:nvSpPr>
        <p:spPr>
          <a:xfrm>
            <a:off x="1614695" y="4593397"/>
            <a:ext cx="1914125" cy="1101144"/>
          </a:xfrm>
          <a:prstGeom prst="roundRect">
            <a:avLst>
              <a:gd name="adj" fmla="val 1171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latin typeface="微软雅黑" panose="020B0503020204020204" pitchFamily="34" charset="-122"/>
              <a:ea typeface="微软雅黑" panose="020B0503020204020204" pitchFamily="34" charset="-122"/>
            </a:endParaRPr>
          </a:p>
        </p:txBody>
      </p:sp>
      <p:sp>
        <p:nvSpPr>
          <p:cNvPr id="9" name="TextBox 23"/>
          <p:cNvSpPr txBox="1"/>
          <p:nvPr/>
        </p:nvSpPr>
        <p:spPr>
          <a:xfrm>
            <a:off x="3755352" y="5207505"/>
            <a:ext cx="1306768" cy="246221"/>
          </a:xfrm>
          <a:prstGeom prst="rect">
            <a:avLst/>
          </a:prstGeom>
          <a:noFill/>
        </p:spPr>
        <p:txBody>
          <a:bodyPr wrap="none" rtlCol="0">
            <a:spAutoFit/>
          </a:bodyPr>
          <a:lstStyle/>
          <a:p>
            <a:r>
              <a:rPr lang="zh-CN" altLang="en-US" sz="1000" dirty="0">
                <a:solidFill>
                  <a:schemeClr val="bg1">
                    <a:lumMod val="65000"/>
                  </a:schemeClr>
                </a:solidFill>
                <a:latin typeface="微软雅黑" panose="020B0503020204020204" pitchFamily="34" charset="-122"/>
                <a:ea typeface="微软雅黑" panose="020B0503020204020204" pitchFamily="34" charset="-122"/>
              </a:rPr>
              <a:t>* 可用于深色底图上</a:t>
            </a:r>
          </a:p>
        </p:txBody>
      </p:sp>
      <p:sp>
        <p:nvSpPr>
          <p:cNvPr id="12" name="TextBox 23"/>
          <p:cNvSpPr txBox="1"/>
          <p:nvPr/>
        </p:nvSpPr>
        <p:spPr>
          <a:xfrm>
            <a:off x="3797100" y="3566858"/>
            <a:ext cx="1479892" cy="276999"/>
          </a:xfrm>
          <a:prstGeom prst="rect">
            <a:avLst/>
          </a:prstGeom>
          <a:noFill/>
        </p:spPr>
        <p:txBody>
          <a:bodyPr wrap="none" rtlCol="0">
            <a:spAutoFit/>
          </a:bodyPr>
          <a:lstStyle/>
          <a:p>
            <a:r>
              <a:rPr lang="zh-CN" altLang="en-US" sz="1200" dirty="0" smtClean="0">
                <a:latin typeface="微软雅黑" panose="020B0503020204020204" pitchFamily="34" charset="-122"/>
                <a:ea typeface="微软雅黑" panose="020B0503020204020204" pitchFamily="34" charset="-122"/>
              </a:rPr>
              <a:t>标准黑色</a:t>
            </a:r>
            <a:r>
              <a:rPr lang="zh-CN" altLang="en-US" sz="1200" dirty="0">
                <a:latin typeface="微软雅黑" panose="020B0503020204020204" pitchFamily="34" charset="-122"/>
                <a:ea typeface="微软雅黑" panose="020B0503020204020204" pitchFamily="34" charset="-122"/>
              </a:rPr>
              <a:t>线框</a:t>
            </a:r>
            <a:r>
              <a:rPr lang="en-US" altLang="zh-CN" sz="1200" dirty="0">
                <a:latin typeface="微软雅黑" panose="020B0503020204020204" pitchFamily="34" charset="-122"/>
                <a:ea typeface="微软雅黑" panose="020B0503020204020204" pitchFamily="34" charset="-122"/>
              </a:rPr>
              <a:t>Logo</a:t>
            </a:r>
          </a:p>
        </p:txBody>
      </p:sp>
      <p:sp>
        <p:nvSpPr>
          <p:cNvPr id="13" name="TextBox 23"/>
          <p:cNvSpPr txBox="1"/>
          <p:nvPr/>
        </p:nvSpPr>
        <p:spPr>
          <a:xfrm>
            <a:off x="3797100" y="4894530"/>
            <a:ext cx="1479892" cy="276999"/>
          </a:xfrm>
          <a:prstGeom prst="rect">
            <a:avLst/>
          </a:prstGeom>
          <a:noFill/>
        </p:spPr>
        <p:txBody>
          <a:bodyPr wrap="none" rtlCol="0">
            <a:spAutoFit/>
          </a:bodyPr>
          <a:lstStyle/>
          <a:p>
            <a:r>
              <a:rPr lang="zh-CN" altLang="en-US" sz="1200" dirty="0" smtClean="0">
                <a:latin typeface="微软雅黑" panose="020B0503020204020204" pitchFamily="34" charset="-122"/>
                <a:ea typeface="微软雅黑" panose="020B0503020204020204" pitchFamily="34" charset="-122"/>
              </a:rPr>
              <a:t>标准白色</a:t>
            </a:r>
            <a:r>
              <a:rPr lang="zh-CN" altLang="en-US" sz="1200" dirty="0">
                <a:latin typeface="微软雅黑" panose="020B0503020204020204" pitchFamily="34" charset="-122"/>
                <a:ea typeface="微软雅黑" panose="020B0503020204020204" pitchFamily="34" charset="-122"/>
              </a:rPr>
              <a:t>线框</a:t>
            </a:r>
            <a:r>
              <a:rPr lang="en-US" altLang="zh-CN" sz="1200" dirty="0">
                <a:latin typeface="微软雅黑" panose="020B0503020204020204" pitchFamily="34" charset="-122"/>
                <a:ea typeface="微软雅黑" panose="020B0503020204020204" pitchFamily="34" charset="-122"/>
              </a:rPr>
              <a:t>Logo</a:t>
            </a:r>
          </a:p>
        </p:txBody>
      </p:sp>
      <p:sp>
        <p:nvSpPr>
          <p:cNvPr id="14" name="TextBox 23"/>
          <p:cNvSpPr txBox="1"/>
          <p:nvPr/>
        </p:nvSpPr>
        <p:spPr>
          <a:xfrm>
            <a:off x="3797100" y="2332926"/>
            <a:ext cx="1172116" cy="276999"/>
          </a:xfrm>
          <a:prstGeom prst="rect">
            <a:avLst/>
          </a:prstGeom>
          <a:noFill/>
        </p:spPr>
        <p:txBody>
          <a:bodyPr wrap="none" rtlCol="0">
            <a:spAutoFit/>
          </a:bodyPr>
          <a:lstStyle/>
          <a:p>
            <a:r>
              <a:rPr lang="zh-CN" altLang="en-US" sz="1200" dirty="0" smtClean="0">
                <a:latin typeface="微软雅黑" panose="020B0503020204020204" pitchFamily="34" charset="-122"/>
                <a:ea typeface="微软雅黑" panose="020B0503020204020204" pitchFamily="34" charset="-122"/>
              </a:rPr>
              <a:t>标准彩色</a:t>
            </a:r>
            <a:r>
              <a:rPr lang="en-US" altLang="zh-CN" sz="1200" dirty="0">
                <a:latin typeface="微软雅黑" panose="020B0503020204020204" pitchFamily="34" charset="-122"/>
                <a:ea typeface="微软雅黑" panose="020B0503020204020204" pitchFamily="34" charset="-122"/>
              </a:rPr>
              <a:t>Logo</a:t>
            </a:r>
          </a:p>
        </p:txBody>
      </p:sp>
      <p:cxnSp>
        <p:nvCxnSpPr>
          <p:cNvPr id="15" name="直接连接符 25"/>
          <p:cNvCxnSpPr/>
          <p:nvPr/>
        </p:nvCxnSpPr>
        <p:spPr>
          <a:xfrm>
            <a:off x="6096354" y="1142730"/>
            <a:ext cx="0" cy="48923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23"/>
          <p:cNvSpPr txBox="1"/>
          <p:nvPr/>
        </p:nvSpPr>
        <p:spPr>
          <a:xfrm>
            <a:off x="7949550" y="1226553"/>
            <a:ext cx="1484702" cy="333168"/>
          </a:xfrm>
          <a:prstGeom prst="rect">
            <a:avLst/>
          </a:prstGeom>
          <a:noFill/>
        </p:spPr>
        <p:txBody>
          <a:bodyPr wrap="none" rtlCol="0">
            <a:spAutoFit/>
          </a:bodyPr>
          <a:lstStyle/>
          <a:p>
            <a:pPr algn="ctr"/>
            <a:r>
              <a:rPr lang="en-US" altLang="zh-CN" sz="1565" dirty="0">
                <a:latin typeface="微软雅黑" panose="020B0503020204020204" pitchFamily="34" charset="-122"/>
                <a:ea typeface="微软雅黑" panose="020B0503020204020204" pitchFamily="34" charset="-122"/>
              </a:rPr>
              <a:t>CSR</a:t>
            </a:r>
            <a:r>
              <a:rPr lang="zh-CN" altLang="en-US" sz="1565" dirty="0">
                <a:latin typeface="微软雅黑" panose="020B0503020204020204" pitchFamily="34" charset="-122"/>
                <a:ea typeface="微软雅黑" panose="020B0503020204020204" pitchFamily="34" charset="-122"/>
              </a:rPr>
              <a:t>项目</a:t>
            </a:r>
            <a:r>
              <a:rPr lang="en-US" altLang="zh-CN" sz="1565" dirty="0">
                <a:latin typeface="微软雅黑" panose="020B0503020204020204" pitchFamily="34" charset="-122"/>
                <a:ea typeface="微软雅黑" panose="020B0503020204020204" pitchFamily="34" charset="-122"/>
              </a:rPr>
              <a:t>Logo</a:t>
            </a:r>
          </a:p>
        </p:txBody>
      </p:sp>
      <p:sp>
        <p:nvSpPr>
          <p:cNvPr id="17" name="Freeform 5"/>
          <p:cNvSpPr>
            <a:spLocks noChangeAspect="1" noEditPoints="1"/>
          </p:cNvSpPr>
          <p:nvPr/>
        </p:nvSpPr>
        <p:spPr bwMode="auto">
          <a:xfrm>
            <a:off x="7259688" y="2095807"/>
            <a:ext cx="864240" cy="869715"/>
          </a:xfrm>
          <a:custGeom>
            <a:avLst/>
            <a:gdLst>
              <a:gd name="T0" fmla="*/ 221 w 413"/>
              <a:gd name="T1" fmla="*/ 123 h 414"/>
              <a:gd name="T2" fmla="*/ 221 w 413"/>
              <a:gd name="T3" fmla="*/ 209 h 414"/>
              <a:gd name="T4" fmla="*/ 127 w 413"/>
              <a:gd name="T5" fmla="*/ 296 h 414"/>
              <a:gd name="T6" fmla="*/ 162 w 413"/>
              <a:gd name="T7" fmla="*/ 296 h 414"/>
              <a:gd name="T8" fmla="*/ 206 w 413"/>
              <a:gd name="T9" fmla="*/ 0 h 414"/>
              <a:gd name="T10" fmla="*/ 206 w 413"/>
              <a:gd name="T11" fmla="*/ 414 h 414"/>
              <a:gd name="T12" fmla="*/ 206 w 413"/>
              <a:gd name="T13" fmla="*/ 0 h 414"/>
              <a:gd name="T14" fmla="*/ 250 w 413"/>
              <a:gd name="T15" fmla="*/ 77 h 414"/>
              <a:gd name="T16" fmla="*/ 213 w 413"/>
              <a:gd name="T17" fmla="*/ 77 h 414"/>
              <a:gd name="T18" fmla="*/ 208 w 413"/>
              <a:gd name="T19" fmla="*/ 108 h 414"/>
              <a:gd name="T20" fmla="*/ 242 w 413"/>
              <a:gd name="T21" fmla="*/ 209 h 414"/>
              <a:gd name="T22" fmla="*/ 277 w 413"/>
              <a:gd name="T23" fmla="*/ 230 h 414"/>
              <a:gd name="T24" fmla="*/ 242 w 413"/>
              <a:gd name="T25" fmla="*/ 255 h 414"/>
              <a:gd name="T26" fmla="*/ 221 w 413"/>
              <a:gd name="T27" fmla="*/ 230 h 414"/>
              <a:gd name="T28" fmla="*/ 208 w 413"/>
              <a:gd name="T29" fmla="*/ 108 h 414"/>
              <a:gd name="T30" fmla="*/ 108 w 413"/>
              <a:gd name="T31" fmla="*/ 156 h 414"/>
              <a:gd name="T32" fmla="*/ 129 w 413"/>
              <a:gd name="T33" fmla="*/ 118 h 414"/>
              <a:gd name="T34" fmla="*/ 172 w 413"/>
              <a:gd name="T35" fmla="*/ 108 h 414"/>
              <a:gd name="T36" fmla="*/ 149 w 413"/>
              <a:gd name="T37" fmla="*/ 195 h 414"/>
              <a:gd name="T38" fmla="*/ 128 w 413"/>
              <a:gd name="T39" fmla="*/ 158 h 414"/>
              <a:gd name="T40" fmla="*/ 107 w 413"/>
              <a:gd name="T41" fmla="*/ 195 h 414"/>
              <a:gd name="T42" fmla="*/ 85 w 413"/>
              <a:gd name="T43" fmla="*/ 108 h 414"/>
              <a:gd name="T44" fmla="*/ 97 w 413"/>
              <a:gd name="T45" fmla="*/ 325 h 414"/>
              <a:gd name="T46" fmla="*/ 85 w 413"/>
              <a:gd name="T47" fmla="*/ 304 h 414"/>
              <a:gd name="T48" fmla="*/ 78 w 413"/>
              <a:gd name="T49" fmla="*/ 268 h 414"/>
              <a:gd name="T50" fmla="*/ 91 w 413"/>
              <a:gd name="T51" fmla="*/ 294 h 414"/>
              <a:gd name="T52" fmla="*/ 103 w 413"/>
              <a:gd name="T53" fmla="*/ 268 h 414"/>
              <a:gd name="T54" fmla="*/ 97 w 413"/>
              <a:gd name="T55" fmla="*/ 303 h 414"/>
              <a:gd name="T56" fmla="*/ 115 w 413"/>
              <a:gd name="T57" fmla="*/ 296 h 414"/>
              <a:gd name="T58" fmla="*/ 174 w 413"/>
              <a:gd name="T59" fmla="*/ 296 h 414"/>
              <a:gd name="T60" fmla="*/ 229 w 413"/>
              <a:gd name="T61" fmla="*/ 304 h 414"/>
              <a:gd name="T62" fmla="*/ 183 w 413"/>
              <a:gd name="T63" fmla="*/ 304 h 414"/>
              <a:gd name="T64" fmla="*/ 195 w 413"/>
              <a:gd name="T65" fmla="*/ 268 h 414"/>
              <a:gd name="T66" fmla="*/ 206 w 413"/>
              <a:gd name="T67" fmla="*/ 315 h 414"/>
              <a:gd name="T68" fmla="*/ 217 w 413"/>
              <a:gd name="T69" fmla="*/ 268 h 414"/>
              <a:gd name="T70" fmla="*/ 229 w 413"/>
              <a:gd name="T71" fmla="*/ 304 h 414"/>
              <a:gd name="T72" fmla="*/ 266 w 413"/>
              <a:gd name="T73" fmla="*/ 278 h 414"/>
              <a:gd name="T74" fmla="*/ 254 w 413"/>
              <a:gd name="T75" fmla="*/ 325 h 414"/>
              <a:gd name="T76" fmla="*/ 238 w 413"/>
              <a:gd name="T77" fmla="*/ 278 h 414"/>
              <a:gd name="T78" fmla="*/ 282 w 413"/>
              <a:gd name="T79" fmla="*/ 268 h 414"/>
              <a:gd name="T80" fmla="*/ 339 w 413"/>
              <a:gd name="T81" fmla="*/ 325 h 414"/>
              <a:gd name="T82" fmla="*/ 328 w 413"/>
              <a:gd name="T83" fmla="*/ 302 h 414"/>
              <a:gd name="T84" fmla="*/ 303 w 413"/>
              <a:gd name="T85" fmla="*/ 325 h 414"/>
              <a:gd name="T86" fmla="*/ 292 w 413"/>
              <a:gd name="T87" fmla="*/ 268 h 414"/>
              <a:gd name="T88" fmla="*/ 303 w 413"/>
              <a:gd name="T89" fmla="*/ 292 h 414"/>
              <a:gd name="T90" fmla="*/ 328 w 413"/>
              <a:gd name="T91" fmla="*/ 268 h 414"/>
              <a:gd name="T92" fmla="*/ 339 w 413"/>
              <a:gd name="T93" fmla="*/ 325 h 414"/>
              <a:gd name="T94" fmla="*/ 337 w 413"/>
              <a:gd name="T95" fmla="*/ 195 h 414"/>
              <a:gd name="T96" fmla="*/ 277 w 413"/>
              <a:gd name="T97" fmla="*/ 195 h 414"/>
              <a:gd name="T98" fmla="*/ 256 w 413"/>
              <a:gd name="T99" fmla="*/ 108 h 414"/>
              <a:gd name="T100" fmla="*/ 318 w 413"/>
              <a:gd name="T101" fmla="*/ 154 h 414"/>
              <a:gd name="T102" fmla="*/ 339 w 413"/>
              <a:gd name="T103" fmla="*/ 108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13" h="414">
                <a:moveTo>
                  <a:pt x="221" y="209"/>
                </a:moveTo>
                <a:cubicBezTo>
                  <a:pt x="221" y="123"/>
                  <a:pt x="221" y="123"/>
                  <a:pt x="221" y="123"/>
                </a:cubicBezTo>
                <a:cubicBezTo>
                  <a:pt x="178" y="209"/>
                  <a:pt x="178" y="209"/>
                  <a:pt x="178" y="209"/>
                </a:cubicBezTo>
                <a:lnTo>
                  <a:pt x="221" y="209"/>
                </a:lnTo>
                <a:close/>
                <a:moveTo>
                  <a:pt x="144" y="278"/>
                </a:moveTo>
                <a:cubicBezTo>
                  <a:pt x="134" y="278"/>
                  <a:pt x="127" y="286"/>
                  <a:pt x="127" y="296"/>
                </a:cubicBezTo>
                <a:cubicBezTo>
                  <a:pt x="127" y="307"/>
                  <a:pt x="134" y="315"/>
                  <a:pt x="144" y="315"/>
                </a:cubicBezTo>
                <a:cubicBezTo>
                  <a:pt x="155" y="315"/>
                  <a:pt x="162" y="307"/>
                  <a:pt x="162" y="296"/>
                </a:cubicBezTo>
                <a:cubicBezTo>
                  <a:pt x="162" y="286"/>
                  <a:pt x="155" y="278"/>
                  <a:pt x="144" y="278"/>
                </a:cubicBezTo>
                <a:moveTo>
                  <a:pt x="206" y="0"/>
                </a:moveTo>
                <a:cubicBezTo>
                  <a:pt x="92" y="0"/>
                  <a:pt x="0" y="93"/>
                  <a:pt x="0" y="207"/>
                </a:cubicBezTo>
                <a:cubicBezTo>
                  <a:pt x="0" y="322"/>
                  <a:pt x="92" y="414"/>
                  <a:pt x="206" y="414"/>
                </a:cubicBezTo>
                <a:cubicBezTo>
                  <a:pt x="321" y="414"/>
                  <a:pt x="413" y="322"/>
                  <a:pt x="413" y="207"/>
                </a:cubicBezTo>
                <a:cubicBezTo>
                  <a:pt x="413" y="93"/>
                  <a:pt x="321" y="0"/>
                  <a:pt x="206" y="0"/>
                </a:cubicBezTo>
                <a:moveTo>
                  <a:pt x="232" y="58"/>
                </a:moveTo>
                <a:cubicBezTo>
                  <a:pt x="242" y="58"/>
                  <a:pt x="250" y="67"/>
                  <a:pt x="250" y="77"/>
                </a:cubicBezTo>
                <a:cubicBezTo>
                  <a:pt x="250" y="87"/>
                  <a:pt x="242" y="96"/>
                  <a:pt x="232" y="96"/>
                </a:cubicBezTo>
                <a:cubicBezTo>
                  <a:pt x="221" y="96"/>
                  <a:pt x="213" y="87"/>
                  <a:pt x="213" y="77"/>
                </a:cubicBezTo>
                <a:cubicBezTo>
                  <a:pt x="213" y="67"/>
                  <a:pt x="221" y="58"/>
                  <a:pt x="232" y="58"/>
                </a:cubicBezTo>
                <a:moveTo>
                  <a:pt x="208" y="108"/>
                </a:moveTo>
                <a:cubicBezTo>
                  <a:pt x="242" y="108"/>
                  <a:pt x="242" y="108"/>
                  <a:pt x="242" y="108"/>
                </a:cubicBezTo>
                <a:cubicBezTo>
                  <a:pt x="242" y="209"/>
                  <a:pt x="242" y="209"/>
                  <a:pt x="242" y="209"/>
                </a:cubicBezTo>
                <a:cubicBezTo>
                  <a:pt x="277" y="209"/>
                  <a:pt x="277" y="209"/>
                  <a:pt x="277" y="209"/>
                </a:cubicBezTo>
                <a:cubicBezTo>
                  <a:pt x="277" y="230"/>
                  <a:pt x="277" y="230"/>
                  <a:pt x="277" y="230"/>
                </a:cubicBezTo>
                <a:cubicBezTo>
                  <a:pt x="242" y="230"/>
                  <a:pt x="242" y="230"/>
                  <a:pt x="242" y="230"/>
                </a:cubicBezTo>
                <a:cubicBezTo>
                  <a:pt x="242" y="255"/>
                  <a:pt x="242" y="255"/>
                  <a:pt x="242" y="255"/>
                </a:cubicBezTo>
                <a:cubicBezTo>
                  <a:pt x="221" y="255"/>
                  <a:pt x="221" y="255"/>
                  <a:pt x="221" y="255"/>
                </a:cubicBezTo>
                <a:cubicBezTo>
                  <a:pt x="221" y="230"/>
                  <a:pt x="221" y="230"/>
                  <a:pt x="221" y="230"/>
                </a:cubicBezTo>
                <a:cubicBezTo>
                  <a:pt x="147" y="230"/>
                  <a:pt x="147" y="230"/>
                  <a:pt x="147" y="230"/>
                </a:cubicBezTo>
                <a:lnTo>
                  <a:pt x="208" y="108"/>
                </a:lnTo>
                <a:close/>
                <a:moveTo>
                  <a:pt x="85" y="108"/>
                </a:moveTo>
                <a:cubicBezTo>
                  <a:pt x="108" y="156"/>
                  <a:pt x="108" y="156"/>
                  <a:pt x="108" y="156"/>
                </a:cubicBezTo>
                <a:cubicBezTo>
                  <a:pt x="127" y="118"/>
                  <a:pt x="127" y="118"/>
                  <a:pt x="127" y="118"/>
                </a:cubicBezTo>
                <a:cubicBezTo>
                  <a:pt x="129" y="118"/>
                  <a:pt x="129" y="118"/>
                  <a:pt x="129" y="118"/>
                </a:cubicBezTo>
                <a:cubicBezTo>
                  <a:pt x="148" y="156"/>
                  <a:pt x="148" y="156"/>
                  <a:pt x="148" y="156"/>
                </a:cubicBezTo>
                <a:cubicBezTo>
                  <a:pt x="172" y="108"/>
                  <a:pt x="172" y="108"/>
                  <a:pt x="172" y="108"/>
                </a:cubicBezTo>
                <a:cubicBezTo>
                  <a:pt x="192" y="108"/>
                  <a:pt x="192" y="108"/>
                  <a:pt x="192" y="108"/>
                </a:cubicBezTo>
                <a:cubicBezTo>
                  <a:pt x="149" y="195"/>
                  <a:pt x="149" y="195"/>
                  <a:pt x="149" y="195"/>
                </a:cubicBezTo>
                <a:cubicBezTo>
                  <a:pt x="147" y="195"/>
                  <a:pt x="147" y="195"/>
                  <a:pt x="147" y="195"/>
                </a:cubicBezTo>
                <a:cubicBezTo>
                  <a:pt x="128" y="158"/>
                  <a:pt x="128" y="158"/>
                  <a:pt x="128" y="158"/>
                </a:cubicBezTo>
                <a:cubicBezTo>
                  <a:pt x="109" y="195"/>
                  <a:pt x="109" y="195"/>
                  <a:pt x="109" y="195"/>
                </a:cubicBezTo>
                <a:cubicBezTo>
                  <a:pt x="107" y="195"/>
                  <a:pt x="107" y="195"/>
                  <a:pt x="107" y="195"/>
                </a:cubicBezTo>
                <a:cubicBezTo>
                  <a:pt x="64" y="108"/>
                  <a:pt x="64" y="108"/>
                  <a:pt x="64" y="108"/>
                </a:cubicBezTo>
                <a:lnTo>
                  <a:pt x="85" y="108"/>
                </a:lnTo>
                <a:close/>
                <a:moveTo>
                  <a:pt x="97" y="303"/>
                </a:moveTo>
                <a:cubicBezTo>
                  <a:pt x="97" y="325"/>
                  <a:pt x="97" y="325"/>
                  <a:pt x="97" y="325"/>
                </a:cubicBezTo>
                <a:cubicBezTo>
                  <a:pt x="85" y="325"/>
                  <a:pt x="85" y="325"/>
                  <a:pt x="85" y="325"/>
                </a:cubicBezTo>
                <a:cubicBezTo>
                  <a:pt x="85" y="304"/>
                  <a:pt x="85" y="304"/>
                  <a:pt x="85" y="304"/>
                </a:cubicBezTo>
                <a:cubicBezTo>
                  <a:pt x="65" y="268"/>
                  <a:pt x="65" y="268"/>
                  <a:pt x="65" y="268"/>
                </a:cubicBezTo>
                <a:cubicBezTo>
                  <a:pt x="78" y="268"/>
                  <a:pt x="78" y="268"/>
                  <a:pt x="78" y="268"/>
                </a:cubicBezTo>
                <a:cubicBezTo>
                  <a:pt x="86" y="283"/>
                  <a:pt x="86" y="283"/>
                  <a:pt x="86" y="283"/>
                </a:cubicBezTo>
                <a:cubicBezTo>
                  <a:pt x="88" y="287"/>
                  <a:pt x="91" y="294"/>
                  <a:pt x="91" y="294"/>
                </a:cubicBezTo>
                <a:cubicBezTo>
                  <a:pt x="91" y="294"/>
                  <a:pt x="93" y="288"/>
                  <a:pt x="95" y="283"/>
                </a:cubicBezTo>
                <a:cubicBezTo>
                  <a:pt x="103" y="268"/>
                  <a:pt x="103" y="268"/>
                  <a:pt x="103" y="268"/>
                </a:cubicBezTo>
                <a:cubicBezTo>
                  <a:pt x="115" y="268"/>
                  <a:pt x="115" y="268"/>
                  <a:pt x="115" y="268"/>
                </a:cubicBezTo>
                <a:lnTo>
                  <a:pt x="97" y="303"/>
                </a:lnTo>
                <a:close/>
                <a:moveTo>
                  <a:pt x="144" y="325"/>
                </a:moveTo>
                <a:cubicBezTo>
                  <a:pt x="128" y="325"/>
                  <a:pt x="115" y="313"/>
                  <a:pt x="115" y="296"/>
                </a:cubicBezTo>
                <a:cubicBezTo>
                  <a:pt x="115" y="280"/>
                  <a:pt x="128" y="267"/>
                  <a:pt x="144" y="267"/>
                </a:cubicBezTo>
                <a:cubicBezTo>
                  <a:pt x="161" y="267"/>
                  <a:pt x="174" y="280"/>
                  <a:pt x="174" y="296"/>
                </a:cubicBezTo>
                <a:cubicBezTo>
                  <a:pt x="174" y="313"/>
                  <a:pt x="161" y="325"/>
                  <a:pt x="144" y="325"/>
                </a:cubicBezTo>
                <a:moveTo>
                  <a:pt x="229" y="304"/>
                </a:moveTo>
                <a:cubicBezTo>
                  <a:pt x="229" y="318"/>
                  <a:pt x="219" y="325"/>
                  <a:pt x="206" y="325"/>
                </a:cubicBezTo>
                <a:cubicBezTo>
                  <a:pt x="193" y="325"/>
                  <a:pt x="183" y="318"/>
                  <a:pt x="183" y="304"/>
                </a:cubicBezTo>
                <a:cubicBezTo>
                  <a:pt x="183" y="268"/>
                  <a:pt x="183" y="268"/>
                  <a:pt x="183" y="268"/>
                </a:cubicBezTo>
                <a:cubicBezTo>
                  <a:pt x="195" y="268"/>
                  <a:pt x="195" y="268"/>
                  <a:pt x="195" y="268"/>
                </a:cubicBezTo>
                <a:cubicBezTo>
                  <a:pt x="195" y="303"/>
                  <a:pt x="195" y="303"/>
                  <a:pt x="195" y="303"/>
                </a:cubicBezTo>
                <a:cubicBezTo>
                  <a:pt x="195" y="312"/>
                  <a:pt x="198" y="315"/>
                  <a:pt x="206" y="315"/>
                </a:cubicBezTo>
                <a:cubicBezTo>
                  <a:pt x="213" y="315"/>
                  <a:pt x="217" y="312"/>
                  <a:pt x="217" y="303"/>
                </a:cubicBezTo>
                <a:cubicBezTo>
                  <a:pt x="217" y="268"/>
                  <a:pt x="217" y="268"/>
                  <a:pt x="217" y="268"/>
                </a:cubicBezTo>
                <a:cubicBezTo>
                  <a:pt x="229" y="268"/>
                  <a:pt x="229" y="268"/>
                  <a:pt x="229" y="268"/>
                </a:cubicBezTo>
                <a:lnTo>
                  <a:pt x="229" y="304"/>
                </a:lnTo>
                <a:close/>
                <a:moveTo>
                  <a:pt x="282" y="278"/>
                </a:moveTo>
                <a:cubicBezTo>
                  <a:pt x="266" y="278"/>
                  <a:pt x="266" y="278"/>
                  <a:pt x="266" y="278"/>
                </a:cubicBezTo>
                <a:cubicBezTo>
                  <a:pt x="266" y="325"/>
                  <a:pt x="266" y="325"/>
                  <a:pt x="266" y="325"/>
                </a:cubicBezTo>
                <a:cubicBezTo>
                  <a:pt x="254" y="325"/>
                  <a:pt x="254" y="325"/>
                  <a:pt x="254" y="325"/>
                </a:cubicBezTo>
                <a:cubicBezTo>
                  <a:pt x="254" y="278"/>
                  <a:pt x="254" y="278"/>
                  <a:pt x="254" y="278"/>
                </a:cubicBezTo>
                <a:cubicBezTo>
                  <a:pt x="238" y="278"/>
                  <a:pt x="238" y="278"/>
                  <a:pt x="238" y="278"/>
                </a:cubicBezTo>
                <a:cubicBezTo>
                  <a:pt x="238" y="268"/>
                  <a:pt x="238" y="268"/>
                  <a:pt x="238" y="268"/>
                </a:cubicBezTo>
                <a:cubicBezTo>
                  <a:pt x="282" y="268"/>
                  <a:pt x="282" y="268"/>
                  <a:pt x="282" y="268"/>
                </a:cubicBezTo>
                <a:lnTo>
                  <a:pt x="282" y="278"/>
                </a:lnTo>
                <a:close/>
                <a:moveTo>
                  <a:pt x="339" y="325"/>
                </a:moveTo>
                <a:cubicBezTo>
                  <a:pt x="328" y="325"/>
                  <a:pt x="328" y="325"/>
                  <a:pt x="328" y="325"/>
                </a:cubicBezTo>
                <a:cubicBezTo>
                  <a:pt x="328" y="302"/>
                  <a:pt x="328" y="302"/>
                  <a:pt x="328" y="302"/>
                </a:cubicBezTo>
                <a:cubicBezTo>
                  <a:pt x="303" y="302"/>
                  <a:pt x="303" y="302"/>
                  <a:pt x="303" y="302"/>
                </a:cubicBezTo>
                <a:cubicBezTo>
                  <a:pt x="303" y="325"/>
                  <a:pt x="303" y="325"/>
                  <a:pt x="303" y="325"/>
                </a:cubicBezTo>
                <a:cubicBezTo>
                  <a:pt x="292" y="325"/>
                  <a:pt x="292" y="325"/>
                  <a:pt x="292" y="325"/>
                </a:cubicBezTo>
                <a:cubicBezTo>
                  <a:pt x="292" y="268"/>
                  <a:pt x="292" y="268"/>
                  <a:pt x="292" y="268"/>
                </a:cubicBezTo>
                <a:cubicBezTo>
                  <a:pt x="303" y="268"/>
                  <a:pt x="303" y="268"/>
                  <a:pt x="303" y="268"/>
                </a:cubicBezTo>
                <a:cubicBezTo>
                  <a:pt x="303" y="292"/>
                  <a:pt x="303" y="292"/>
                  <a:pt x="303" y="292"/>
                </a:cubicBezTo>
                <a:cubicBezTo>
                  <a:pt x="328" y="292"/>
                  <a:pt x="328" y="292"/>
                  <a:pt x="328" y="292"/>
                </a:cubicBezTo>
                <a:cubicBezTo>
                  <a:pt x="328" y="268"/>
                  <a:pt x="328" y="268"/>
                  <a:pt x="328" y="268"/>
                </a:cubicBezTo>
                <a:cubicBezTo>
                  <a:pt x="339" y="268"/>
                  <a:pt x="339" y="268"/>
                  <a:pt x="339" y="268"/>
                </a:cubicBezTo>
                <a:lnTo>
                  <a:pt x="339" y="325"/>
                </a:lnTo>
                <a:close/>
                <a:moveTo>
                  <a:pt x="339" y="195"/>
                </a:moveTo>
                <a:cubicBezTo>
                  <a:pt x="337" y="195"/>
                  <a:pt x="337" y="195"/>
                  <a:pt x="337" y="195"/>
                </a:cubicBezTo>
                <a:cubicBezTo>
                  <a:pt x="277" y="149"/>
                  <a:pt x="277" y="149"/>
                  <a:pt x="277" y="149"/>
                </a:cubicBezTo>
                <a:cubicBezTo>
                  <a:pt x="277" y="195"/>
                  <a:pt x="277" y="195"/>
                  <a:pt x="277" y="195"/>
                </a:cubicBezTo>
                <a:cubicBezTo>
                  <a:pt x="256" y="195"/>
                  <a:pt x="256" y="195"/>
                  <a:pt x="256" y="195"/>
                </a:cubicBezTo>
                <a:cubicBezTo>
                  <a:pt x="256" y="108"/>
                  <a:pt x="256" y="108"/>
                  <a:pt x="256" y="108"/>
                </a:cubicBezTo>
                <a:cubicBezTo>
                  <a:pt x="258" y="108"/>
                  <a:pt x="258" y="108"/>
                  <a:pt x="258" y="108"/>
                </a:cubicBezTo>
                <a:cubicBezTo>
                  <a:pt x="318" y="154"/>
                  <a:pt x="318" y="154"/>
                  <a:pt x="318" y="154"/>
                </a:cubicBezTo>
                <a:cubicBezTo>
                  <a:pt x="318" y="108"/>
                  <a:pt x="318" y="108"/>
                  <a:pt x="318" y="108"/>
                </a:cubicBezTo>
                <a:cubicBezTo>
                  <a:pt x="339" y="108"/>
                  <a:pt x="339" y="108"/>
                  <a:pt x="339" y="108"/>
                </a:cubicBezTo>
                <a:lnTo>
                  <a:pt x="339" y="195"/>
                </a:lnTo>
                <a:close/>
              </a:path>
            </a:pathLst>
          </a:custGeom>
          <a:solidFill>
            <a:srgbClr val="5CB6B4"/>
          </a:solidFill>
          <a:ln>
            <a:noFill/>
          </a:ln>
          <a:extLst>
            <a:ext uri="{91240B29-F687-4F45-9708-019B960494DF}">
              <a14:hiddenLine xmlns:a14="http://schemas.microsoft.com/office/drawing/2010/main" w="9525">
                <a:solidFill>
                  <a:srgbClr val="000000"/>
                </a:solidFill>
                <a:round/>
              </a14:hiddenLine>
            </a:ext>
          </a:extLst>
        </p:spPr>
        <p:txBody>
          <a:bodyPr vert="horz" wrap="square" lIns="44667" tIns="22333" rIns="44667" bIns="22333" numCol="1" anchor="t" anchorCtr="0" compatLnSpc="1"/>
          <a:lstStyle/>
          <a:p>
            <a:endParaRPr lang="zh-CN" altLang="en-US" sz="2100">
              <a:latin typeface="微软雅黑" panose="020B0503020204020204" pitchFamily="34" charset="-122"/>
              <a:ea typeface="微软雅黑" panose="020B0503020204020204" pitchFamily="34" charset="-122"/>
            </a:endParaRPr>
          </a:p>
        </p:txBody>
      </p:sp>
      <p:pic>
        <p:nvPicPr>
          <p:cNvPr id="18" name="Picture 4" descr="Y:\3F-市场部\Logo\CEO for One Month\CF1M_Unboxed_version\png\C1M_unboxed_logo_turquoise.png"/>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7131898" y="3355059"/>
            <a:ext cx="1119821" cy="62733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23"/>
          <p:cNvSpPr txBox="1"/>
          <p:nvPr/>
        </p:nvSpPr>
        <p:spPr>
          <a:xfrm>
            <a:off x="8663144" y="3530228"/>
            <a:ext cx="1643399"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CEO for One Month</a:t>
            </a:r>
          </a:p>
        </p:txBody>
      </p:sp>
      <p:sp>
        <p:nvSpPr>
          <p:cNvPr id="20" name="TextBox 23"/>
          <p:cNvSpPr txBox="1"/>
          <p:nvPr/>
        </p:nvSpPr>
        <p:spPr>
          <a:xfrm>
            <a:off x="8663144" y="2392165"/>
            <a:ext cx="1777153"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Win4Youth Wellbeing</a:t>
            </a:r>
          </a:p>
        </p:txBody>
      </p:sp>
      <p:sp>
        <p:nvSpPr>
          <p:cNvPr id="2" name="标题 1"/>
          <p:cNvSpPr>
            <a:spLocks noGrp="1"/>
          </p:cNvSpPr>
          <p:nvPr>
            <p:ph type="title"/>
          </p:nvPr>
        </p:nvSpPr>
        <p:spPr/>
        <p:txBody>
          <a:bodyPr>
            <a:normAutofit/>
          </a:bodyPr>
          <a:lstStyle/>
          <a:p>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FESCO Adecco Logo</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及</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CSR</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项目</a:t>
            </a:r>
            <a:r>
              <a:rPr lang="en-US" altLang="zh-CN" b="1"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Logo</a:t>
            </a:r>
            <a:endParaRPr lang="zh-CN" altLang="en-US" dirty="0"/>
          </a:p>
        </p:txBody>
      </p:sp>
      <p:sp>
        <p:nvSpPr>
          <p:cNvPr id="10" name="灯片编号占位符 9"/>
          <p:cNvSpPr>
            <a:spLocks noGrp="1"/>
          </p:cNvSpPr>
          <p:nvPr>
            <p:ph type="sldNum" sz="quarter" idx="12"/>
          </p:nvPr>
        </p:nvSpPr>
        <p:spPr/>
        <p:txBody>
          <a:bodyPr/>
          <a:lstStyle/>
          <a:p>
            <a:fld id="{153AF625-0792-41B6-A2B6-BF3733C00B4B}" type="slidenum">
              <a:rPr lang="zh-CN" altLang="en-US" smtClean="0"/>
              <a:t>19</a:t>
            </a:fld>
            <a:endParaRPr lang="zh-CN" altLang="en-US"/>
          </a:p>
        </p:txBody>
      </p:sp>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5269" y="1864799"/>
            <a:ext cx="1952976" cy="1213252"/>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4357" y="3097368"/>
            <a:ext cx="1954800" cy="1215978"/>
          </a:xfrm>
          <a:prstGeom prst="rect">
            <a:avLst/>
          </a:prstGeom>
        </p:spPr>
      </p:pic>
      <p:pic>
        <p:nvPicPr>
          <p:cNvPr id="21" name="图片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94357" y="4536777"/>
            <a:ext cx="1954800" cy="1214384"/>
          </a:xfrm>
          <a:prstGeom prst="rect">
            <a:avLst/>
          </a:prstGeom>
        </p:spPr>
      </p:pic>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393" y="1814673"/>
            <a:ext cx="2598651" cy="1224241"/>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6975" y="3934718"/>
            <a:ext cx="2550883" cy="787185"/>
          </a:xfrm>
          <a:prstGeom prst="rect">
            <a:avLst/>
          </a:prstGeom>
        </p:spPr>
      </p:pic>
      <p:pic>
        <p:nvPicPr>
          <p:cNvPr id="5" name="Picture 2"/>
          <p:cNvPicPr>
            <a:picLocks noChangeAspect="1" noChangeArrowheads="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1537667" y="3918212"/>
            <a:ext cx="2068487" cy="82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descr="FESCO 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21881" y="3961689"/>
            <a:ext cx="3116278" cy="733243"/>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rotWithShape="1">
          <a:blip r:embed="rId8" cstate="screen">
            <a:extLst>
              <a:ext uri="{28A0092B-C50C-407E-A947-70E740481C1C}">
                <a14:useLocalDpi xmlns:a14="http://schemas.microsoft.com/office/drawing/2010/main" val="0"/>
              </a:ext>
            </a:extLst>
          </a:blip>
          <a:srcRect/>
          <a:stretch>
            <a:fillRect/>
          </a:stretch>
        </p:blipFill>
        <p:spPr>
          <a:xfrm>
            <a:off x="4253352" y="1353372"/>
            <a:ext cx="1642952" cy="2146843"/>
          </a:xfrm>
          <a:prstGeom prst="rect">
            <a:avLst/>
          </a:prstGeom>
        </p:spPr>
      </p:pic>
      <p:sp>
        <p:nvSpPr>
          <p:cNvPr id="3" name="标题 2"/>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关联公司</a:t>
            </a:r>
            <a:r>
              <a:rPr lang="en-US" altLang="zh-CN" b="1"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Logo</a:t>
            </a:r>
            <a:endParaRPr lang="zh-CN" altLang="en-US" dirty="0"/>
          </a:p>
        </p:txBody>
      </p:sp>
      <p:sp>
        <p:nvSpPr>
          <p:cNvPr id="10" name="灯片编号占位符 9"/>
          <p:cNvSpPr>
            <a:spLocks noGrp="1"/>
          </p:cNvSpPr>
          <p:nvPr>
            <p:ph type="sldNum" sz="quarter" idx="12"/>
          </p:nvPr>
        </p:nvSpPr>
        <p:spPr/>
        <p:txBody>
          <a:bodyPr/>
          <a:lstStyle/>
          <a:p>
            <a:fld id="{153AF625-0792-41B6-A2B6-BF3733C00B4B}" type="slidenum">
              <a:rPr lang="zh-CN" altLang="en-US" smtClean="0"/>
              <a:t>20</a:t>
            </a:fld>
            <a:endParaRPr lang="zh-CN" altLang="en-US"/>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13"/>
          <p:cNvGrpSpPr/>
          <p:nvPr/>
        </p:nvGrpSpPr>
        <p:grpSpPr>
          <a:xfrm>
            <a:off x="1176239" y="1444983"/>
            <a:ext cx="639804" cy="624074"/>
            <a:chOff x="12013564" y="2606559"/>
            <a:chExt cx="639804" cy="624074"/>
          </a:xfrm>
          <a:solidFill>
            <a:schemeClr val="tx1"/>
          </a:solidFill>
        </p:grpSpPr>
        <p:sp>
          <p:nvSpPr>
            <p:cNvPr id="5" name="Freeform: Shape 863"/>
            <p:cNvSpPr/>
            <p:nvPr/>
          </p:nvSpPr>
          <p:spPr>
            <a:xfrm>
              <a:off x="12013564" y="2606559"/>
              <a:ext cx="458764" cy="624074"/>
            </a:xfrm>
            <a:custGeom>
              <a:avLst/>
              <a:gdLst>
                <a:gd name="connsiteX0" fmla="*/ 444429 w 458764"/>
                <a:gd name="connsiteY0" fmla="*/ 397239 h 624074"/>
                <a:gd name="connsiteX1" fmla="*/ 411510 w 458764"/>
                <a:gd name="connsiteY1" fmla="*/ 496095 h 624074"/>
                <a:gd name="connsiteX2" fmla="*/ 323259 w 458764"/>
                <a:gd name="connsiteY2" fmla="*/ 433629 h 624074"/>
                <a:gd name="connsiteX3" fmla="*/ 403044 w 458764"/>
                <a:gd name="connsiteY3" fmla="*/ 364222 h 624074"/>
                <a:gd name="connsiteX4" fmla="*/ 395358 w 458764"/>
                <a:gd name="connsiteY4" fmla="*/ 358092 h 624074"/>
                <a:gd name="connsiteX5" fmla="*/ 314276 w 458764"/>
                <a:gd name="connsiteY5" fmla="*/ 427661 h 624074"/>
                <a:gd name="connsiteX6" fmla="*/ 229301 w 458764"/>
                <a:gd name="connsiteY6" fmla="*/ 344179 h 624074"/>
                <a:gd name="connsiteX7" fmla="*/ 229301 w 458764"/>
                <a:gd name="connsiteY7" fmla="*/ 334059 h 624074"/>
                <a:gd name="connsiteX8" fmla="*/ 233225 w 458764"/>
                <a:gd name="connsiteY8" fmla="*/ 314665 h 624074"/>
                <a:gd name="connsiteX9" fmla="*/ 233225 w 458764"/>
                <a:gd name="connsiteY9" fmla="*/ 314665 h 624074"/>
                <a:gd name="connsiteX10" fmla="*/ 314211 w 458764"/>
                <a:gd name="connsiteY10" fmla="*/ 349044 h 624074"/>
                <a:gd name="connsiteX11" fmla="*/ 389585 w 458764"/>
                <a:gd name="connsiteY11" fmla="*/ 319984 h 624074"/>
                <a:gd name="connsiteX12" fmla="*/ 387834 w 458764"/>
                <a:gd name="connsiteY12" fmla="*/ 308373 h 624074"/>
                <a:gd name="connsiteX13" fmla="*/ 314211 w 458764"/>
                <a:gd name="connsiteY13" fmla="*/ 339314 h 624074"/>
                <a:gd name="connsiteX14" fmla="*/ 199365 w 458764"/>
                <a:gd name="connsiteY14" fmla="*/ 206209 h 624074"/>
                <a:gd name="connsiteX15" fmla="*/ 199365 w 458764"/>
                <a:gd name="connsiteY15" fmla="*/ 163073 h 624074"/>
                <a:gd name="connsiteX16" fmla="*/ 237929 w 458764"/>
                <a:gd name="connsiteY16" fmla="*/ 98369 h 624074"/>
                <a:gd name="connsiteX17" fmla="*/ 237961 w 458764"/>
                <a:gd name="connsiteY17" fmla="*/ 98369 h 624074"/>
                <a:gd name="connsiteX18" fmla="*/ 335000 w 458764"/>
                <a:gd name="connsiteY18" fmla="*/ 148640 h 624074"/>
                <a:gd name="connsiteX19" fmla="*/ 399736 w 458764"/>
                <a:gd name="connsiteY19" fmla="*/ 156457 h 624074"/>
                <a:gd name="connsiteX20" fmla="*/ 417769 w 458764"/>
                <a:gd name="connsiteY20" fmla="*/ 156035 h 624074"/>
                <a:gd name="connsiteX21" fmla="*/ 450202 w 458764"/>
                <a:gd name="connsiteY21" fmla="*/ 154024 h 624074"/>
                <a:gd name="connsiteX22" fmla="*/ 450721 w 458764"/>
                <a:gd name="connsiteY22" fmla="*/ 154024 h 624074"/>
                <a:gd name="connsiteX23" fmla="*/ 458764 w 458764"/>
                <a:gd name="connsiteY23" fmla="*/ 153473 h 624074"/>
                <a:gd name="connsiteX24" fmla="*/ 457888 w 458764"/>
                <a:gd name="connsiteY24" fmla="*/ 148186 h 624074"/>
                <a:gd name="connsiteX25" fmla="*/ 326632 w 458764"/>
                <a:gd name="connsiteY25" fmla="*/ 616 h 624074"/>
                <a:gd name="connsiteX26" fmla="*/ 326567 w 458764"/>
                <a:gd name="connsiteY26" fmla="*/ 616 h 624074"/>
                <a:gd name="connsiteX27" fmla="*/ 314211 w 458764"/>
                <a:gd name="connsiteY27" fmla="*/ 0 h 624074"/>
                <a:gd name="connsiteX28" fmla="*/ 189635 w 458764"/>
                <a:gd name="connsiteY28" fmla="*/ 124445 h 624074"/>
                <a:gd name="connsiteX29" fmla="*/ 189635 w 458764"/>
                <a:gd name="connsiteY29" fmla="*/ 206209 h 624074"/>
                <a:gd name="connsiteX30" fmla="*/ 225053 w 458764"/>
                <a:gd name="connsiteY30" fmla="*/ 305875 h 624074"/>
                <a:gd name="connsiteX31" fmla="*/ 217431 w 458764"/>
                <a:gd name="connsiteY31" fmla="*/ 343530 h 624074"/>
                <a:gd name="connsiteX32" fmla="*/ 171927 w 458764"/>
                <a:gd name="connsiteY32" fmla="*/ 379920 h 624074"/>
                <a:gd name="connsiteX33" fmla="*/ 72650 w 458764"/>
                <a:gd name="connsiteY33" fmla="*/ 425488 h 624074"/>
                <a:gd name="connsiteX34" fmla="*/ 72228 w 458764"/>
                <a:gd name="connsiteY34" fmla="*/ 425715 h 624074"/>
                <a:gd name="connsiteX35" fmla="*/ 0 w 458764"/>
                <a:gd name="connsiteY35" fmla="*/ 553728 h 624074"/>
                <a:gd name="connsiteX36" fmla="*/ 0 w 458764"/>
                <a:gd name="connsiteY36" fmla="*/ 623589 h 624074"/>
                <a:gd name="connsiteX37" fmla="*/ 9730 w 458764"/>
                <a:gd name="connsiteY37" fmla="*/ 623589 h 624074"/>
                <a:gd name="connsiteX38" fmla="*/ 9730 w 458764"/>
                <a:gd name="connsiteY38" fmla="*/ 553728 h 624074"/>
                <a:gd name="connsiteX39" fmla="*/ 76931 w 458764"/>
                <a:gd name="connsiteY39" fmla="*/ 434212 h 624074"/>
                <a:gd name="connsiteX40" fmla="*/ 171602 w 458764"/>
                <a:gd name="connsiteY40" fmla="*/ 390752 h 624074"/>
                <a:gd name="connsiteX41" fmla="*/ 211885 w 458764"/>
                <a:gd name="connsiteY41" fmla="*/ 511565 h 624074"/>
                <a:gd name="connsiteX42" fmla="*/ 252491 w 458764"/>
                <a:gd name="connsiteY42" fmla="*/ 482829 h 624074"/>
                <a:gd name="connsiteX43" fmla="*/ 279313 w 458764"/>
                <a:gd name="connsiteY43" fmla="*/ 534657 h 624074"/>
                <a:gd name="connsiteX44" fmla="*/ 269388 w 458764"/>
                <a:gd name="connsiteY44" fmla="*/ 624075 h 624074"/>
                <a:gd name="connsiteX45" fmla="*/ 279183 w 458764"/>
                <a:gd name="connsiteY45" fmla="*/ 624075 h 624074"/>
                <a:gd name="connsiteX46" fmla="*/ 288686 w 458764"/>
                <a:gd name="connsiteY46" fmla="*/ 538582 h 624074"/>
                <a:gd name="connsiteX47" fmla="*/ 339865 w 458764"/>
                <a:gd name="connsiteY47" fmla="*/ 538582 h 624074"/>
                <a:gd name="connsiteX48" fmla="*/ 349368 w 458764"/>
                <a:gd name="connsiteY48" fmla="*/ 624075 h 624074"/>
                <a:gd name="connsiteX49" fmla="*/ 359163 w 458764"/>
                <a:gd name="connsiteY49" fmla="*/ 624075 h 624074"/>
                <a:gd name="connsiteX50" fmla="*/ 349238 w 458764"/>
                <a:gd name="connsiteY50" fmla="*/ 534657 h 624074"/>
                <a:gd name="connsiteX51" fmla="*/ 376060 w 458764"/>
                <a:gd name="connsiteY51" fmla="*/ 482829 h 624074"/>
                <a:gd name="connsiteX52" fmla="*/ 416634 w 458764"/>
                <a:gd name="connsiteY52" fmla="*/ 511533 h 624074"/>
                <a:gd name="connsiteX53" fmla="*/ 453316 w 458764"/>
                <a:gd name="connsiteY53" fmla="*/ 401520 h 624074"/>
                <a:gd name="connsiteX54" fmla="*/ 445435 w 458764"/>
                <a:gd name="connsiteY54" fmla="*/ 397920 h 624074"/>
                <a:gd name="connsiteX55" fmla="*/ 444494 w 458764"/>
                <a:gd name="connsiteY55" fmla="*/ 397174 h 624074"/>
                <a:gd name="connsiteX56" fmla="*/ 314211 w 458764"/>
                <a:gd name="connsiteY56" fmla="*/ 9730 h 624074"/>
                <a:gd name="connsiteX57" fmla="*/ 325659 w 458764"/>
                <a:gd name="connsiteY57" fmla="*/ 10314 h 624074"/>
                <a:gd name="connsiteX58" fmla="*/ 447348 w 458764"/>
                <a:gd name="connsiteY58" fmla="*/ 144521 h 624074"/>
                <a:gd name="connsiteX59" fmla="*/ 337400 w 458764"/>
                <a:gd name="connsiteY59" fmla="*/ 139235 h 624074"/>
                <a:gd name="connsiteX60" fmla="*/ 229690 w 458764"/>
                <a:gd name="connsiteY60" fmla="*/ 75861 h 624074"/>
                <a:gd name="connsiteX61" fmla="*/ 219798 w 458764"/>
                <a:gd name="connsiteY61" fmla="*/ 59190 h 624074"/>
                <a:gd name="connsiteX62" fmla="*/ 314211 w 458764"/>
                <a:gd name="connsiteY62" fmla="*/ 9730 h 624074"/>
                <a:gd name="connsiteX63" fmla="*/ 213441 w 458764"/>
                <a:gd name="connsiteY63" fmla="*/ 69439 h 624074"/>
                <a:gd name="connsiteX64" fmla="*/ 222263 w 458764"/>
                <a:gd name="connsiteY64" fmla="*/ 82153 h 624074"/>
                <a:gd name="connsiteX65" fmla="*/ 229918 w 458764"/>
                <a:gd name="connsiteY65" fmla="*/ 90585 h 624074"/>
                <a:gd name="connsiteX66" fmla="*/ 199365 w 458764"/>
                <a:gd name="connsiteY66" fmla="*/ 149159 h 624074"/>
                <a:gd name="connsiteX67" fmla="*/ 199365 w 458764"/>
                <a:gd name="connsiteY67" fmla="*/ 124445 h 624074"/>
                <a:gd name="connsiteX68" fmla="*/ 213441 w 458764"/>
                <a:gd name="connsiteY68" fmla="*/ 69439 h 624074"/>
                <a:gd name="connsiteX69" fmla="*/ 180230 w 458764"/>
                <a:gd name="connsiteY69" fmla="*/ 385758 h 624074"/>
                <a:gd name="connsiteX70" fmla="*/ 220869 w 458764"/>
                <a:gd name="connsiteY70" fmla="*/ 353227 h 624074"/>
                <a:gd name="connsiteX71" fmla="*/ 305227 w 458764"/>
                <a:gd name="connsiteY71" fmla="*/ 433596 h 624074"/>
                <a:gd name="connsiteX72" fmla="*/ 216977 w 458764"/>
                <a:gd name="connsiteY72" fmla="*/ 496030 h 624074"/>
                <a:gd name="connsiteX73" fmla="*/ 180198 w 458764"/>
                <a:gd name="connsiteY73" fmla="*/ 385725 h 624074"/>
                <a:gd name="connsiteX74" fmla="*/ 314243 w 458764"/>
                <a:gd name="connsiteY74" fmla="*/ 439175 h 624074"/>
                <a:gd name="connsiteX75" fmla="*/ 314243 w 458764"/>
                <a:gd name="connsiteY75" fmla="*/ 439175 h 624074"/>
                <a:gd name="connsiteX76" fmla="*/ 367984 w 458764"/>
                <a:gd name="connsiteY76" fmla="*/ 477186 h 624074"/>
                <a:gd name="connsiteX77" fmla="*/ 341227 w 458764"/>
                <a:gd name="connsiteY77" fmla="*/ 528884 h 624074"/>
                <a:gd name="connsiteX78" fmla="*/ 287291 w 458764"/>
                <a:gd name="connsiteY78" fmla="*/ 528884 h 624074"/>
                <a:gd name="connsiteX79" fmla="*/ 260534 w 458764"/>
                <a:gd name="connsiteY79" fmla="*/ 477154 h 624074"/>
                <a:gd name="connsiteX80" fmla="*/ 314243 w 458764"/>
                <a:gd name="connsiteY80" fmla="*/ 439142 h 62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58764" h="624074">
                  <a:moveTo>
                    <a:pt x="444429" y="397239"/>
                  </a:moveTo>
                  <a:lnTo>
                    <a:pt x="411510" y="496095"/>
                  </a:lnTo>
                  <a:lnTo>
                    <a:pt x="323259" y="433629"/>
                  </a:lnTo>
                  <a:cubicBezTo>
                    <a:pt x="340676" y="423315"/>
                    <a:pt x="386666" y="393996"/>
                    <a:pt x="403044" y="364222"/>
                  </a:cubicBezTo>
                  <a:lnTo>
                    <a:pt x="395358" y="358092"/>
                  </a:lnTo>
                  <a:cubicBezTo>
                    <a:pt x="381898" y="384785"/>
                    <a:pt x="336103" y="415207"/>
                    <a:pt x="314276" y="427661"/>
                  </a:cubicBezTo>
                  <a:cubicBezTo>
                    <a:pt x="288523" y="413034"/>
                    <a:pt x="229301" y="373239"/>
                    <a:pt x="229301" y="344179"/>
                  </a:cubicBezTo>
                  <a:lnTo>
                    <a:pt x="229301" y="334059"/>
                  </a:lnTo>
                  <a:lnTo>
                    <a:pt x="233225" y="314665"/>
                  </a:lnTo>
                  <a:cubicBezTo>
                    <a:pt x="233225" y="314665"/>
                    <a:pt x="233225" y="314665"/>
                    <a:pt x="233225" y="314665"/>
                  </a:cubicBezTo>
                  <a:cubicBezTo>
                    <a:pt x="255021" y="336070"/>
                    <a:pt x="283302" y="349044"/>
                    <a:pt x="314211" y="349044"/>
                  </a:cubicBezTo>
                  <a:cubicBezTo>
                    <a:pt x="341649" y="349044"/>
                    <a:pt x="368082" y="338697"/>
                    <a:pt x="389585" y="319984"/>
                  </a:cubicBezTo>
                  <a:lnTo>
                    <a:pt x="387834" y="308373"/>
                  </a:lnTo>
                  <a:cubicBezTo>
                    <a:pt x="367303" y="328254"/>
                    <a:pt x="341259" y="339314"/>
                    <a:pt x="314211" y="339314"/>
                  </a:cubicBezTo>
                  <a:cubicBezTo>
                    <a:pt x="250869" y="339314"/>
                    <a:pt x="199365" y="279605"/>
                    <a:pt x="199365" y="206209"/>
                  </a:cubicBezTo>
                  <a:lnTo>
                    <a:pt x="199365" y="163073"/>
                  </a:lnTo>
                  <a:cubicBezTo>
                    <a:pt x="217819" y="145462"/>
                    <a:pt x="230729" y="123732"/>
                    <a:pt x="237929" y="98369"/>
                  </a:cubicBezTo>
                  <a:cubicBezTo>
                    <a:pt x="237929" y="98369"/>
                    <a:pt x="237929" y="98369"/>
                    <a:pt x="237961" y="98369"/>
                  </a:cubicBezTo>
                  <a:cubicBezTo>
                    <a:pt x="269486" y="127235"/>
                    <a:pt x="307107" y="141570"/>
                    <a:pt x="335000" y="148640"/>
                  </a:cubicBezTo>
                  <a:cubicBezTo>
                    <a:pt x="358449" y="154576"/>
                    <a:pt x="378979" y="156457"/>
                    <a:pt x="399736" y="156457"/>
                  </a:cubicBezTo>
                  <a:cubicBezTo>
                    <a:pt x="405704" y="156457"/>
                    <a:pt x="411704" y="156294"/>
                    <a:pt x="417769" y="156035"/>
                  </a:cubicBezTo>
                  <a:cubicBezTo>
                    <a:pt x="428180" y="155581"/>
                    <a:pt x="438851" y="154835"/>
                    <a:pt x="450202" y="154024"/>
                  </a:cubicBezTo>
                  <a:cubicBezTo>
                    <a:pt x="450364" y="154024"/>
                    <a:pt x="450558" y="154024"/>
                    <a:pt x="450721" y="154024"/>
                  </a:cubicBezTo>
                  <a:lnTo>
                    <a:pt x="458764" y="153473"/>
                  </a:lnTo>
                  <a:lnTo>
                    <a:pt x="457888" y="148186"/>
                  </a:lnTo>
                  <a:cubicBezTo>
                    <a:pt x="446375" y="79720"/>
                    <a:pt x="401325" y="7524"/>
                    <a:pt x="326632" y="616"/>
                  </a:cubicBezTo>
                  <a:lnTo>
                    <a:pt x="326567" y="616"/>
                  </a:lnTo>
                  <a:cubicBezTo>
                    <a:pt x="322481" y="227"/>
                    <a:pt x="318330" y="0"/>
                    <a:pt x="314211" y="0"/>
                  </a:cubicBezTo>
                  <a:cubicBezTo>
                    <a:pt x="245517" y="0"/>
                    <a:pt x="189635" y="55817"/>
                    <a:pt x="189635" y="124445"/>
                  </a:cubicBezTo>
                  <a:lnTo>
                    <a:pt x="189635" y="206209"/>
                  </a:lnTo>
                  <a:cubicBezTo>
                    <a:pt x="189635" y="244966"/>
                    <a:pt x="203160" y="280123"/>
                    <a:pt x="225053" y="305875"/>
                  </a:cubicBezTo>
                  <a:lnTo>
                    <a:pt x="217431" y="343530"/>
                  </a:lnTo>
                  <a:lnTo>
                    <a:pt x="171927" y="379920"/>
                  </a:lnTo>
                  <a:lnTo>
                    <a:pt x="72650" y="425488"/>
                  </a:lnTo>
                  <a:lnTo>
                    <a:pt x="72228" y="425715"/>
                  </a:lnTo>
                  <a:cubicBezTo>
                    <a:pt x="24325" y="453932"/>
                    <a:pt x="0" y="481467"/>
                    <a:pt x="0" y="553728"/>
                  </a:cubicBezTo>
                  <a:lnTo>
                    <a:pt x="0" y="623589"/>
                  </a:lnTo>
                  <a:lnTo>
                    <a:pt x="9730" y="623589"/>
                  </a:lnTo>
                  <a:lnTo>
                    <a:pt x="9730" y="553728"/>
                  </a:lnTo>
                  <a:cubicBezTo>
                    <a:pt x="9730" y="485878"/>
                    <a:pt x="31395" y="461067"/>
                    <a:pt x="76931" y="434212"/>
                  </a:cubicBezTo>
                  <a:lnTo>
                    <a:pt x="171602" y="390752"/>
                  </a:lnTo>
                  <a:lnTo>
                    <a:pt x="211885" y="511565"/>
                  </a:lnTo>
                  <a:lnTo>
                    <a:pt x="252491" y="482829"/>
                  </a:lnTo>
                  <a:lnTo>
                    <a:pt x="279313" y="534657"/>
                  </a:lnTo>
                  <a:lnTo>
                    <a:pt x="269388" y="624075"/>
                  </a:lnTo>
                  <a:lnTo>
                    <a:pt x="279183" y="624075"/>
                  </a:lnTo>
                  <a:lnTo>
                    <a:pt x="288686" y="538582"/>
                  </a:lnTo>
                  <a:lnTo>
                    <a:pt x="339865" y="538582"/>
                  </a:lnTo>
                  <a:lnTo>
                    <a:pt x="349368" y="624075"/>
                  </a:lnTo>
                  <a:lnTo>
                    <a:pt x="359163" y="624075"/>
                  </a:lnTo>
                  <a:lnTo>
                    <a:pt x="349238" y="534657"/>
                  </a:lnTo>
                  <a:lnTo>
                    <a:pt x="376060" y="482829"/>
                  </a:lnTo>
                  <a:lnTo>
                    <a:pt x="416634" y="511533"/>
                  </a:lnTo>
                  <a:lnTo>
                    <a:pt x="453316" y="401520"/>
                  </a:lnTo>
                  <a:lnTo>
                    <a:pt x="445435" y="397920"/>
                  </a:lnTo>
                  <a:lnTo>
                    <a:pt x="444494" y="397174"/>
                  </a:lnTo>
                  <a:close/>
                  <a:moveTo>
                    <a:pt x="314211" y="9730"/>
                  </a:moveTo>
                  <a:cubicBezTo>
                    <a:pt x="318038" y="9730"/>
                    <a:pt x="321897" y="9924"/>
                    <a:pt x="325659" y="10314"/>
                  </a:cubicBezTo>
                  <a:cubicBezTo>
                    <a:pt x="393347" y="16541"/>
                    <a:pt x="435089" y="81342"/>
                    <a:pt x="447348" y="144521"/>
                  </a:cubicBezTo>
                  <a:cubicBezTo>
                    <a:pt x="406774" y="147408"/>
                    <a:pt x="376903" y="149256"/>
                    <a:pt x="337400" y="139235"/>
                  </a:cubicBezTo>
                  <a:cubicBezTo>
                    <a:pt x="306070" y="131289"/>
                    <a:pt x="261929" y="113872"/>
                    <a:pt x="229690" y="75861"/>
                  </a:cubicBezTo>
                  <a:cubicBezTo>
                    <a:pt x="226187" y="71709"/>
                    <a:pt x="221485" y="65644"/>
                    <a:pt x="219798" y="59190"/>
                  </a:cubicBezTo>
                  <a:cubicBezTo>
                    <a:pt x="240555" y="29319"/>
                    <a:pt x="275129" y="9730"/>
                    <a:pt x="314211" y="9730"/>
                  </a:cubicBezTo>
                  <a:close/>
                  <a:moveTo>
                    <a:pt x="213441" y="69439"/>
                  </a:moveTo>
                  <a:cubicBezTo>
                    <a:pt x="216036" y="74499"/>
                    <a:pt x="219474" y="78877"/>
                    <a:pt x="222263" y="82153"/>
                  </a:cubicBezTo>
                  <a:cubicBezTo>
                    <a:pt x="224728" y="85072"/>
                    <a:pt x="227290" y="87893"/>
                    <a:pt x="229918" y="90585"/>
                  </a:cubicBezTo>
                  <a:cubicBezTo>
                    <a:pt x="224371" y="113191"/>
                    <a:pt x="214122" y="132845"/>
                    <a:pt x="199365" y="149159"/>
                  </a:cubicBezTo>
                  <a:lnTo>
                    <a:pt x="199365" y="124445"/>
                  </a:lnTo>
                  <a:cubicBezTo>
                    <a:pt x="199365" y="104531"/>
                    <a:pt x="204490" y="85785"/>
                    <a:pt x="213441" y="69439"/>
                  </a:cubicBezTo>
                  <a:close/>
                  <a:moveTo>
                    <a:pt x="180230" y="385758"/>
                  </a:moveTo>
                  <a:lnTo>
                    <a:pt x="220869" y="353227"/>
                  </a:lnTo>
                  <a:cubicBezTo>
                    <a:pt x="230079" y="386504"/>
                    <a:pt x="285702" y="422018"/>
                    <a:pt x="305227" y="433596"/>
                  </a:cubicBezTo>
                  <a:lnTo>
                    <a:pt x="216977" y="496030"/>
                  </a:lnTo>
                  <a:lnTo>
                    <a:pt x="180198" y="385725"/>
                  </a:lnTo>
                  <a:close/>
                  <a:moveTo>
                    <a:pt x="314243" y="439175"/>
                  </a:moveTo>
                  <a:lnTo>
                    <a:pt x="314243" y="439175"/>
                  </a:lnTo>
                  <a:cubicBezTo>
                    <a:pt x="314243" y="439175"/>
                    <a:pt x="367984" y="477186"/>
                    <a:pt x="367984" y="477186"/>
                  </a:cubicBezTo>
                  <a:lnTo>
                    <a:pt x="341227" y="528884"/>
                  </a:lnTo>
                  <a:lnTo>
                    <a:pt x="287291" y="528884"/>
                  </a:lnTo>
                  <a:lnTo>
                    <a:pt x="260534" y="477154"/>
                  </a:lnTo>
                  <a:lnTo>
                    <a:pt x="314243" y="439142"/>
                  </a:lnTo>
                  <a:close/>
                </a:path>
              </a:pathLst>
            </a:custGeom>
            <a:grpFill/>
            <a:ln w="3243" cap="flat">
              <a:noFill/>
              <a:prstDash val="solid"/>
              <a:miter/>
            </a:ln>
          </p:spPr>
          <p:txBody>
            <a:bodyPr rtlCol="0" anchor="ctr"/>
            <a:lstStyle/>
            <a:p>
              <a:endParaRPr lang="en-US"/>
            </a:p>
          </p:txBody>
        </p:sp>
        <p:sp>
          <p:nvSpPr>
            <p:cNvPr id="6" name="Freeform: Shape 1086"/>
            <p:cNvSpPr/>
            <p:nvPr/>
          </p:nvSpPr>
          <p:spPr>
            <a:xfrm>
              <a:off x="12401397" y="2760616"/>
              <a:ext cx="251971" cy="469532"/>
            </a:xfrm>
            <a:custGeom>
              <a:avLst/>
              <a:gdLst>
                <a:gd name="connsiteX0" fmla="*/ 251971 w 251971"/>
                <a:gd name="connsiteY0" fmla="*/ 399671 h 469532"/>
                <a:gd name="connsiteX1" fmla="*/ 251971 w 251971"/>
                <a:gd name="connsiteY1" fmla="*/ 469532 h 469532"/>
                <a:gd name="connsiteX2" fmla="*/ 219539 w 251971"/>
                <a:gd name="connsiteY2" fmla="*/ 469532 h 469532"/>
                <a:gd name="connsiteX3" fmla="*/ 219539 w 251971"/>
                <a:gd name="connsiteY3" fmla="*/ 399671 h 469532"/>
                <a:gd name="connsiteX4" fmla="*/ 158435 w 251971"/>
                <a:gd name="connsiteY4" fmla="*/ 290243 h 469532"/>
                <a:gd name="connsiteX5" fmla="*/ 65417 w 251971"/>
                <a:gd name="connsiteY5" fmla="*/ 247528 h 469532"/>
                <a:gd name="connsiteX6" fmla="*/ 57536 w 251971"/>
                <a:gd name="connsiteY6" fmla="*/ 243928 h 469532"/>
                <a:gd name="connsiteX7" fmla="*/ 56595 w 251971"/>
                <a:gd name="connsiteY7" fmla="*/ 243182 h 469532"/>
                <a:gd name="connsiteX8" fmla="*/ 15211 w 251971"/>
                <a:gd name="connsiteY8" fmla="*/ 210166 h 469532"/>
                <a:gd name="connsiteX9" fmla="*/ 7525 w 251971"/>
                <a:gd name="connsiteY9" fmla="*/ 204036 h 469532"/>
                <a:gd name="connsiteX10" fmla="*/ 1752 w 251971"/>
                <a:gd name="connsiteY10" fmla="*/ 165927 h 469532"/>
                <a:gd name="connsiteX11" fmla="*/ 0 w 251971"/>
                <a:gd name="connsiteY11" fmla="*/ 154316 h 469532"/>
                <a:gd name="connsiteX12" fmla="*/ 3341 w 251971"/>
                <a:gd name="connsiteY12" fmla="*/ 149970 h 469532"/>
                <a:gd name="connsiteX13" fmla="*/ 29936 w 251971"/>
                <a:gd name="connsiteY13" fmla="*/ 68304 h 469532"/>
                <a:gd name="connsiteX14" fmla="*/ 29936 w 251971"/>
                <a:gd name="connsiteY14" fmla="*/ 2011 h 469532"/>
                <a:gd name="connsiteX15" fmla="*/ 62369 w 251971"/>
                <a:gd name="connsiteY15" fmla="*/ 0 h 469532"/>
                <a:gd name="connsiteX16" fmla="*/ 62369 w 251971"/>
                <a:gd name="connsiteY16" fmla="*/ 68304 h 469532"/>
                <a:gd name="connsiteX17" fmla="*/ 32433 w 251971"/>
                <a:gd name="connsiteY17" fmla="*/ 165149 h 469532"/>
                <a:gd name="connsiteX18" fmla="*/ 39958 w 251971"/>
                <a:gd name="connsiteY18" fmla="*/ 188468 h 469532"/>
                <a:gd name="connsiteX19" fmla="*/ 74693 w 251971"/>
                <a:gd name="connsiteY19" fmla="*/ 216133 h 469532"/>
                <a:gd name="connsiteX20" fmla="*/ 174197 w 251971"/>
                <a:gd name="connsiteY20" fmla="*/ 261896 h 469532"/>
                <a:gd name="connsiteX21" fmla="*/ 251971 w 251971"/>
                <a:gd name="connsiteY21" fmla="*/ 399671 h 46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971" h="469532">
                  <a:moveTo>
                    <a:pt x="251971" y="399671"/>
                  </a:moveTo>
                  <a:lnTo>
                    <a:pt x="251971" y="469532"/>
                  </a:lnTo>
                  <a:lnTo>
                    <a:pt x="219539" y="469532"/>
                  </a:lnTo>
                  <a:lnTo>
                    <a:pt x="219539" y="399671"/>
                  </a:lnTo>
                  <a:cubicBezTo>
                    <a:pt x="219539" y="336784"/>
                    <a:pt x="201538" y="315735"/>
                    <a:pt x="158435" y="290243"/>
                  </a:cubicBezTo>
                  <a:lnTo>
                    <a:pt x="65417" y="247528"/>
                  </a:lnTo>
                  <a:lnTo>
                    <a:pt x="57536" y="243928"/>
                  </a:lnTo>
                  <a:lnTo>
                    <a:pt x="56595" y="243182"/>
                  </a:lnTo>
                  <a:lnTo>
                    <a:pt x="15211" y="210166"/>
                  </a:lnTo>
                  <a:lnTo>
                    <a:pt x="7525" y="204036"/>
                  </a:lnTo>
                  <a:lnTo>
                    <a:pt x="1752" y="165927"/>
                  </a:lnTo>
                  <a:lnTo>
                    <a:pt x="0" y="154316"/>
                  </a:lnTo>
                  <a:lnTo>
                    <a:pt x="3341" y="149970"/>
                  </a:lnTo>
                  <a:cubicBezTo>
                    <a:pt x="20498" y="127559"/>
                    <a:pt x="29936" y="98434"/>
                    <a:pt x="29936" y="68304"/>
                  </a:cubicBezTo>
                  <a:lnTo>
                    <a:pt x="29936" y="2011"/>
                  </a:lnTo>
                  <a:cubicBezTo>
                    <a:pt x="40346" y="1557"/>
                    <a:pt x="51017" y="811"/>
                    <a:pt x="62369" y="0"/>
                  </a:cubicBezTo>
                  <a:lnTo>
                    <a:pt x="62369" y="68304"/>
                  </a:lnTo>
                  <a:cubicBezTo>
                    <a:pt x="62369" y="103558"/>
                    <a:pt x="51795" y="137840"/>
                    <a:pt x="32433" y="165149"/>
                  </a:cubicBezTo>
                  <a:lnTo>
                    <a:pt x="39958" y="188468"/>
                  </a:lnTo>
                  <a:lnTo>
                    <a:pt x="74693" y="216133"/>
                  </a:lnTo>
                  <a:lnTo>
                    <a:pt x="174197" y="261896"/>
                  </a:lnTo>
                  <a:cubicBezTo>
                    <a:pt x="224663" y="291605"/>
                    <a:pt x="251971" y="322384"/>
                    <a:pt x="251971" y="399671"/>
                  </a:cubicBezTo>
                  <a:close/>
                </a:path>
              </a:pathLst>
            </a:custGeom>
            <a:solidFill>
              <a:schemeClr val="tx2"/>
            </a:solidFill>
            <a:ln w="3243" cap="flat">
              <a:noFill/>
              <a:prstDash val="solid"/>
              <a:miter/>
            </a:ln>
          </p:spPr>
          <p:txBody>
            <a:bodyPr rtlCol="0" anchor="ctr"/>
            <a:lstStyle/>
            <a:p>
              <a:endParaRPr lang="en-US" dirty="0"/>
            </a:p>
          </p:txBody>
        </p:sp>
      </p:grpSp>
      <p:grpSp>
        <p:nvGrpSpPr>
          <p:cNvPr id="7" name="Group 90"/>
          <p:cNvGrpSpPr/>
          <p:nvPr/>
        </p:nvGrpSpPr>
        <p:grpSpPr>
          <a:xfrm>
            <a:off x="2491929" y="1444983"/>
            <a:ext cx="639772" cy="628453"/>
            <a:chOff x="826204" y="3902580"/>
            <a:chExt cx="639772" cy="628453"/>
          </a:xfrm>
          <a:solidFill>
            <a:schemeClr val="tx1"/>
          </a:solidFill>
        </p:grpSpPr>
        <p:sp>
          <p:nvSpPr>
            <p:cNvPr id="8" name="Freeform: Shape 869"/>
            <p:cNvSpPr/>
            <p:nvPr/>
          </p:nvSpPr>
          <p:spPr>
            <a:xfrm>
              <a:off x="826204" y="3902580"/>
              <a:ext cx="607404" cy="628388"/>
            </a:xfrm>
            <a:custGeom>
              <a:avLst/>
              <a:gdLst>
                <a:gd name="connsiteX0" fmla="*/ 247236 w 607404"/>
                <a:gd name="connsiteY0" fmla="*/ 39925 h 628388"/>
                <a:gd name="connsiteX1" fmla="*/ 194436 w 607404"/>
                <a:gd name="connsiteY1" fmla="*/ 0 h 628388"/>
                <a:gd name="connsiteX2" fmla="*/ 139689 w 607404"/>
                <a:gd name="connsiteY2" fmla="*/ 54098 h 628388"/>
                <a:gd name="connsiteX3" fmla="*/ 139689 w 607404"/>
                <a:gd name="connsiteY3" fmla="*/ 87764 h 628388"/>
                <a:gd name="connsiteX4" fmla="*/ 150651 w 607404"/>
                <a:gd name="connsiteY4" fmla="*/ 124608 h 628388"/>
                <a:gd name="connsiteX5" fmla="*/ 149678 w 607404"/>
                <a:gd name="connsiteY5" fmla="*/ 124608 h 628388"/>
                <a:gd name="connsiteX6" fmla="*/ 149678 w 607404"/>
                <a:gd name="connsiteY6" fmla="*/ 142543 h 628388"/>
                <a:gd name="connsiteX7" fmla="*/ 131775 w 607404"/>
                <a:gd name="connsiteY7" fmla="*/ 160446 h 628388"/>
                <a:gd name="connsiteX8" fmla="*/ 91980 w 607404"/>
                <a:gd name="connsiteY8" fmla="*/ 178641 h 628388"/>
                <a:gd name="connsiteX9" fmla="*/ 91526 w 607404"/>
                <a:gd name="connsiteY9" fmla="*/ 178868 h 628388"/>
                <a:gd name="connsiteX10" fmla="*/ 59871 w 607404"/>
                <a:gd name="connsiteY10" fmla="*/ 234328 h 628388"/>
                <a:gd name="connsiteX11" fmla="*/ 59871 w 607404"/>
                <a:gd name="connsiteY11" fmla="*/ 299324 h 628388"/>
                <a:gd name="connsiteX12" fmla="*/ 0 w 607404"/>
                <a:gd name="connsiteY12" fmla="*/ 299324 h 628388"/>
                <a:gd name="connsiteX13" fmla="*/ 0 w 607404"/>
                <a:gd name="connsiteY13" fmla="*/ 348979 h 628388"/>
                <a:gd name="connsiteX14" fmla="*/ 19946 w 607404"/>
                <a:gd name="connsiteY14" fmla="*/ 348979 h 628388"/>
                <a:gd name="connsiteX15" fmla="*/ 19946 w 607404"/>
                <a:gd name="connsiteY15" fmla="*/ 628389 h 628388"/>
                <a:gd name="connsiteX16" fmla="*/ 368990 w 607404"/>
                <a:gd name="connsiteY16" fmla="*/ 628389 h 628388"/>
                <a:gd name="connsiteX17" fmla="*/ 368990 w 607404"/>
                <a:gd name="connsiteY17" fmla="*/ 348979 h 628388"/>
                <a:gd name="connsiteX18" fmla="*/ 388936 w 607404"/>
                <a:gd name="connsiteY18" fmla="*/ 348979 h 628388"/>
                <a:gd name="connsiteX19" fmla="*/ 388936 w 607404"/>
                <a:gd name="connsiteY19" fmla="*/ 299324 h 628388"/>
                <a:gd name="connsiteX20" fmla="*/ 329065 w 607404"/>
                <a:gd name="connsiteY20" fmla="*/ 299324 h 628388"/>
                <a:gd name="connsiteX21" fmla="*/ 329065 w 607404"/>
                <a:gd name="connsiteY21" fmla="*/ 234328 h 628388"/>
                <a:gd name="connsiteX22" fmla="*/ 297410 w 607404"/>
                <a:gd name="connsiteY22" fmla="*/ 178868 h 628388"/>
                <a:gd name="connsiteX23" fmla="*/ 257193 w 607404"/>
                <a:gd name="connsiteY23" fmla="*/ 160413 h 628388"/>
                <a:gd name="connsiteX24" fmla="*/ 239290 w 607404"/>
                <a:gd name="connsiteY24" fmla="*/ 142510 h 628388"/>
                <a:gd name="connsiteX25" fmla="*/ 239290 w 607404"/>
                <a:gd name="connsiteY25" fmla="*/ 124575 h 628388"/>
                <a:gd name="connsiteX26" fmla="*/ 238317 w 607404"/>
                <a:gd name="connsiteY26" fmla="*/ 124575 h 628388"/>
                <a:gd name="connsiteX27" fmla="*/ 249280 w 607404"/>
                <a:gd name="connsiteY27" fmla="*/ 87731 h 628388"/>
                <a:gd name="connsiteX28" fmla="*/ 249280 w 607404"/>
                <a:gd name="connsiteY28" fmla="*/ 54066 h 628388"/>
                <a:gd name="connsiteX29" fmla="*/ 249053 w 607404"/>
                <a:gd name="connsiteY29" fmla="*/ 49623 h 628388"/>
                <a:gd name="connsiteX30" fmla="*/ 607404 w 607404"/>
                <a:gd name="connsiteY30" fmla="*/ 49623 h 628388"/>
                <a:gd name="connsiteX31" fmla="*/ 607404 w 607404"/>
                <a:gd name="connsiteY31" fmla="*/ 39893 h 628388"/>
                <a:gd name="connsiteX32" fmla="*/ 247301 w 607404"/>
                <a:gd name="connsiteY32" fmla="*/ 39893 h 628388"/>
                <a:gd name="connsiteX33" fmla="*/ 194436 w 607404"/>
                <a:gd name="connsiteY33" fmla="*/ 149451 h 628388"/>
                <a:gd name="connsiteX34" fmla="*/ 229496 w 607404"/>
                <a:gd name="connsiteY34" fmla="*/ 135083 h 628388"/>
                <a:gd name="connsiteX35" fmla="*/ 229496 w 607404"/>
                <a:gd name="connsiteY35" fmla="*/ 144586 h 628388"/>
                <a:gd name="connsiteX36" fmla="*/ 194436 w 607404"/>
                <a:gd name="connsiteY36" fmla="*/ 178835 h 628388"/>
                <a:gd name="connsiteX37" fmla="*/ 159376 w 607404"/>
                <a:gd name="connsiteY37" fmla="*/ 144586 h 628388"/>
                <a:gd name="connsiteX38" fmla="*/ 159376 w 607404"/>
                <a:gd name="connsiteY38" fmla="*/ 135116 h 628388"/>
                <a:gd name="connsiteX39" fmla="*/ 194403 w 607404"/>
                <a:gd name="connsiteY39" fmla="*/ 149451 h 628388"/>
                <a:gd name="connsiteX40" fmla="*/ 194436 w 607404"/>
                <a:gd name="connsiteY40" fmla="*/ 227517 h 628388"/>
                <a:gd name="connsiteX41" fmla="*/ 173322 w 607404"/>
                <a:gd name="connsiteY41" fmla="*/ 206403 h 628388"/>
                <a:gd name="connsiteX42" fmla="*/ 194436 w 607404"/>
                <a:gd name="connsiteY42" fmla="*/ 190576 h 628388"/>
                <a:gd name="connsiteX43" fmla="*/ 215549 w 607404"/>
                <a:gd name="connsiteY43" fmla="*/ 206403 h 628388"/>
                <a:gd name="connsiteX44" fmla="*/ 194436 w 607404"/>
                <a:gd name="connsiteY44" fmla="*/ 227517 h 628388"/>
                <a:gd name="connsiteX45" fmla="*/ 185808 w 607404"/>
                <a:gd name="connsiteY45" fmla="*/ 184900 h 628388"/>
                <a:gd name="connsiteX46" fmla="*/ 156684 w 607404"/>
                <a:gd name="connsiteY46" fmla="*/ 206728 h 628388"/>
                <a:gd name="connsiteX47" fmla="*/ 140273 w 607404"/>
                <a:gd name="connsiteY47" fmla="*/ 165700 h 628388"/>
                <a:gd name="connsiteX48" fmla="*/ 152240 w 607404"/>
                <a:gd name="connsiteY48" fmla="*/ 153732 h 628388"/>
                <a:gd name="connsiteX49" fmla="*/ 185808 w 607404"/>
                <a:gd name="connsiteY49" fmla="*/ 184868 h 628388"/>
                <a:gd name="connsiteX50" fmla="*/ 96229 w 607404"/>
                <a:gd name="connsiteY50" fmla="*/ 187430 h 628388"/>
                <a:gd name="connsiteX51" fmla="*/ 131937 w 607404"/>
                <a:gd name="connsiteY51" fmla="*/ 171084 h 628388"/>
                <a:gd name="connsiteX52" fmla="*/ 152370 w 607404"/>
                <a:gd name="connsiteY52" fmla="*/ 222134 h 628388"/>
                <a:gd name="connsiteX53" fmla="*/ 165473 w 607404"/>
                <a:gd name="connsiteY53" fmla="*/ 212306 h 628388"/>
                <a:gd name="connsiteX54" fmla="*/ 189571 w 607404"/>
                <a:gd name="connsiteY54" fmla="*/ 236404 h 628388"/>
                <a:gd name="connsiteX55" fmla="*/ 189571 w 607404"/>
                <a:gd name="connsiteY55" fmla="*/ 299389 h 628388"/>
                <a:gd name="connsiteX56" fmla="*/ 69601 w 607404"/>
                <a:gd name="connsiteY56" fmla="*/ 299389 h 628388"/>
                <a:gd name="connsiteX57" fmla="*/ 69601 w 607404"/>
                <a:gd name="connsiteY57" fmla="*/ 234393 h 628388"/>
                <a:gd name="connsiteX58" fmla="*/ 96261 w 607404"/>
                <a:gd name="connsiteY58" fmla="*/ 187430 h 628388"/>
                <a:gd name="connsiteX59" fmla="*/ 359227 w 607404"/>
                <a:gd name="connsiteY59" fmla="*/ 384071 h 628388"/>
                <a:gd name="connsiteX60" fmla="*/ 359227 w 607404"/>
                <a:gd name="connsiteY60" fmla="*/ 618724 h 628388"/>
                <a:gd name="connsiteX61" fmla="*/ 29676 w 607404"/>
                <a:gd name="connsiteY61" fmla="*/ 618724 h 628388"/>
                <a:gd name="connsiteX62" fmla="*/ 29676 w 607404"/>
                <a:gd name="connsiteY62" fmla="*/ 349044 h 628388"/>
                <a:gd name="connsiteX63" fmla="*/ 359260 w 607404"/>
                <a:gd name="connsiteY63" fmla="*/ 349044 h 628388"/>
                <a:gd name="connsiteX64" fmla="*/ 359260 w 607404"/>
                <a:gd name="connsiteY64" fmla="*/ 384104 h 628388"/>
                <a:gd name="connsiteX65" fmla="*/ 379174 w 607404"/>
                <a:gd name="connsiteY65" fmla="*/ 339281 h 628388"/>
                <a:gd name="connsiteX66" fmla="*/ 9730 w 607404"/>
                <a:gd name="connsiteY66" fmla="*/ 339281 h 628388"/>
                <a:gd name="connsiteX67" fmla="*/ 9730 w 607404"/>
                <a:gd name="connsiteY67" fmla="*/ 309086 h 628388"/>
                <a:gd name="connsiteX68" fmla="*/ 379206 w 607404"/>
                <a:gd name="connsiteY68" fmla="*/ 309086 h 628388"/>
                <a:gd name="connsiteX69" fmla="*/ 379206 w 607404"/>
                <a:gd name="connsiteY69" fmla="*/ 339281 h 628388"/>
                <a:gd name="connsiteX70" fmla="*/ 319302 w 607404"/>
                <a:gd name="connsiteY70" fmla="*/ 234361 h 628388"/>
                <a:gd name="connsiteX71" fmla="*/ 319302 w 607404"/>
                <a:gd name="connsiteY71" fmla="*/ 299356 h 628388"/>
                <a:gd name="connsiteX72" fmla="*/ 199301 w 607404"/>
                <a:gd name="connsiteY72" fmla="*/ 299356 h 628388"/>
                <a:gd name="connsiteX73" fmla="*/ 199301 w 607404"/>
                <a:gd name="connsiteY73" fmla="*/ 236371 h 628388"/>
                <a:gd name="connsiteX74" fmla="*/ 223398 w 607404"/>
                <a:gd name="connsiteY74" fmla="*/ 212274 h 628388"/>
                <a:gd name="connsiteX75" fmla="*/ 236501 w 607404"/>
                <a:gd name="connsiteY75" fmla="*/ 222101 h 628388"/>
                <a:gd name="connsiteX76" fmla="*/ 256934 w 607404"/>
                <a:gd name="connsiteY76" fmla="*/ 171052 h 628388"/>
                <a:gd name="connsiteX77" fmla="*/ 292643 w 607404"/>
                <a:gd name="connsiteY77" fmla="*/ 187398 h 628388"/>
                <a:gd name="connsiteX78" fmla="*/ 319302 w 607404"/>
                <a:gd name="connsiteY78" fmla="*/ 234361 h 628388"/>
                <a:gd name="connsiteX79" fmla="*/ 232188 w 607404"/>
                <a:gd name="connsiteY79" fmla="*/ 206695 h 628388"/>
                <a:gd name="connsiteX80" fmla="*/ 203063 w 607404"/>
                <a:gd name="connsiteY80" fmla="*/ 184868 h 628388"/>
                <a:gd name="connsiteX81" fmla="*/ 236663 w 607404"/>
                <a:gd name="connsiteY81" fmla="*/ 153732 h 628388"/>
                <a:gd name="connsiteX82" fmla="*/ 248599 w 607404"/>
                <a:gd name="connsiteY82" fmla="*/ 165668 h 628388"/>
                <a:gd name="connsiteX83" fmla="*/ 232188 w 607404"/>
                <a:gd name="connsiteY83" fmla="*/ 206695 h 628388"/>
                <a:gd name="connsiteX84" fmla="*/ 239453 w 607404"/>
                <a:gd name="connsiteY84" fmla="*/ 87731 h 628388"/>
                <a:gd name="connsiteX85" fmla="*/ 194403 w 607404"/>
                <a:gd name="connsiteY85" fmla="*/ 139689 h 628388"/>
                <a:gd name="connsiteX86" fmla="*/ 149386 w 607404"/>
                <a:gd name="connsiteY86" fmla="*/ 87731 h 628388"/>
                <a:gd name="connsiteX87" fmla="*/ 149386 w 607404"/>
                <a:gd name="connsiteY87" fmla="*/ 54066 h 628388"/>
                <a:gd name="connsiteX88" fmla="*/ 194403 w 607404"/>
                <a:gd name="connsiteY88" fmla="*/ 9698 h 628388"/>
                <a:gd name="connsiteX89" fmla="*/ 239453 w 607404"/>
                <a:gd name="connsiteY89" fmla="*/ 54066 h 628388"/>
                <a:gd name="connsiteX90" fmla="*/ 239453 w 607404"/>
                <a:gd name="connsiteY90" fmla="*/ 87731 h 628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7404" h="628388">
                  <a:moveTo>
                    <a:pt x="247236" y="39925"/>
                  </a:moveTo>
                  <a:cubicBezTo>
                    <a:pt x="240912" y="16963"/>
                    <a:pt x="219668" y="0"/>
                    <a:pt x="194436" y="0"/>
                  </a:cubicBezTo>
                  <a:cubicBezTo>
                    <a:pt x="164241" y="0"/>
                    <a:pt x="139689" y="24260"/>
                    <a:pt x="139689" y="54098"/>
                  </a:cubicBezTo>
                  <a:lnTo>
                    <a:pt x="139689" y="87764"/>
                  </a:lnTo>
                  <a:cubicBezTo>
                    <a:pt x="139689" y="101580"/>
                    <a:pt x="143808" y="114326"/>
                    <a:pt x="150651" y="124608"/>
                  </a:cubicBezTo>
                  <a:lnTo>
                    <a:pt x="149678" y="124608"/>
                  </a:lnTo>
                  <a:lnTo>
                    <a:pt x="149678" y="142543"/>
                  </a:lnTo>
                  <a:lnTo>
                    <a:pt x="131775" y="160446"/>
                  </a:lnTo>
                  <a:lnTo>
                    <a:pt x="91980" y="178641"/>
                  </a:lnTo>
                  <a:lnTo>
                    <a:pt x="91526" y="178868"/>
                  </a:lnTo>
                  <a:cubicBezTo>
                    <a:pt x="70509" y="191225"/>
                    <a:pt x="59871" y="203225"/>
                    <a:pt x="59871" y="234328"/>
                  </a:cubicBezTo>
                  <a:lnTo>
                    <a:pt x="59871" y="299324"/>
                  </a:lnTo>
                  <a:lnTo>
                    <a:pt x="0" y="299324"/>
                  </a:lnTo>
                  <a:lnTo>
                    <a:pt x="0" y="348979"/>
                  </a:lnTo>
                  <a:lnTo>
                    <a:pt x="19946" y="348979"/>
                  </a:lnTo>
                  <a:lnTo>
                    <a:pt x="19946" y="628389"/>
                  </a:lnTo>
                  <a:lnTo>
                    <a:pt x="368990" y="628389"/>
                  </a:lnTo>
                  <a:lnTo>
                    <a:pt x="368990" y="348979"/>
                  </a:lnTo>
                  <a:lnTo>
                    <a:pt x="388936" y="348979"/>
                  </a:lnTo>
                  <a:lnTo>
                    <a:pt x="388936" y="299324"/>
                  </a:lnTo>
                  <a:lnTo>
                    <a:pt x="329065" y="299324"/>
                  </a:lnTo>
                  <a:lnTo>
                    <a:pt x="329065" y="234328"/>
                  </a:lnTo>
                  <a:cubicBezTo>
                    <a:pt x="329065" y="203193"/>
                    <a:pt x="318394" y="191225"/>
                    <a:pt x="297410" y="178868"/>
                  </a:cubicBezTo>
                  <a:lnTo>
                    <a:pt x="257193" y="160413"/>
                  </a:lnTo>
                  <a:lnTo>
                    <a:pt x="239290" y="142510"/>
                  </a:lnTo>
                  <a:lnTo>
                    <a:pt x="239290" y="124575"/>
                  </a:lnTo>
                  <a:lnTo>
                    <a:pt x="238317" y="124575"/>
                  </a:lnTo>
                  <a:cubicBezTo>
                    <a:pt x="245161" y="114294"/>
                    <a:pt x="249280" y="101548"/>
                    <a:pt x="249280" y="87731"/>
                  </a:cubicBezTo>
                  <a:lnTo>
                    <a:pt x="249280" y="54066"/>
                  </a:lnTo>
                  <a:cubicBezTo>
                    <a:pt x="249280" y="52574"/>
                    <a:pt x="249182" y="51082"/>
                    <a:pt x="249053" y="49623"/>
                  </a:cubicBezTo>
                  <a:lnTo>
                    <a:pt x="607404" y="49623"/>
                  </a:lnTo>
                  <a:lnTo>
                    <a:pt x="607404" y="39893"/>
                  </a:lnTo>
                  <a:lnTo>
                    <a:pt x="247301" y="39893"/>
                  </a:lnTo>
                  <a:close/>
                  <a:moveTo>
                    <a:pt x="194436" y="149451"/>
                  </a:moveTo>
                  <a:cubicBezTo>
                    <a:pt x="207766" y="149451"/>
                    <a:pt x="219993" y="144035"/>
                    <a:pt x="229496" y="135083"/>
                  </a:cubicBezTo>
                  <a:lnTo>
                    <a:pt x="229496" y="144586"/>
                  </a:lnTo>
                  <a:cubicBezTo>
                    <a:pt x="229496" y="153570"/>
                    <a:pt x="209776" y="169430"/>
                    <a:pt x="194436" y="178835"/>
                  </a:cubicBezTo>
                  <a:cubicBezTo>
                    <a:pt x="179095" y="169430"/>
                    <a:pt x="159376" y="153603"/>
                    <a:pt x="159376" y="144586"/>
                  </a:cubicBezTo>
                  <a:lnTo>
                    <a:pt x="159376" y="135116"/>
                  </a:lnTo>
                  <a:cubicBezTo>
                    <a:pt x="168878" y="144067"/>
                    <a:pt x="181073" y="149451"/>
                    <a:pt x="194403" y="149451"/>
                  </a:cubicBezTo>
                  <a:close/>
                  <a:moveTo>
                    <a:pt x="194436" y="227517"/>
                  </a:moveTo>
                  <a:lnTo>
                    <a:pt x="173322" y="206403"/>
                  </a:lnTo>
                  <a:lnTo>
                    <a:pt x="194436" y="190576"/>
                  </a:lnTo>
                  <a:lnTo>
                    <a:pt x="215549" y="206403"/>
                  </a:lnTo>
                  <a:lnTo>
                    <a:pt x="194436" y="227517"/>
                  </a:lnTo>
                  <a:close/>
                  <a:moveTo>
                    <a:pt x="185808" y="184900"/>
                  </a:moveTo>
                  <a:lnTo>
                    <a:pt x="156684" y="206728"/>
                  </a:lnTo>
                  <a:lnTo>
                    <a:pt x="140273" y="165700"/>
                  </a:lnTo>
                  <a:lnTo>
                    <a:pt x="152240" y="153732"/>
                  </a:lnTo>
                  <a:cubicBezTo>
                    <a:pt x="158694" y="166122"/>
                    <a:pt x="175852" y="178479"/>
                    <a:pt x="185808" y="184868"/>
                  </a:cubicBezTo>
                  <a:close/>
                  <a:moveTo>
                    <a:pt x="96229" y="187430"/>
                  </a:moveTo>
                  <a:lnTo>
                    <a:pt x="131937" y="171084"/>
                  </a:lnTo>
                  <a:lnTo>
                    <a:pt x="152370" y="222134"/>
                  </a:lnTo>
                  <a:lnTo>
                    <a:pt x="165473" y="212306"/>
                  </a:lnTo>
                  <a:lnTo>
                    <a:pt x="189571" y="236404"/>
                  </a:lnTo>
                  <a:lnTo>
                    <a:pt x="189571" y="299389"/>
                  </a:lnTo>
                  <a:lnTo>
                    <a:pt x="69601" y="299389"/>
                  </a:lnTo>
                  <a:lnTo>
                    <a:pt x="69601" y="234393"/>
                  </a:lnTo>
                  <a:cubicBezTo>
                    <a:pt x="69601" y="207571"/>
                    <a:pt x="77450" y="198522"/>
                    <a:pt x="96261" y="187430"/>
                  </a:cubicBezTo>
                  <a:close/>
                  <a:moveTo>
                    <a:pt x="359227" y="384071"/>
                  </a:moveTo>
                  <a:lnTo>
                    <a:pt x="359227" y="618724"/>
                  </a:lnTo>
                  <a:lnTo>
                    <a:pt x="29676" y="618724"/>
                  </a:lnTo>
                  <a:lnTo>
                    <a:pt x="29676" y="349044"/>
                  </a:lnTo>
                  <a:lnTo>
                    <a:pt x="359260" y="349044"/>
                  </a:lnTo>
                  <a:lnTo>
                    <a:pt x="359260" y="384104"/>
                  </a:lnTo>
                  <a:close/>
                  <a:moveTo>
                    <a:pt x="379174" y="339281"/>
                  </a:moveTo>
                  <a:lnTo>
                    <a:pt x="9730" y="339281"/>
                  </a:lnTo>
                  <a:lnTo>
                    <a:pt x="9730" y="309086"/>
                  </a:lnTo>
                  <a:lnTo>
                    <a:pt x="379206" y="309086"/>
                  </a:lnTo>
                  <a:lnTo>
                    <a:pt x="379206" y="339281"/>
                  </a:lnTo>
                  <a:close/>
                  <a:moveTo>
                    <a:pt x="319302" y="234361"/>
                  </a:moveTo>
                  <a:lnTo>
                    <a:pt x="319302" y="299356"/>
                  </a:lnTo>
                  <a:lnTo>
                    <a:pt x="199301" y="299356"/>
                  </a:lnTo>
                  <a:lnTo>
                    <a:pt x="199301" y="236371"/>
                  </a:lnTo>
                  <a:lnTo>
                    <a:pt x="223398" y="212274"/>
                  </a:lnTo>
                  <a:lnTo>
                    <a:pt x="236501" y="222101"/>
                  </a:lnTo>
                  <a:lnTo>
                    <a:pt x="256934" y="171052"/>
                  </a:lnTo>
                  <a:lnTo>
                    <a:pt x="292643" y="187398"/>
                  </a:lnTo>
                  <a:cubicBezTo>
                    <a:pt x="311454" y="198490"/>
                    <a:pt x="319302" y="207539"/>
                    <a:pt x="319302" y="234361"/>
                  </a:cubicBezTo>
                  <a:close/>
                  <a:moveTo>
                    <a:pt x="232188" y="206695"/>
                  </a:moveTo>
                  <a:lnTo>
                    <a:pt x="203063" y="184868"/>
                  </a:lnTo>
                  <a:cubicBezTo>
                    <a:pt x="213020" y="178479"/>
                    <a:pt x="230209" y="166154"/>
                    <a:pt x="236663" y="153732"/>
                  </a:cubicBezTo>
                  <a:lnTo>
                    <a:pt x="248599" y="165668"/>
                  </a:lnTo>
                  <a:lnTo>
                    <a:pt x="232188" y="206695"/>
                  </a:lnTo>
                  <a:close/>
                  <a:moveTo>
                    <a:pt x="239453" y="87731"/>
                  </a:moveTo>
                  <a:cubicBezTo>
                    <a:pt x="239453" y="116369"/>
                    <a:pt x="219247" y="139689"/>
                    <a:pt x="194403" y="139689"/>
                  </a:cubicBezTo>
                  <a:cubicBezTo>
                    <a:pt x="169560" y="139689"/>
                    <a:pt x="149386" y="116402"/>
                    <a:pt x="149386" y="87731"/>
                  </a:cubicBezTo>
                  <a:lnTo>
                    <a:pt x="149386" y="54066"/>
                  </a:lnTo>
                  <a:cubicBezTo>
                    <a:pt x="149386" y="29611"/>
                    <a:pt x="169592" y="9698"/>
                    <a:pt x="194403" y="9698"/>
                  </a:cubicBezTo>
                  <a:cubicBezTo>
                    <a:pt x="219214" y="9698"/>
                    <a:pt x="239453" y="29611"/>
                    <a:pt x="239453" y="54066"/>
                  </a:cubicBezTo>
                  <a:lnTo>
                    <a:pt x="239453" y="87731"/>
                  </a:lnTo>
                  <a:close/>
                </a:path>
              </a:pathLst>
            </a:custGeom>
            <a:grpFill/>
            <a:ln w="3243" cap="flat">
              <a:noFill/>
              <a:prstDash val="solid"/>
              <a:miter/>
            </a:ln>
          </p:spPr>
          <p:txBody>
            <a:bodyPr rtlCol="0" anchor="ctr"/>
            <a:lstStyle/>
            <a:p>
              <a:endParaRPr lang="en-US"/>
            </a:p>
          </p:txBody>
        </p:sp>
        <p:sp>
          <p:nvSpPr>
            <p:cNvPr id="9" name="Freeform: Shape 870"/>
            <p:cNvSpPr/>
            <p:nvPr/>
          </p:nvSpPr>
          <p:spPr>
            <a:xfrm>
              <a:off x="906022" y="4301765"/>
              <a:ext cx="229268" cy="169397"/>
            </a:xfrm>
            <a:custGeom>
              <a:avLst/>
              <a:gdLst>
                <a:gd name="connsiteX0" fmla="*/ 229269 w 229268"/>
                <a:gd name="connsiteY0" fmla="*/ 169397 h 169397"/>
                <a:gd name="connsiteX1" fmla="*/ 229269 w 229268"/>
                <a:gd name="connsiteY1" fmla="*/ 0 h 169397"/>
                <a:gd name="connsiteX2" fmla="*/ 0 w 229268"/>
                <a:gd name="connsiteY2" fmla="*/ 0 h 169397"/>
                <a:gd name="connsiteX3" fmla="*/ 0 w 229268"/>
                <a:gd name="connsiteY3" fmla="*/ 169397 h 169397"/>
                <a:gd name="connsiteX4" fmla="*/ 229269 w 229268"/>
                <a:gd name="connsiteY4" fmla="*/ 169397 h 169397"/>
                <a:gd name="connsiteX5" fmla="*/ 9730 w 229268"/>
                <a:gd name="connsiteY5" fmla="*/ 9730 h 169397"/>
                <a:gd name="connsiteX6" fmla="*/ 219539 w 229268"/>
                <a:gd name="connsiteY6" fmla="*/ 9730 h 169397"/>
                <a:gd name="connsiteX7" fmla="*/ 219539 w 229268"/>
                <a:gd name="connsiteY7" fmla="*/ 159667 h 169397"/>
                <a:gd name="connsiteX8" fmla="*/ 9730 w 229268"/>
                <a:gd name="connsiteY8" fmla="*/ 159667 h 169397"/>
                <a:gd name="connsiteX9" fmla="*/ 9730 w 229268"/>
                <a:gd name="connsiteY9" fmla="*/ 9730 h 16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68" h="169397">
                  <a:moveTo>
                    <a:pt x="229269" y="169397"/>
                  </a:moveTo>
                  <a:lnTo>
                    <a:pt x="229269" y="0"/>
                  </a:lnTo>
                  <a:lnTo>
                    <a:pt x="0" y="0"/>
                  </a:lnTo>
                  <a:lnTo>
                    <a:pt x="0" y="169397"/>
                  </a:lnTo>
                  <a:lnTo>
                    <a:pt x="229269" y="169397"/>
                  </a:lnTo>
                  <a:close/>
                  <a:moveTo>
                    <a:pt x="9730" y="9730"/>
                  </a:moveTo>
                  <a:lnTo>
                    <a:pt x="219539" y="9730"/>
                  </a:lnTo>
                  <a:lnTo>
                    <a:pt x="219539" y="159667"/>
                  </a:lnTo>
                  <a:lnTo>
                    <a:pt x="9730" y="159667"/>
                  </a:lnTo>
                  <a:lnTo>
                    <a:pt x="9730" y="9730"/>
                  </a:lnTo>
                  <a:close/>
                </a:path>
              </a:pathLst>
            </a:custGeom>
            <a:grpFill/>
            <a:ln w="3243" cap="flat">
              <a:noFill/>
              <a:prstDash val="solid"/>
              <a:miter/>
            </a:ln>
          </p:spPr>
          <p:txBody>
            <a:bodyPr rtlCol="0" anchor="ctr"/>
            <a:lstStyle/>
            <a:p>
              <a:endParaRPr lang="en-US"/>
            </a:p>
          </p:txBody>
        </p:sp>
        <p:sp>
          <p:nvSpPr>
            <p:cNvPr id="12" name="Freeform: Shape 871"/>
            <p:cNvSpPr/>
            <p:nvPr/>
          </p:nvSpPr>
          <p:spPr>
            <a:xfrm>
              <a:off x="1205410" y="4082713"/>
              <a:ext cx="47481" cy="89579"/>
            </a:xfrm>
            <a:custGeom>
              <a:avLst/>
              <a:gdLst>
                <a:gd name="connsiteX0" fmla="*/ 0 w 47481"/>
                <a:gd name="connsiteY0" fmla="*/ 89580 h 89579"/>
                <a:gd name="connsiteX1" fmla="*/ 47482 w 47481"/>
                <a:gd name="connsiteY1" fmla="*/ 89580 h 89579"/>
                <a:gd name="connsiteX2" fmla="*/ 47482 w 47481"/>
                <a:gd name="connsiteY2" fmla="*/ 0 h 89579"/>
                <a:gd name="connsiteX3" fmla="*/ 0 w 47481"/>
                <a:gd name="connsiteY3" fmla="*/ 0 h 89579"/>
                <a:gd name="connsiteX4" fmla="*/ 0 w 47481"/>
                <a:gd name="connsiteY4" fmla="*/ 89580 h 89579"/>
                <a:gd name="connsiteX5" fmla="*/ 9730 w 47481"/>
                <a:gd name="connsiteY5" fmla="*/ 9730 h 89579"/>
                <a:gd name="connsiteX6" fmla="*/ 37752 w 47481"/>
                <a:gd name="connsiteY6" fmla="*/ 9730 h 89579"/>
                <a:gd name="connsiteX7" fmla="*/ 37752 w 47481"/>
                <a:gd name="connsiteY7" fmla="*/ 79850 h 89579"/>
                <a:gd name="connsiteX8" fmla="*/ 9730 w 47481"/>
                <a:gd name="connsiteY8" fmla="*/ 79850 h 89579"/>
                <a:gd name="connsiteX9" fmla="*/ 9730 w 47481"/>
                <a:gd name="connsiteY9" fmla="*/ 9730 h 89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89579">
                  <a:moveTo>
                    <a:pt x="0" y="89580"/>
                  </a:moveTo>
                  <a:lnTo>
                    <a:pt x="47482" y="89580"/>
                  </a:lnTo>
                  <a:lnTo>
                    <a:pt x="47482" y="0"/>
                  </a:lnTo>
                  <a:lnTo>
                    <a:pt x="0" y="0"/>
                  </a:lnTo>
                  <a:lnTo>
                    <a:pt x="0" y="89580"/>
                  </a:lnTo>
                  <a:close/>
                  <a:moveTo>
                    <a:pt x="9730" y="9730"/>
                  </a:moveTo>
                  <a:lnTo>
                    <a:pt x="37752" y="9730"/>
                  </a:lnTo>
                  <a:lnTo>
                    <a:pt x="37752" y="79850"/>
                  </a:lnTo>
                  <a:lnTo>
                    <a:pt x="9730" y="79850"/>
                  </a:lnTo>
                  <a:lnTo>
                    <a:pt x="9730" y="9730"/>
                  </a:lnTo>
                  <a:close/>
                </a:path>
              </a:pathLst>
            </a:custGeom>
            <a:grpFill/>
            <a:ln w="3243" cap="flat">
              <a:noFill/>
              <a:prstDash val="solid"/>
              <a:miter/>
            </a:ln>
          </p:spPr>
          <p:txBody>
            <a:bodyPr rtlCol="0" anchor="ctr"/>
            <a:lstStyle/>
            <a:p>
              <a:endParaRPr lang="en-US"/>
            </a:p>
          </p:txBody>
        </p:sp>
        <p:sp>
          <p:nvSpPr>
            <p:cNvPr id="13" name="Freeform: Shape 872"/>
            <p:cNvSpPr/>
            <p:nvPr/>
          </p:nvSpPr>
          <p:spPr>
            <a:xfrm>
              <a:off x="1277671" y="4052777"/>
              <a:ext cx="47481" cy="119515"/>
            </a:xfrm>
            <a:custGeom>
              <a:avLst/>
              <a:gdLst>
                <a:gd name="connsiteX0" fmla="*/ 0 w 47481"/>
                <a:gd name="connsiteY0" fmla="*/ 119516 h 119515"/>
                <a:gd name="connsiteX1" fmla="*/ 47482 w 47481"/>
                <a:gd name="connsiteY1" fmla="*/ 119516 h 119515"/>
                <a:gd name="connsiteX2" fmla="*/ 47482 w 47481"/>
                <a:gd name="connsiteY2" fmla="*/ 0 h 119515"/>
                <a:gd name="connsiteX3" fmla="*/ 0 w 47481"/>
                <a:gd name="connsiteY3" fmla="*/ 0 h 119515"/>
                <a:gd name="connsiteX4" fmla="*/ 0 w 47481"/>
                <a:gd name="connsiteY4" fmla="*/ 119516 h 119515"/>
                <a:gd name="connsiteX5" fmla="*/ 9730 w 47481"/>
                <a:gd name="connsiteY5" fmla="*/ 9730 h 119515"/>
                <a:gd name="connsiteX6" fmla="*/ 37752 w 47481"/>
                <a:gd name="connsiteY6" fmla="*/ 9730 h 119515"/>
                <a:gd name="connsiteX7" fmla="*/ 37752 w 47481"/>
                <a:gd name="connsiteY7" fmla="*/ 109786 h 119515"/>
                <a:gd name="connsiteX8" fmla="*/ 9730 w 47481"/>
                <a:gd name="connsiteY8" fmla="*/ 109786 h 119515"/>
                <a:gd name="connsiteX9" fmla="*/ 9730 w 47481"/>
                <a:gd name="connsiteY9" fmla="*/ 9730 h 1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119515">
                  <a:moveTo>
                    <a:pt x="0" y="119516"/>
                  </a:moveTo>
                  <a:lnTo>
                    <a:pt x="47482" y="119516"/>
                  </a:lnTo>
                  <a:lnTo>
                    <a:pt x="47482" y="0"/>
                  </a:lnTo>
                  <a:lnTo>
                    <a:pt x="0" y="0"/>
                  </a:lnTo>
                  <a:lnTo>
                    <a:pt x="0" y="119516"/>
                  </a:lnTo>
                  <a:close/>
                  <a:moveTo>
                    <a:pt x="9730" y="9730"/>
                  </a:moveTo>
                  <a:lnTo>
                    <a:pt x="37752" y="9730"/>
                  </a:lnTo>
                  <a:lnTo>
                    <a:pt x="37752" y="109786"/>
                  </a:lnTo>
                  <a:lnTo>
                    <a:pt x="9730" y="109786"/>
                  </a:lnTo>
                  <a:lnTo>
                    <a:pt x="9730" y="9730"/>
                  </a:lnTo>
                  <a:close/>
                </a:path>
              </a:pathLst>
            </a:custGeom>
            <a:grpFill/>
            <a:ln w="3243" cap="flat">
              <a:noFill/>
              <a:prstDash val="solid"/>
              <a:miter/>
            </a:ln>
          </p:spPr>
          <p:txBody>
            <a:bodyPr rtlCol="0" anchor="ctr"/>
            <a:lstStyle/>
            <a:p>
              <a:endParaRPr lang="en-US"/>
            </a:p>
          </p:txBody>
        </p:sp>
        <p:sp>
          <p:nvSpPr>
            <p:cNvPr id="14" name="Freeform: Shape 873"/>
            <p:cNvSpPr/>
            <p:nvPr/>
          </p:nvSpPr>
          <p:spPr>
            <a:xfrm>
              <a:off x="1349964" y="4022842"/>
              <a:ext cx="47481" cy="149451"/>
            </a:xfrm>
            <a:custGeom>
              <a:avLst/>
              <a:gdLst>
                <a:gd name="connsiteX0" fmla="*/ 0 w 47481"/>
                <a:gd name="connsiteY0" fmla="*/ 149451 h 149451"/>
                <a:gd name="connsiteX1" fmla="*/ 47482 w 47481"/>
                <a:gd name="connsiteY1" fmla="*/ 149451 h 149451"/>
                <a:gd name="connsiteX2" fmla="*/ 47482 w 47481"/>
                <a:gd name="connsiteY2" fmla="*/ 0 h 149451"/>
                <a:gd name="connsiteX3" fmla="*/ 0 w 47481"/>
                <a:gd name="connsiteY3" fmla="*/ 0 h 149451"/>
                <a:gd name="connsiteX4" fmla="*/ 0 w 47481"/>
                <a:gd name="connsiteY4" fmla="*/ 149451 h 149451"/>
                <a:gd name="connsiteX5" fmla="*/ 9730 w 47481"/>
                <a:gd name="connsiteY5" fmla="*/ 9730 h 149451"/>
                <a:gd name="connsiteX6" fmla="*/ 37752 w 47481"/>
                <a:gd name="connsiteY6" fmla="*/ 9730 h 149451"/>
                <a:gd name="connsiteX7" fmla="*/ 37752 w 47481"/>
                <a:gd name="connsiteY7" fmla="*/ 139721 h 149451"/>
                <a:gd name="connsiteX8" fmla="*/ 9730 w 47481"/>
                <a:gd name="connsiteY8" fmla="*/ 139721 h 149451"/>
                <a:gd name="connsiteX9" fmla="*/ 9730 w 47481"/>
                <a:gd name="connsiteY9" fmla="*/ 9730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149451">
                  <a:moveTo>
                    <a:pt x="0" y="149451"/>
                  </a:moveTo>
                  <a:lnTo>
                    <a:pt x="47482" y="149451"/>
                  </a:lnTo>
                  <a:lnTo>
                    <a:pt x="47482" y="0"/>
                  </a:lnTo>
                  <a:lnTo>
                    <a:pt x="0" y="0"/>
                  </a:lnTo>
                  <a:lnTo>
                    <a:pt x="0" y="149451"/>
                  </a:lnTo>
                  <a:close/>
                  <a:moveTo>
                    <a:pt x="9730" y="9730"/>
                  </a:moveTo>
                  <a:lnTo>
                    <a:pt x="37752" y="9730"/>
                  </a:lnTo>
                  <a:lnTo>
                    <a:pt x="37752" y="139721"/>
                  </a:lnTo>
                  <a:lnTo>
                    <a:pt x="9730" y="139721"/>
                  </a:lnTo>
                  <a:lnTo>
                    <a:pt x="9730" y="9730"/>
                  </a:lnTo>
                  <a:close/>
                </a:path>
              </a:pathLst>
            </a:custGeom>
            <a:grpFill/>
            <a:ln w="3243" cap="flat">
              <a:noFill/>
              <a:prstDash val="solid"/>
              <a:miter/>
            </a:ln>
          </p:spPr>
          <p:txBody>
            <a:bodyPr rtlCol="0" anchor="ctr"/>
            <a:lstStyle/>
            <a:p>
              <a:endParaRPr lang="en-US"/>
            </a:p>
          </p:txBody>
        </p:sp>
        <p:sp>
          <p:nvSpPr>
            <p:cNvPr id="15" name="Freeform: Shape 1054"/>
            <p:cNvSpPr/>
            <p:nvPr/>
          </p:nvSpPr>
          <p:spPr>
            <a:xfrm>
              <a:off x="1233984" y="3942505"/>
              <a:ext cx="231992" cy="588528"/>
            </a:xfrm>
            <a:custGeom>
              <a:avLst/>
              <a:gdLst>
                <a:gd name="connsiteX0" fmla="*/ 32433 w 231992"/>
                <a:gd name="connsiteY0" fmla="*/ 588529 h 588528"/>
                <a:gd name="connsiteX1" fmla="*/ 0 w 231992"/>
                <a:gd name="connsiteY1" fmla="*/ 588529 h 588528"/>
                <a:gd name="connsiteX2" fmla="*/ 0 w 231992"/>
                <a:gd name="connsiteY2" fmla="*/ 327930 h 588528"/>
                <a:gd name="connsiteX3" fmla="*/ 199560 w 231992"/>
                <a:gd name="connsiteY3" fmla="*/ 327930 h 588528"/>
                <a:gd name="connsiteX4" fmla="*/ 199560 w 231992"/>
                <a:gd name="connsiteY4" fmla="*/ 0 h 588528"/>
                <a:gd name="connsiteX5" fmla="*/ 231993 w 231992"/>
                <a:gd name="connsiteY5" fmla="*/ 0 h 588528"/>
                <a:gd name="connsiteX6" fmla="*/ 231993 w 231992"/>
                <a:gd name="connsiteY6" fmla="*/ 360363 h 588528"/>
                <a:gd name="connsiteX7" fmla="*/ 32433 w 231992"/>
                <a:gd name="connsiteY7" fmla="*/ 360363 h 588528"/>
                <a:gd name="connsiteX8" fmla="*/ 32433 w 231992"/>
                <a:gd name="connsiteY8" fmla="*/ 588529 h 58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92" h="588528">
                  <a:moveTo>
                    <a:pt x="32433" y="588529"/>
                  </a:moveTo>
                  <a:lnTo>
                    <a:pt x="0" y="588529"/>
                  </a:lnTo>
                  <a:lnTo>
                    <a:pt x="0" y="327930"/>
                  </a:lnTo>
                  <a:lnTo>
                    <a:pt x="199560" y="327930"/>
                  </a:lnTo>
                  <a:lnTo>
                    <a:pt x="199560" y="0"/>
                  </a:lnTo>
                  <a:lnTo>
                    <a:pt x="231993" y="0"/>
                  </a:lnTo>
                  <a:lnTo>
                    <a:pt x="231993" y="360363"/>
                  </a:lnTo>
                  <a:lnTo>
                    <a:pt x="32433" y="360363"/>
                  </a:lnTo>
                  <a:lnTo>
                    <a:pt x="32433" y="588529"/>
                  </a:lnTo>
                  <a:close/>
                </a:path>
              </a:pathLst>
            </a:custGeom>
            <a:solidFill>
              <a:schemeClr val="tx2"/>
            </a:solidFill>
            <a:ln w="3243" cap="flat">
              <a:noFill/>
              <a:prstDash val="solid"/>
              <a:miter/>
            </a:ln>
          </p:spPr>
          <p:txBody>
            <a:bodyPr rtlCol="0" anchor="ctr"/>
            <a:lstStyle/>
            <a:p>
              <a:endParaRPr lang="en-US"/>
            </a:p>
          </p:txBody>
        </p:sp>
      </p:grpSp>
      <p:grpSp>
        <p:nvGrpSpPr>
          <p:cNvPr id="20" name="Group 1139"/>
          <p:cNvGrpSpPr/>
          <p:nvPr/>
        </p:nvGrpSpPr>
        <p:grpSpPr>
          <a:xfrm>
            <a:off x="5124703" y="1442776"/>
            <a:ext cx="630464" cy="628453"/>
            <a:chOff x="7472982" y="6495304"/>
            <a:chExt cx="630464" cy="628453"/>
          </a:xfrm>
          <a:solidFill>
            <a:schemeClr val="tx1"/>
          </a:solidFill>
        </p:grpSpPr>
        <p:sp>
          <p:nvSpPr>
            <p:cNvPr id="21" name="Freeform: Shape 807"/>
            <p:cNvSpPr/>
            <p:nvPr/>
          </p:nvSpPr>
          <p:spPr>
            <a:xfrm>
              <a:off x="7472982" y="6495304"/>
              <a:ext cx="630464" cy="628453"/>
            </a:xfrm>
            <a:custGeom>
              <a:avLst/>
              <a:gdLst>
                <a:gd name="connsiteX0" fmla="*/ 585675 w 630464"/>
                <a:gd name="connsiteY0" fmla="*/ 219571 h 628453"/>
                <a:gd name="connsiteX1" fmla="*/ 478743 w 630464"/>
                <a:gd name="connsiteY1" fmla="*/ 219571 h 628453"/>
                <a:gd name="connsiteX2" fmla="*/ 478743 w 630464"/>
                <a:gd name="connsiteY2" fmla="*/ 195311 h 628453"/>
                <a:gd name="connsiteX3" fmla="*/ 424645 w 630464"/>
                <a:gd name="connsiteY3" fmla="*/ 131451 h 628453"/>
                <a:gd name="connsiteX4" fmla="*/ 378492 w 630464"/>
                <a:gd name="connsiteY4" fmla="*/ 123764 h 628453"/>
                <a:gd name="connsiteX5" fmla="*/ 408883 w 630464"/>
                <a:gd name="connsiteY5" fmla="*/ 74726 h 628453"/>
                <a:gd name="connsiteX6" fmla="*/ 408883 w 630464"/>
                <a:gd name="connsiteY6" fmla="*/ 54779 h 628453"/>
                <a:gd name="connsiteX7" fmla="*/ 354135 w 630464"/>
                <a:gd name="connsiteY7" fmla="*/ 0 h 628453"/>
                <a:gd name="connsiteX8" fmla="*/ 299356 w 630464"/>
                <a:gd name="connsiteY8" fmla="*/ 54779 h 628453"/>
                <a:gd name="connsiteX9" fmla="*/ 299356 w 630464"/>
                <a:gd name="connsiteY9" fmla="*/ 74726 h 628453"/>
                <a:gd name="connsiteX10" fmla="*/ 329778 w 630464"/>
                <a:gd name="connsiteY10" fmla="*/ 123764 h 628453"/>
                <a:gd name="connsiteX11" fmla="*/ 283594 w 630464"/>
                <a:gd name="connsiteY11" fmla="*/ 131451 h 628453"/>
                <a:gd name="connsiteX12" fmla="*/ 229496 w 630464"/>
                <a:gd name="connsiteY12" fmla="*/ 195311 h 628453"/>
                <a:gd name="connsiteX13" fmla="*/ 229496 w 630464"/>
                <a:gd name="connsiteY13" fmla="*/ 219571 h 628453"/>
                <a:gd name="connsiteX14" fmla="*/ 199203 w 630464"/>
                <a:gd name="connsiteY14" fmla="*/ 219571 h 628453"/>
                <a:gd name="connsiteX15" fmla="*/ 104629 w 630464"/>
                <a:gd name="connsiteY15" fmla="*/ 159667 h 628453"/>
                <a:gd name="connsiteX16" fmla="*/ 0 w 630464"/>
                <a:gd name="connsiteY16" fmla="*/ 264329 h 628453"/>
                <a:gd name="connsiteX17" fmla="*/ 104629 w 630464"/>
                <a:gd name="connsiteY17" fmla="*/ 368990 h 628453"/>
                <a:gd name="connsiteX18" fmla="*/ 199268 w 630464"/>
                <a:gd name="connsiteY18" fmla="*/ 309118 h 628453"/>
                <a:gd name="connsiteX19" fmla="*/ 279410 w 630464"/>
                <a:gd name="connsiteY19" fmla="*/ 309118 h 628453"/>
                <a:gd name="connsiteX20" fmla="*/ 279410 w 630464"/>
                <a:gd name="connsiteY20" fmla="*/ 314243 h 628453"/>
                <a:gd name="connsiteX21" fmla="*/ 299389 w 630464"/>
                <a:gd name="connsiteY21" fmla="*/ 624043 h 628453"/>
                <a:gd name="connsiteX22" fmla="*/ 299778 w 630464"/>
                <a:gd name="connsiteY22" fmla="*/ 628454 h 628453"/>
                <a:gd name="connsiteX23" fmla="*/ 387476 w 630464"/>
                <a:gd name="connsiteY23" fmla="*/ 628454 h 628453"/>
                <a:gd name="connsiteX24" fmla="*/ 388320 w 630464"/>
                <a:gd name="connsiteY24" fmla="*/ 618724 h 628453"/>
                <a:gd name="connsiteX25" fmla="*/ 359000 w 630464"/>
                <a:gd name="connsiteY25" fmla="*/ 618724 h 628453"/>
                <a:gd name="connsiteX26" fmla="*/ 359000 w 630464"/>
                <a:gd name="connsiteY26" fmla="*/ 364125 h 628453"/>
                <a:gd name="connsiteX27" fmla="*/ 349270 w 630464"/>
                <a:gd name="connsiteY27" fmla="*/ 364125 h 628453"/>
                <a:gd name="connsiteX28" fmla="*/ 349270 w 630464"/>
                <a:gd name="connsiteY28" fmla="*/ 618724 h 628453"/>
                <a:gd name="connsiteX29" fmla="*/ 308664 w 630464"/>
                <a:gd name="connsiteY29" fmla="*/ 618724 h 628453"/>
                <a:gd name="connsiteX30" fmla="*/ 289140 w 630464"/>
                <a:gd name="connsiteY30" fmla="*/ 314243 h 628453"/>
                <a:gd name="connsiteX31" fmla="*/ 289140 w 630464"/>
                <a:gd name="connsiteY31" fmla="*/ 309118 h 628453"/>
                <a:gd name="connsiteX32" fmla="*/ 356147 w 630464"/>
                <a:gd name="connsiteY32" fmla="*/ 309118 h 628453"/>
                <a:gd name="connsiteX33" fmla="*/ 374082 w 630464"/>
                <a:gd name="connsiteY33" fmla="*/ 291183 h 628453"/>
                <a:gd name="connsiteX34" fmla="*/ 392018 w 630464"/>
                <a:gd name="connsiteY34" fmla="*/ 309118 h 628453"/>
                <a:gd name="connsiteX35" fmla="*/ 515814 w 630464"/>
                <a:gd name="connsiteY35" fmla="*/ 309118 h 628453"/>
                <a:gd name="connsiteX36" fmla="*/ 533749 w 630464"/>
                <a:gd name="connsiteY36" fmla="*/ 291183 h 628453"/>
                <a:gd name="connsiteX37" fmla="*/ 551685 w 630464"/>
                <a:gd name="connsiteY37" fmla="*/ 309118 h 628453"/>
                <a:gd name="connsiteX38" fmla="*/ 585675 w 630464"/>
                <a:gd name="connsiteY38" fmla="*/ 309118 h 628453"/>
                <a:gd name="connsiteX39" fmla="*/ 630465 w 630464"/>
                <a:gd name="connsiteY39" fmla="*/ 264329 h 628453"/>
                <a:gd name="connsiteX40" fmla="*/ 585675 w 630464"/>
                <a:gd name="connsiteY40" fmla="*/ 219571 h 628453"/>
                <a:gd name="connsiteX41" fmla="*/ 309086 w 630464"/>
                <a:gd name="connsiteY41" fmla="*/ 74726 h 628453"/>
                <a:gd name="connsiteX42" fmla="*/ 309086 w 630464"/>
                <a:gd name="connsiteY42" fmla="*/ 54779 h 628453"/>
                <a:gd name="connsiteX43" fmla="*/ 354135 w 630464"/>
                <a:gd name="connsiteY43" fmla="*/ 9730 h 628453"/>
                <a:gd name="connsiteX44" fmla="*/ 399153 w 630464"/>
                <a:gd name="connsiteY44" fmla="*/ 54779 h 628453"/>
                <a:gd name="connsiteX45" fmla="*/ 399153 w 630464"/>
                <a:gd name="connsiteY45" fmla="*/ 74726 h 628453"/>
                <a:gd name="connsiteX46" fmla="*/ 354135 w 630464"/>
                <a:gd name="connsiteY46" fmla="*/ 119775 h 628453"/>
                <a:gd name="connsiteX47" fmla="*/ 309086 w 630464"/>
                <a:gd name="connsiteY47" fmla="*/ 74726 h 628453"/>
                <a:gd name="connsiteX48" fmla="*/ 239226 w 630464"/>
                <a:gd name="connsiteY48" fmla="*/ 195311 h 628453"/>
                <a:gd name="connsiteX49" fmla="*/ 285215 w 630464"/>
                <a:gd name="connsiteY49" fmla="*/ 141051 h 628453"/>
                <a:gd name="connsiteX50" fmla="*/ 349270 w 630464"/>
                <a:gd name="connsiteY50" fmla="*/ 130380 h 628453"/>
                <a:gd name="connsiteX51" fmla="*/ 349270 w 630464"/>
                <a:gd name="connsiteY51" fmla="*/ 144586 h 628453"/>
                <a:gd name="connsiteX52" fmla="*/ 359000 w 630464"/>
                <a:gd name="connsiteY52" fmla="*/ 144586 h 628453"/>
                <a:gd name="connsiteX53" fmla="*/ 359000 w 630464"/>
                <a:gd name="connsiteY53" fmla="*/ 130380 h 628453"/>
                <a:gd name="connsiteX54" fmla="*/ 359000 w 630464"/>
                <a:gd name="connsiteY54" fmla="*/ 130380 h 628453"/>
                <a:gd name="connsiteX55" fmla="*/ 423055 w 630464"/>
                <a:gd name="connsiteY55" fmla="*/ 141051 h 628453"/>
                <a:gd name="connsiteX56" fmla="*/ 469013 w 630464"/>
                <a:gd name="connsiteY56" fmla="*/ 195311 h 628453"/>
                <a:gd name="connsiteX57" fmla="*/ 469013 w 630464"/>
                <a:gd name="connsiteY57" fmla="*/ 219571 h 628453"/>
                <a:gd name="connsiteX58" fmla="*/ 359000 w 630464"/>
                <a:gd name="connsiteY58" fmla="*/ 219571 h 628453"/>
                <a:gd name="connsiteX59" fmla="*/ 359000 w 630464"/>
                <a:gd name="connsiteY59" fmla="*/ 184511 h 628453"/>
                <a:gd name="connsiteX60" fmla="*/ 349270 w 630464"/>
                <a:gd name="connsiteY60" fmla="*/ 184511 h 628453"/>
                <a:gd name="connsiteX61" fmla="*/ 349270 w 630464"/>
                <a:gd name="connsiteY61" fmla="*/ 219571 h 628453"/>
                <a:gd name="connsiteX62" fmla="*/ 289140 w 630464"/>
                <a:gd name="connsiteY62" fmla="*/ 219571 h 628453"/>
                <a:gd name="connsiteX63" fmla="*/ 289140 w 630464"/>
                <a:gd name="connsiteY63" fmla="*/ 194500 h 628453"/>
                <a:gd name="connsiteX64" fmla="*/ 279410 w 630464"/>
                <a:gd name="connsiteY64" fmla="*/ 194500 h 628453"/>
                <a:gd name="connsiteX65" fmla="*/ 279410 w 630464"/>
                <a:gd name="connsiteY65" fmla="*/ 219571 h 628453"/>
                <a:gd name="connsiteX66" fmla="*/ 239226 w 630464"/>
                <a:gd name="connsiteY66" fmla="*/ 219571 h 628453"/>
                <a:gd name="connsiteX67" fmla="*/ 239226 w 630464"/>
                <a:gd name="connsiteY67" fmla="*/ 195311 h 628453"/>
                <a:gd name="connsiteX68" fmla="*/ 244350 w 630464"/>
                <a:gd name="connsiteY68" fmla="*/ 299388 h 628453"/>
                <a:gd name="connsiteX69" fmla="*/ 239226 w 630464"/>
                <a:gd name="connsiteY69" fmla="*/ 294264 h 628453"/>
                <a:gd name="connsiteX70" fmla="*/ 239226 w 630464"/>
                <a:gd name="connsiteY70" fmla="*/ 290697 h 628453"/>
                <a:gd name="connsiteX71" fmla="*/ 257226 w 630464"/>
                <a:gd name="connsiteY71" fmla="*/ 269323 h 628453"/>
                <a:gd name="connsiteX72" fmla="*/ 259334 w 630464"/>
                <a:gd name="connsiteY72" fmla="*/ 269194 h 628453"/>
                <a:gd name="connsiteX73" fmla="*/ 272794 w 630464"/>
                <a:gd name="connsiteY73" fmla="*/ 274383 h 628453"/>
                <a:gd name="connsiteX74" fmla="*/ 279410 w 630464"/>
                <a:gd name="connsiteY74" fmla="*/ 289302 h 628453"/>
                <a:gd name="connsiteX75" fmla="*/ 279410 w 630464"/>
                <a:gd name="connsiteY75" fmla="*/ 294264 h 628453"/>
                <a:gd name="connsiteX76" fmla="*/ 274286 w 630464"/>
                <a:gd name="connsiteY76" fmla="*/ 299388 h 628453"/>
                <a:gd name="connsiteX77" fmla="*/ 244350 w 630464"/>
                <a:gd name="connsiteY77" fmla="*/ 299388 h 628453"/>
                <a:gd name="connsiteX78" fmla="*/ 469013 w 630464"/>
                <a:gd name="connsiteY78" fmla="*/ 294264 h 628453"/>
                <a:gd name="connsiteX79" fmla="*/ 463889 w 630464"/>
                <a:gd name="connsiteY79" fmla="*/ 299388 h 628453"/>
                <a:gd name="connsiteX80" fmla="*/ 433953 w 630464"/>
                <a:gd name="connsiteY80" fmla="*/ 299388 h 628453"/>
                <a:gd name="connsiteX81" fmla="*/ 428861 w 630464"/>
                <a:gd name="connsiteY81" fmla="*/ 294264 h 628453"/>
                <a:gd name="connsiteX82" fmla="*/ 428861 w 630464"/>
                <a:gd name="connsiteY82" fmla="*/ 290697 h 628453"/>
                <a:gd name="connsiteX83" fmla="*/ 446829 w 630464"/>
                <a:gd name="connsiteY83" fmla="*/ 269323 h 628453"/>
                <a:gd name="connsiteX84" fmla="*/ 448937 w 630464"/>
                <a:gd name="connsiteY84" fmla="*/ 269194 h 628453"/>
                <a:gd name="connsiteX85" fmla="*/ 462397 w 630464"/>
                <a:gd name="connsiteY85" fmla="*/ 274383 h 628453"/>
                <a:gd name="connsiteX86" fmla="*/ 469013 w 630464"/>
                <a:gd name="connsiteY86" fmla="*/ 289302 h 628453"/>
                <a:gd name="connsiteX87" fmla="*/ 469013 w 630464"/>
                <a:gd name="connsiteY87" fmla="*/ 294264 h 628453"/>
                <a:gd name="connsiteX88" fmla="*/ 581653 w 630464"/>
                <a:gd name="connsiteY88" fmla="*/ 299388 h 628453"/>
                <a:gd name="connsiteX89" fmla="*/ 555739 w 630464"/>
                <a:gd name="connsiteY89" fmla="*/ 299388 h 628453"/>
                <a:gd name="connsiteX90" fmla="*/ 533749 w 630464"/>
                <a:gd name="connsiteY90" fmla="*/ 277432 h 628453"/>
                <a:gd name="connsiteX91" fmla="*/ 511792 w 630464"/>
                <a:gd name="connsiteY91" fmla="*/ 299388 h 628453"/>
                <a:gd name="connsiteX92" fmla="*/ 477803 w 630464"/>
                <a:gd name="connsiteY92" fmla="*/ 299388 h 628453"/>
                <a:gd name="connsiteX93" fmla="*/ 478743 w 630464"/>
                <a:gd name="connsiteY93" fmla="*/ 294264 h 628453"/>
                <a:gd name="connsiteX94" fmla="*/ 478743 w 630464"/>
                <a:gd name="connsiteY94" fmla="*/ 289302 h 628453"/>
                <a:gd name="connsiteX95" fmla="*/ 468916 w 630464"/>
                <a:gd name="connsiteY95" fmla="*/ 267183 h 628453"/>
                <a:gd name="connsiteX96" fmla="*/ 445888 w 630464"/>
                <a:gd name="connsiteY96" fmla="*/ 259626 h 628453"/>
                <a:gd name="connsiteX97" fmla="*/ 419131 w 630464"/>
                <a:gd name="connsiteY97" fmla="*/ 290697 h 628453"/>
                <a:gd name="connsiteX98" fmla="*/ 419131 w 630464"/>
                <a:gd name="connsiteY98" fmla="*/ 294264 h 628453"/>
                <a:gd name="connsiteX99" fmla="*/ 420072 w 630464"/>
                <a:gd name="connsiteY99" fmla="*/ 299388 h 628453"/>
                <a:gd name="connsiteX100" fmla="*/ 396072 w 630464"/>
                <a:gd name="connsiteY100" fmla="*/ 299388 h 628453"/>
                <a:gd name="connsiteX101" fmla="*/ 374082 w 630464"/>
                <a:gd name="connsiteY101" fmla="*/ 277432 h 628453"/>
                <a:gd name="connsiteX102" fmla="*/ 352125 w 630464"/>
                <a:gd name="connsiteY102" fmla="*/ 299388 h 628453"/>
                <a:gd name="connsiteX103" fmla="*/ 289140 w 630464"/>
                <a:gd name="connsiteY103" fmla="*/ 299388 h 628453"/>
                <a:gd name="connsiteX104" fmla="*/ 289140 w 630464"/>
                <a:gd name="connsiteY104" fmla="*/ 289302 h 628453"/>
                <a:gd name="connsiteX105" fmla="*/ 279313 w 630464"/>
                <a:gd name="connsiteY105" fmla="*/ 267183 h 628453"/>
                <a:gd name="connsiteX106" fmla="*/ 256253 w 630464"/>
                <a:gd name="connsiteY106" fmla="*/ 259626 h 628453"/>
                <a:gd name="connsiteX107" fmla="*/ 229496 w 630464"/>
                <a:gd name="connsiteY107" fmla="*/ 290697 h 628453"/>
                <a:gd name="connsiteX108" fmla="*/ 229496 w 630464"/>
                <a:gd name="connsiteY108" fmla="*/ 294264 h 628453"/>
                <a:gd name="connsiteX109" fmla="*/ 230436 w 630464"/>
                <a:gd name="connsiteY109" fmla="*/ 299388 h 628453"/>
                <a:gd name="connsiteX110" fmla="*/ 192944 w 630464"/>
                <a:gd name="connsiteY110" fmla="*/ 299388 h 628453"/>
                <a:gd name="connsiteX111" fmla="*/ 191679 w 630464"/>
                <a:gd name="connsiteY111" fmla="*/ 302308 h 628453"/>
                <a:gd name="connsiteX112" fmla="*/ 104629 w 630464"/>
                <a:gd name="connsiteY112" fmla="*/ 359260 h 628453"/>
                <a:gd name="connsiteX113" fmla="*/ 9730 w 630464"/>
                <a:gd name="connsiteY113" fmla="*/ 264329 h 628453"/>
                <a:gd name="connsiteX114" fmla="*/ 104629 w 630464"/>
                <a:gd name="connsiteY114" fmla="*/ 169397 h 628453"/>
                <a:gd name="connsiteX115" fmla="*/ 191614 w 630464"/>
                <a:gd name="connsiteY115" fmla="*/ 226382 h 628453"/>
                <a:gd name="connsiteX116" fmla="*/ 192879 w 630464"/>
                <a:gd name="connsiteY116" fmla="*/ 229301 h 628453"/>
                <a:gd name="connsiteX117" fmla="*/ 581653 w 630464"/>
                <a:gd name="connsiteY117" fmla="*/ 229301 h 628453"/>
                <a:gd name="connsiteX118" fmla="*/ 616681 w 630464"/>
                <a:gd name="connsiteY118" fmla="*/ 264329 h 628453"/>
                <a:gd name="connsiteX119" fmla="*/ 581653 w 630464"/>
                <a:gd name="connsiteY119" fmla="*/ 299388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30464" h="628453">
                  <a:moveTo>
                    <a:pt x="585675" y="219571"/>
                  </a:moveTo>
                  <a:lnTo>
                    <a:pt x="478743" y="219571"/>
                  </a:lnTo>
                  <a:lnTo>
                    <a:pt x="478743" y="195311"/>
                  </a:lnTo>
                  <a:cubicBezTo>
                    <a:pt x="478743" y="163527"/>
                    <a:pt x="456008" y="136673"/>
                    <a:pt x="424645" y="131451"/>
                  </a:cubicBezTo>
                  <a:lnTo>
                    <a:pt x="378492" y="123764"/>
                  </a:lnTo>
                  <a:cubicBezTo>
                    <a:pt x="396493" y="114780"/>
                    <a:pt x="408883" y="96164"/>
                    <a:pt x="408883" y="74726"/>
                  </a:cubicBezTo>
                  <a:lnTo>
                    <a:pt x="408883" y="54779"/>
                  </a:lnTo>
                  <a:cubicBezTo>
                    <a:pt x="408883" y="24584"/>
                    <a:pt x="384331" y="0"/>
                    <a:pt x="354135" y="0"/>
                  </a:cubicBezTo>
                  <a:cubicBezTo>
                    <a:pt x="323941" y="0"/>
                    <a:pt x="299356" y="24584"/>
                    <a:pt x="299356" y="54779"/>
                  </a:cubicBezTo>
                  <a:lnTo>
                    <a:pt x="299356" y="74726"/>
                  </a:lnTo>
                  <a:cubicBezTo>
                    <a:pt x="299356" y="96164"/>
                    <a:pt x="311778" y="114813"/>
                    <a:pt x="329778" y="123764"/>
                  </a:cubicBezTo>
                  <a:lnTo>
                    <a:pt x="283594" y="131451"/>
                  </a:lnTo>
                  <a:cubicBezTo>
                    <a:pt x="252264" y="136673"/>
                    <a:pt x="229496" y="163527"/>
                    <a:pt x="229496" y="195311"/>
                  </a:cubicBezTo>
                  <a:lnTo>
                    <a:pt x="229496" y="219571"/>
                  </a:lnTo>
                  <a:lnTo>
                    <a:pt x="199203" y="219571"/>
                  </a:lnTo>
                  <a:cubicBezTo>
                    <a:pt x="181917" y="183084"/>
                    <a:pt x="145137" y="159667"/>
                    <a:pt x="104629" y="159667"/>
                  </a:cubicBezTo>
                  <a:cubicBezTo>
                    <a:pt x="46930" y="159667"/>
                    <a:pt x="0" y="206630"/>
                    <a:pt x="0" y="264329"/>
                  </a:cubicBezTo>
                  <a:cubicBezTo>
                    <a:pt x="0" y="322027"/>
                    <a:pt x="46930" y="368990"/>
                    <a:pt x="104629" y="368990"/>
                  </a:cubicBezTo>
                  <a:cubicBezTo>
                    <a:pt x="145202" y="368990"/>
                    <a:pt x="181982" y="345605"/>
                    <a:pt x="199268" y="309118"/>
                  </a:cubicBezTo>
                  <a:lnTo>
                    <a:pt x="279410" y="309118"/>
                  </a:lnTo>
                  <a:lnTo>
                    <a:pt x="279410" y="314243"/>
                  </a:lnTo>
                  <a:cubicBezTo>
                    <a:pt x="279410" y="403239"/>
                    <a:pt x="299194" y="621837"/>
                    <a:pt x="299389" y="624043"/>
                  </a:cubicBezTo>
                  <a:lnTo>
                    <a:pt x="299778" y="628454"/>
                  </a:lnTo>
                  <a:lnTo>
                    <a:pt x="387476" y="628454"/>
                  </a:lnTo>
                  <a:cubicBezTo>
                    <a:pt x="387509" y="628194"/>
                    <a:pt x="387801" y="624756"/>
                    <a:pt x="388320" y="618724"/>
                  </a:cubicBezTo>
                  <a:lnTo>
                    <a:pt x="359000" y="618724"/>
                  </a:lnTo>
                  <a:lnTo>
                    <a:pt x="359000" y="364125"/>
                  </a:lnTo>
                  <a:lnTo>
                    <a:pt x="349270" y="364125"/>
                  </a:lnTo>
                  <a:lnTo>
                    <a:pt x="349270" y="618724"/>
                  </a:lnTo>
                  <a:lnTo>
                    <a:pt x="308664" y="618724"/>
                  </a:lnTo>
                  <a:cubicBezTo>
                    <a:pt x="305875" y="587199"/>
                    <a:pt x="289140" y="395780"/>
                    <a:pt x="289140" y="314243"/>
                  </a:cubicBezTo>
                  <a:lnTo>
                    <a:pt x="289140" y="309118"/>
                  </a:lnTo>
                  <a:lnTo>
                    <a:pt x="356147" y="309118"/>
                  </a:lnTo>
                  <a:lnTo>
                    <a:pt x="374082" y="291183"/>
                  </a:lnTo>
                  <a:lnTo>
                    <a:pt x="392018" y="309118"/>
                  </a:lnTo>
                  <a:lnTo>
                    <a:pt x="515814" y="309118"/>
                  </a:lnTo>
                  <a:lnTo>
                    <a:pt x="533749" y="291183"/>
                  </a:lnTo>
                  <a:lnTo>
                    <a:pt x="551685" y="309118"/>
                  </a:lnTo>
                  <a:lnTo>
                    <a:pt x="585675" y="309118"/>
                  </a:lnTo>
                  <a:lnTo>
                    <a:pt x="630465" y="264329"/>
                  </a:lnTo>
                  <a:lnTo>
                    <a:pt x="585675" y="219571"/>
                  </a:lnTo>
                  <a:close/>
                  <a:moveTo>
                    <a:pt x="309086" y="74726"/>
                  </a:moveTo>
                  <a:lnTo>
                    <a:pt x="309086" y="54779"/>
                  </a:lnTo>
                  <a:cubicBezTo>
                    <a:pt x="309086" y="29936"/>
                    <a:pt x="329292" y="9730"/>
                    <a:pt x="354135" y="9730"/>
                  </a:cubicBezTo>
                  <a:cubicBezTo>
                    <a:pt x="378979" y="9730"/>
                    <a:pt x="399153" y="29936"/>
                    <a:pt x="399153" y="54779"/>
                  </a:cubicBezTo>
                  <a:lnTo>
                    <a:pt x="399153" y="74726"/>
                  </a:lnTo>
                  <a:cubicBezTo>
                    <a:pt x="399153" y="99569"/>
                    <a:pt x="378947" y="119775"/>
                    <a:pt x="354135" y="119775"/>
                  </a:cubicBezTo>
                  <a:cubicBezTo>
                    <a:pt x="329324" y="119775"/>
                    <a:pt x="309086" y="99569"/>
                    <a:pt x="309086" y="74726"/>
                  </a:cubicBezTo>
                  <a:close/>
                  <a:moveTo>
                    <a:pt x="239226" y="195311"/>
                  </a:moveTo>
                  <a:cubicBezTo>
                    <a:pt x="239226" y="168295"/>
                    <a:pt x="258588" y="145494"/>
                    <a:pt x="285215" y="141051"/>
                  </a:cubicBezTo>
                  <a:lnTo>
                    <a:pt x="349270" y="130380"/>
                  </a:lnTo>
                  <a:lnTo>
                    <a:pt x="349270" y="144586"/>
                  </a:lnTo>
                  <a:lnTo>
                    <a:pt x="359000" y="144586"/>
                  </a:lnTo>
                  <a:lnTo>
                    <a:pt x="359000" y="130380"/>
                  </a:lnTo>
                  <a:lnTo>
                    <a:pt x="359000" y="130380"/>
                  </a:lnTo>
                  <a:cubicBezTo>
                    <a:pt x="359000" y="130380"/>
                    <a:pt x="423055" y="141051"/>
                    <a:pt x="423055" y="141051"/>
                  </a:cubicBezTo>
                  <a:cubicBezTo>
                    <a:pt x="449683" y="145494"/>
                    <a:pt x="469013" y="168295"/>
                    <a:pt x="469013" y="195311"/>
                  </a:cubicBezTo>
                  <a:lnTo>
                    <a:pt x="469013" y="219571"/>
                  </a:lnTo>
                  <a:lnTo>
                    <a:pt x="359000" y="219571"/>
                  </a:lnTo>
                  <a:lnTo>
                    <a:pt x="359000" y="184511"/>
                  </a:lnTo>
                  <a:lnTo>
                    <a:pt x="349270" y="184511"/>
                  </a:lnTo>
                  <a:lnTo>
                    <a:pt x="349270" y="219571"/>
                  </a:lnTo>
                  <a:lnTo>
                    <a:pt x="289140" y="219571"/>
                  </a:lnTo>
                  <a:lnTo>
                    <a:pt x="289140" y="194500"/>
                  </a:lnTo>
                  <a:lnTo>
                    <a:pt x="279410" y="194500"/>
                  </a:lnTo>
                  <a:lnTo>
                    <a:pt x="279410" y="219571"/>
                  </a:lnTo>
                  <a:lnTo>
                    <a:pt x="239226" y="219571"/>
                  </a:lnTo>
                  <a:lnTo>
                    <a:pt x="239226" y="195311"/>
                  </a:lnTo>
                  <a:close/>
                  <a:moveTo>
                    <a:pt x="244350" y="299388"/>
                  </a:moveTo>
                  <a:cubicBezTo>
                    <a:pt x="241528" y="299388"/>
                    <a:pt x="239226" y="297086"/>
                    <a:pt x="239226" y="294264"/>
                  </a:cubicBezTo>
                  <a:lnTo>
                    <a:pt x="239226" y="290697"/>
                  </a:lnTo>
                  <a:cubicBezTo>
                    <a:pt x="239226" y="279734"/>
                    <a:pt x="247139" y="270329"/>
                    <a:pt x="257226" y="269323"/>
                  </a:cubicBezTo>
                  <a:cubicBezTo>
                    <a:pt x="257939" y="269226"/>
                    <a:pt x="258653" y="269194"/>
                    <a:pt x="259334" y="269194"/>
                  </a:cubicBezTo>
                  <a:cubicBezTo>
                    <a:pt x="264329" y="269194"/>
                    <a:pt x="269064" y="271010"/>
                    <a:pt x="272794" y="274383"/>
                  </a:cubicBezTo>
                  <a:cubicBezTo>
                    <a:pt x="277010" y="278210"/>
                    <a:pt x="279410" y="283626"/>
                    <a:pt x="279410" y="289302"/>
                  </a:cubicBezTo>
                  <a:lnTo>
                    <a:pt x="279410" y="294264"/>
                  </a:lnTo>
                  <a:cubicBezTo>
                    <a:pt x="279410" y="297086"/>
                    <a:pt x="277107" y="299388"/>
                    <a:pt x="274286" y="299388"/>
                  </a:cubicBezTo>
                  <a:lnTo>
                    <a:pt x="244350" y="299388"/>
                  </a:lnTo>
                  <a:close/>
                  <a:moveTo>
                    <a:pt x="469013" y="294264"/>
                  </a:moveTo>
                  <a:cubicBezTo>
                    <a:pt x="469013" y="297086"/>
                    <a:pt x="466710" y="299388"/>
                    <a:pt x="463889" y="299388"/>
                  </a:cubicBezTo>
                  <a:lnTo>
                    <a:pt x="433953" y="299388"/>
                  </a:lnTo>
                  <a:cubicBezTo>
                    <a:pt x="431131" y="299388"/>
                    <a:pt x="428861" y="297086"/>
                    <a:pt x="428861" y="294264"/>
                  </a:cubicBezTo>
                  <a:lnTo>
                    <a:pt x="428861" y="290697"/>
                  </a:lnTo>
                  <a:cubicBezTo>
                    <a:pt x="428861" y="279734"/>
                    <a:pt x="436742" y="270329"/>
                    <a:pt x="446829" y="269323"/>
                  </a:cubicBezTo>
                  <a:cubicBezTo>
                    <a:pt x="447542" y="269226"/>
                    <a:pt x="448256" y="269194"/>
                    <a:pt x="448937" y="269194"/>
                  </a:cubicBezTo>
                  <a:cubicBezTo>
                    <a:pt x="453932" y="269194"/>
                    <a:pt x="458667" y="271010"/>
                    <a:pt x="462397" y="274383"/>
                  </a:cubicBezTo>
                  <a:cubicBezTo>
                    <a:pt x="466613" y="278210"/>
                    <a:pt x="469013" y="283626"/>
                    <a:pt x="469013" y="289302"/>
                  </a:cubicBezTo>
                  <a:lnTo>
                    <a:pt x="469013" y="294264"/>
                  </a:lnTo>
                  <a:close/>
                  <a:moveTo>
                    <a:pt x="581653" y="299388"/>
                  </a:moveTo>
                  <a:lnTo>
                    <a:pt x="555739" y="299388"/>
                  </a:lnTo>
                  <a:lnTo>
                    <a:pt x="533749" y="277432"/>
                  </a:lnTo>
                  <a:lnTo>
                    <a:pt x="511792" y="299388"/>
                  </a:lnTo>
                  <a:lnTo>
                    <a:pt x="477803" y="299388"/>
                  </a:lnTo>
                  <a:cubicBezTo>
                    <a:pt x="478419" y="297799"/>
                    <a:pt x="478743" y="296081"/>
                    <a:pt x="478743" y="294264"/>
                  </a:cubicBezTo>
                  <a:lnTo>
                    <a:pt x="478743" y="289302"/>
                  </a:lnTo>
                  <a:cubicBezTo>
                    <a:pt x="478743" y="280869"/>
                    <a:pt x="475175" y="272826"/>
                    <a:pt x="468916" y="267183"/>
                  </a:cubicBezTo>
                  <a:cubicBezTo>
                    <a:pt x="462688" y="261539"/>
                    <a:pt x="454289" y="258783"/>
                    <a:pt x="445888" y="259626"/>
                  </a:cubicBezTo>
                  <a:cubicBezTo>
                    <a:pt x="430872" y="261118"/>
                    <a:pt x="419131" y="274772"/>
                    <a:pt x="419131" y="290697"/>
                  </a:cubicBezTo>
                  <a:lnTo>
                    <a:pt x="419131" y="294264"/>
                  </a:lnTo>
                  <a:cubicBezTo>
                    <a:pt x="419131" y="296081"/>
                    <a:pt x="419456" y="297799"/>
                    <a:pt x="420072" y="299388"/>
                  </a:cubicBezTo>
                  <a:lnTo>
                    <a:pt x="396072" y="299388"/>
                  </a:lnTo>
                  <a:lnTo>
                    <a:pt x="374082" y="277432"/>
                  </a:lnTo>
                  <a:lnTo>
                    <a:pt x="352125" y="299388"/>
                  </a:lnTo>
                  <a:lnTo>
                    <a:pt x="289140" y="299388"/>
                  </a:lnTo>
                  <a:lnTo>
                    <a:pt x="289140" y="289302"/>
                  </a:lnTo>
                  <a:cubicBezTo>
                    <a:pt x="289140" y="280869"/>
                    <a:pt x="285572" y="272826"/>
                    <a:pt x="279313" y="267183"/>
                  </a:cubicBezTo>
                  <a:cubicBezTo>
                    <a:pt x="273085" y="261539"/>
                    <a:pt x="264686" y="258783"/>
                    <a:pt x="256253" y="259626"/>
                  </a:cubicBezTo>
                  <a:cubicBezTo>
                    <a:pt x="241269" y="261118"/>
                    <a:pt x="229496" y="274772"/>
                    <a:pt x="229496" y="290697"/>
                  </a:cubicBezTo>
                  <a:lnTo>
                    <a:pt x="229496" y="294264"/>
                  </a:lnTo>
                  <a:cubicBezTo>
                    <a:pt x="229496" y="296081"/>
                    <a:pt x="229820" y="297799"/>
                    <a:pt x="230436" y="299388"/>
                  </a:cubicBezTo>
                  <a:lnTo>
                    <a:pt x="192944" y="299388"/>
                  </a:lnTo>
                  <a:lnTo>
                    <a:pt x="191679" y="302308"/>
                  </a:lnTo>
                  <a:cubicBezTo>
                    <a:pt x="176565" y="336914"/>
                    <a:pt x="142380" y="359260"/>
                    <a:pt x="104629" y="359260"/>
                  </a:cubicBezTo>
                  <a:cubicBezTo>
                    <a:pt x="52315" y="359260"/>
                    <a:pt x="9730" y="316675"/>
                    <a:pt x="9730" y="264329"/>
                  </a:cubicBezTo>
                  <a:cubicBezTo>
                    <a:pt x="9730" y="211982"/>
                    <a:pt x="52315" y="169397"/>
                    <a:pt x="104629" y="169397"/>
                  </a:cubicBezTo>
                  <a:cubicBezTo>
                    <a:pt x="142349" y="169397"/>
                    <a:pt x="176500" y="191776"/>
                    <a:pt x="191614" y="226382"/>
                  </a:cubicBezTo>
                  <a:lnTo>
                    <a:pt x="192879" y="229301"/>
                  </a:lnTo>
                  <a:lnTo>
                    <a:pt x="581653" y="229301"/>
                  </a:lnTo>
                  <a:lnTo>
                    <a:pt x="616681" y="264329"/>
                  </a:lnTo>
                  <a:lnTo>
                    <a:pt x="581653" y="299388"/>
                  </a:lnTo>
                  <a:close/>
                </a:path>
              </a:pathLst>
            </a:custGeom>
            <a:grpFill/>
            <a:ln w="3243" cap="flat">
              <a:noFill/>
              <a:prstDash val="solid"/>
              <a:miter/>
            </a:ln>
          </p:spPr>
          <p:txBody>
            <a:bodyPr rtlCol="0" anchor="ctr"/>
            <a:lstStyle/>
            <a:p>
              <a:endParaRPr lang="en-US" dirty="0"/>
            </a:p>
          </p:txBody>
        </p:sp>
        <p:sp>
          <p:nvSpPr>
            <p:cNvPr id="22" name="Freeform: Shape 808"/>
            <p:cNvSpPr/>
            <p:nvPr/>
          </p:nvSpPr>
          <p:spPr>
            <a:xfrm>
              <a:off x="7512875" y="6734821"/>
              <a:ext cx="49655" cy="49655"/>
            </a:xfrm>
            <a:custGeom>
              <a:avLst/>
              <a:gdLst>
                <a:gd name="connsiteX0" fmla="*/ 24843 w 49655"/>
                <a:gd name="connsiteY0" fmla="*/ 0 h 49655"/>
                <a:gd name="connsiteX1" fmla="*/ 0 w 49655"/>
                <a:gd name="connsiteY1" fmla="*/ 24811 h 49655"/>
                <a:gd name="connsiteX2" fmla="*/ 24843 w 49655"/>
                <a:gd name="connsiteY2" fmla="*/ 49655 h 49655"/>
                <a:gd name="connsiteX3" fmla="*/ 49655 w 49655"/>
                <a:gd name="connsiteY3" fmla="*/ 24811 h 49655"/>
                <a:gd name="connsiteX4" fmla="*/ 24843 w 49655"/>
                <a:gd name="connsiteY4" fmla="*/ 0 h 49655"/>
                <a:gd name="connsiteX5" fmla="*/ 24843 w 49655"/>
                <a:gd name="connsiteY5" fmla="*/ 39925 h 49655"/>
                <a:gd name="connsiteX6" fmla="*/ 9730 w 49655"/>
                <a:gd name="connsiteY6" fmla="*/ 24811 h 49655"/>
                <a:gd name="connsiteX7" fmla="*/ 24843 w 49655"/>
                <a:gd name="connsiteY7" fmla="*/ 9730 h 49655"/>
                <a:gd name="connsiteX8" fmla="*/ 39925 w 49655"/>
                <a:gd name="connsiteY8" fmla="*/ 24811 h 49655"/>
                <a:gd name="connsiteX9" fmla="*/ 24843 w 49655"/>
                <a:gd name="connsiteY9" fmla="*/ 39925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24843" y="0"/>
                  </a:moveTo>
                  <a:cubicBezTo>
                    <a:pt x="11157" y="0"/>
                    <a:pt x="0" y="11125"/>
                    <a:pt x="0" y="24811"/>
                  </a:cubicBezTo>
                  <a:cubicBezTo>
                    <a:pt x="0" y="38498"/>
                    <a:pt x="11157" y="49655"/>
                    <a:pt x="24843" y="49655"/>
                  </a:cubicBezTo>
                  <a:cubicBezTo>
                    <a:pt x="38530" y="49655"/>
                    <a:pt x="49655" y="38498"/>
                    <a:pt x="49655" y="24811"/>
                  </a:cubicBezTo>
                  <a:cubicBezTo>
                    <a:pt x="49655" y="11125"/>
                    <a:pt x="38530" y="0"/>
                    <a:pt x="24843" y="0"/>
                  </a:cubicBezTo>
                  <a:close/>
                  <a:moveTo>
                    <a:pt x="24843" y="39925"/>
                  </a:moveTo>
                  <a:cubicBezTo>
                    <a:pt x="16509" y="39925"/>
                    <a:pt x="9730" y="33146"/>
                    <a:pt x="9730" y="24811"/>
                  </a:cubicBezTo>
                  <a:cubicBezTo>
                    <a:pt x="9730" y="16476"/>
                    <a:pt x="16509" y="9730"/>
                    <a:pt x="24843" y="9730"/>
                  </a:cubicBezTo>
                  <a:cubicBezTo>
                    <a:pt x="33179" y="9730"/>
                    <a:pt x="39925" y="16508"/>
                    <a:pt x="39925" y="24811"/>
                  </a:cubicBezTo>
                  <a:cubicBezTo>
                    <a:pt x="39925" y="33114"/>
                    <a:pt x="33146" y="39925"/>
                    <a:pt x="24843" y="39925"/>
                  </a:cubicBezTo>
                  <a:close/>
                </a:path>
              </a:pathLst>
            </a:custGeom>
            <a:grpFill/>
            <a:ln w="3243" cap="flat">
              <a:noFill/>
              <a:prstDash val="solid"/>
              <a:miter/>
            </a:ln>
          </p:spPr>
          <p:txBody>
            <a:bodyPr rtlCol="0" anchor="ctr"/>
            <a:lstStyle/>
            <a:p>
              <a:endParaRPr lang="en-US"/>
            </a:p>
          </p:txBody>
        </p:sp>
        <p:sp>
          <p:nvSpPr>
            <p:cNvPr id="23" name="Freeform: Shape 1073"/>
            <p:cNvSpPr/>
            <p:nvPr/>
          </p:nvSpPr>
          <p:spPr>
            <a:xfrm>
              <a:off x="7860458" y="6804422"/>
              <a:ext cx="52736" cy="319335"/>
            </a:xfrm>
            <a:custGeom>
              <a:avLst/>
              <a:gdLst>
                <a:gd name="connsiteX0" fmla="*/ 20303 w 52736"/>
                <a:gd name="connsiteY0" fmla="*/ 5125 h 319335"/>
                <a:gd name="connsiteX1" fmla="*/ 843 w 52736"/>
                <a:gd name="connsiteY1" fmla="*/ 309605 h 319335"/>
                <a:gd name="connsiteX2" fmla="*/ 0 w 52736"/>
                <a:gd name="connsiteY2" fmla="*/ 319335 h 319335"/>
                <a:gd name="connsiteX3" fmla="*/ 32465 w 52736"/>
                <a:gd name="connsiteY3" fmla="*/ 319335 h 319335"/>
                <a:gd name="connsiteX4" fmla="*/ 52736 w 52736"/>
                <a:gd name="connsiteY4" fmla="*/ 5125 h 319335"/>
                <a:gd name="connsiteX5" fmla="*/ 52736 w 52736"/>
                <a:gd name="connsiteY5" fmla="*/ 0 h 319335"/>
                <a:gd name="connsiteX6" fmla="*/ 20303 w 52736"/>
                <a:gd name="connsiteY6" fmla="*/ 0 h 319335"/>
                <a:gd name="connsiteX7" fmla="*/ 20303 w 52736"/>
                <a:gd name="connsiteY7" fmla="*/ 5125 h 31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36" h="319335">
                  <a:moveTo>
                    <a:pt x="20303" y="5125"/>
                  </a:moveTo>
                  <a:cubicBezTo>
                    <a:pt x="20303" y="82640"/>
                    <a:pt x="4735" y="265464"/>
                    <a:pt x="843" y="309605"/>
                  </a:cubicBezTo>
                  <a:cubicBezTo>
                    <a:pt x="325" y="315638"/>
                    <a:pt x="32" y="319075"/>
                    <a:pt x="0" y="319335"/>
                  </a:cubicBezTo>
                  <a:lnTo>
                    <a:pt x="32465" y="319335"/>
                  </a:lnTo>
                  <a:cubicBezTo>
                    <a:pt x="33309" y="310351"/>
                    <a:pt x="52736" y="94640"/>
                    <a:pt x="52736" y="5125"/>
                  </a:cubicBezTo>
                  <a:lnTo>
                    <a:pt x="52736" y="0"/>
                  </a:lnTo>
                  <a:lnTo>
                    <a:pt x="20303" y="0"/>
                  </a:lnTo>
                  <a:lnTo>
                    <a:pt x="20303" y="5125"/>
                  </a:lnTo>
                  <a:close/>
                </a:path>
              </a:pathLst>
            </a:custGeom>
            <a:solidFill>
              <a:schemeClr val="tx2"/>
            </a:solidFill>
            <a:ln w="3243" cap="flat">
              <a:noFill/>
              <a:prstDash val="solid"/>
              <a:miter/>
            </a:ln>
          </p:spPr>
          <p:txBody>
            <a:bodyPr rtlCol="0" anchor="ctr"/>
            <a:lstStyle/>
            <a:p>
              <a:endParaRPr lang="en-US" dirty="0"/>
            </a:p>
          </p:txBody>
        </p:sp>
        <p:sp>
          <p:nvSpPr>
            <p:cNvPr id="24" name="Freeform: Shape 1074"/>
            <p:cNvSpPr/>
            <p:nvPr/>
          </p:nvSpPr>
          <p:spPr>
            <a:xfrm>
              <a:off x="7880762" y="6689804"/>
              <a:ext cx="32432" cy="25070"/>
            </a:xfrm>
            <a:custGeom>
              <a:avLst/>
              <a:gdLst>
                <a:gd name="connsiteX0" fmla="*/ 0 w 32432"/>
                <a:gd name="connsiteY0" fmla="*/ 0 h 25070"/>
                <a:gd name="connsiteX1" fmla="*/ 32433 w 32432"/>
                <a:gd name="connsiteY1" fmla="*/ 0 h 25070"/>
                <a:gd name="connsiteX2" fmla="*/ 32433 w 32432"/>
                <a:gd name="connsiteY2" fmla="*/ 25071 h 25070"/>
                <a:gd name="connsiteX3" fmla="*/ 0 w 32432"/>
                <a:gd name="connsiteY3" fmla="*/ 25071 h 25070"/>
              </a:gdLst>
              <a:ahLst/>
              <a:cxnLst>
                <a:cxn ang="0">
                  <a:pos x="connsiteX0" y="connsiteY0"/>
                </a:cxn>
                <a:cxn ang="0">
                  <a:pos x="connsiteX1" y="connsiteY1"/>
                </a:cxn>
                <a:cxn ang="0">
                  <a:pos x="connsiteX2" y="connsiteY2"/>
                </a:cxn>
                <a:cxn ang="0">
                  <a:pos x="connsiteX3" y="connsiteY3"/>
                </a:cxn>
              </a:cxnLst>
              <a:rect l="l" t="t" r="r" b="b"/>
              <a:pathLst>
                <a:path w="32432" h="25070">
                  <a:moveTo>
                    <a:pt x="0" y="0"/>
                  </a:moveTo>
                  <a:lnTo>
                    <a:pt x="32433" y="0"/>
                  </a:lnTo>
                  <a:lnTo>
                    <a:pt x="32433" y="25071"/>
                  </a:lnTo>
                  <a:lnTo>
                    <a:pt x="0" y="25071"/>
                  </a:lnTo>
                  <a:close/>
                </a:path>
              </a:pathLst>
            </a:custGeom>
            <a:grpFill/>
            <a:ln w="3243" cap="flat">
              <a:noFill/>
              <a:prstDash val="solid"/>
              <a:miter/>
            </a:ln>
          </p:spPr>
          <p:txBody>
            <a:bodyPr rtlCol="0" anchor="ctr"/>
            <a:lstStyle/>
            <a:p>
              <a:endParaRPr lang="en-US"/>
            </a:p>
          </p:txBody>
        </p:sp>
      </p:grpSp>
      <p:grpSp>
        <p:nvGrpSpPr>
          <p:cNvPr id="25" name="Group 101"/>
          <p:cNvGrpSpPr/>
          <p:nvPr/>
        </p:nvGrpSpPr>
        <p:grpSpPr>
          <a:xfrm>
            <a:off x="3906566" y="1444675"/>
            <a:ext cx="617602" cy="629003"/>
            <a:chOff x="3114074" y="6497834"/>
            <a:chExt cx="617602" cy="629003"/>
          </a:xfrm>
          <a:solidFill>
            <a:schemeClr val="tx1"/>
          </a:solidFill>
        </p:grpSpPr>
        <p:sp>
          <p:nvSpPr>
            <p:cNvPr id="26" name="Freeform: Shape 800"/>
            <p:cNvSpPr/>
            <p:nvPr/>
          </p:nvSpPr>
          <p:spPr>
            <a:xfrm>
              <a:off x="3114074" y="6497834"/>
              <a:ext cx="579527" cy="628972"/>
            </a:xfrm>
            <a:custGeom>
              <a:avLst/>
              <a:gdLst>
                <a:gd name="connsiteX0" fmla="*/ 576252 w 579527"/>
                <a:gd name="connsiteY0" fmla="*/ 32 h 628972"/>
                <a:gd name="connsiteX1" fmla="*/ 322334 w 579527"/>
                <a:gd name="connsiteY1" fmla="*/ 27795 h 628972"/>
                <a:gd name="connsiteX2" fmla="*/ 275047 w 579527"/>
                <a:gd name="connsiteY2" fmla="*/ 584 h 628972"/>
                <a:gd name="connsiteX3" fmla="*/ 220300 w 579527"/>
                <a:gd name="connsiteY3" fmla="*/ 55330 h 628972"/>
                <a:gd name="connsiteX4" fmla="*/ 220300 w 579527"/>
                <a:gd name="connsiteY4" fmla="*/ 75277 h 628972"/>
                <a:gd name="connsiteX5" fmla="*/ 251922 w 579527"/>
                <a:gd name="connsiteY5" fmla="*/ 124834 h 628972"/>
                <a:gd name="connsiteX6" fmla="*/ 205576 w 579527"/>
                <a:gd name="connsiteY6" fmla="*/ 134110 h 628972"/>
                <a:gd name="connsiteX7" fmla="*/ 158515 w 579527"/>
                <a:gd name="connsiteY7" fmla="*/ 172641 h 628972"/>
                <a:gd name="connsiteX8" fmla="*/ 81001 w 579527"/>
                <a:gd name="connsiteY8" fmla="*/ 353389 h 628972"/>
                <a:gd name="connsiteX9" fmla="*/ 42308 w 579527"/>
                <a:gd name="connsiteY9" fmla="*/ 343011 h 628972"/>
                <a:gd name="connsiteX10" fmla="*/ 23465 w 579527"/>
                <a:gd name="connsiteY10" fmla="*/ 345476 h 628972"/>
                <a:gd name="connsiteX11" fmla="*/ 11886 w 579527"/>
                <a:gd name="connsiteY11" fmla="*/ 360557 h 628972"/>
                <a:gd name="connsiteX12" fmla="*/ 6729 w 579527"/>
                <a:gd name="connsiteY12" fmla="*/ 379822 h 628972"/>
                <a:gd name="connsiteX13" fmla="*/ 9226 w 579527"/>
                <a:gd name="connsiteY13" fmla="*/ 398666 h 628972"/>
                <a:gd name="connsiteX14" fmla="*/ 11335 w 579527"/>
                <a:gd name="connsiteY14" fmla="*/ 401715 h 628972"/>
                <a:gd name="connsiteX15" fmla="*/ 11205 w 579527"/>
                <a:gd name="connsiteY15" fmla="*/ 401715 h 628972"/>
                <a:gd name="connsiteX16" fmla="*/ 859 w 579527"/>
                <a:gd name="connsiteY16" fmla="*/ 440245 h 628972"/>
                <a:gd name="connsiteX17" fmla="*/ 3356 w 579527"/>
                <a:gd name="connsiteY17" fmla="*/ 459088 h 628972"/>
                <a:gd name="connsiteX18" fmla="*/ 18438 w 579527"/>
                <a:gd name="connsiteY18" fmla="*/ 470667 h 628972"/>
                <a:gd name="connsiteX19" fmla="*/ 95563 w 579527"/>
                <a:gd name="connsiteY19" fmla="*/ 491327 h 628972"/>
                <a:gd name="connsiteX20" fmla="*/ 101985 w 579527"/>
                <a:gd name="connsiteY20" fmla="*/ 492170 h 628972"/>
                <a:gd name="connsiteX21" fmla="*/ 125985 w 579527"/>
                <a:gd name="connsiteY21" fmla="*/ 473781 h 628972"/>
                <a:gd name="connsiteX22" fmla="*/ 136331 w 579527"/>
                <a:gd name="connsiteY22" fmla="*/ 435218 h 628972"/>
                <a:gd name="connsiteX23" fmla="*/ 136234 w 579527"/>
                <a:gd name="connsiteY23" fmla="*/ 435218 h 628972"/>
                <a:gd name="connsiteX24" fmla="*/ 139575 w 579527"/>
                <a:gd name="connsiteY24" fmla="*/ 433596 h 628972"/>
                <a:gd name="connsiteX25" fmla="*/ 151121 w 579527"/>
                <a:gd name="connsiteY25" fmla="*/ 418515 h 628972"/>
                <a:gd name="connsiteX26" fmla="*/ 156278 w 579527"/>
                <a:gd name="connsiteY26" fmla="*/ 399250 h 628972"/>
                <a:gd name="connsiteX27" fmla="*/ 153813 w 579527"/>
                <a:gd name="connsiteY27" fmla="*/ 380406 h 628972"/>
                <a:gd name="connsiteX28" fmla="*/ 138731 w 579527"/>
                <a:gd name="connsiteY28" fmla="*/ 368828 h 628972"/>
                <a:gd name="connsiteX29" fmla="*/ 132504 w 579527"/>
                <a:gd name="connsiteY29" fmla="*/ 367141 h 628972"/>
                <a:gd name="connsiteX30" fmla="*/ 201943 w 579527"/>
                <a:gd name="connsiteY30" fmla="*/ 214252 h 628972"/>
                <a:gd name="connsiteX31" fmla="*/ 210279 w 579527"/>
                <a:gd name="connsiteY31" fmla="*/ 314405 h 628972"/>
                <a:gd name="connsiteX32" fmla="*/ 139250 w 579527"/>
                <a:gd name="connsiteY32" fmla="*/ 628972 h 628972"/>
                <a:gd name="connsiteX33" fmla="*/ 198830 w 579527"/>
                <a:gd name="connsiteY33" fmla="*/ 628972 h 628972"/>
                <a:gd name="connsiteX34" fmla="*/ 270215 w 579527"/>
                <a:gd name="connsiteY34" fmla="*/ 397012 h 628972"/>
                <a:gd name="connsiteX35" fmla="*/ 270215 w 579527"/>
                <a:gd name="connsiteY35" fmla="*/ 628972 h 628972"/>
                <a:gd name="connsiteX36" fmla="*/ 308583 w 579527"/>
                <a:gd name="connsiteY36" fmla="*/ 628972 h 628972"/>
                <a:gd name="connsiteX37" fmla="*/ 308907 w 579527"/>
                <a:gd name="connsiteY37" fmla="*/ 619242 h 628972"/>
                <a:gd name="connsiteX38" fmla="*/ 279945 w 579527"/>
                <a:gd name="connsiteY38" fmla="*/ 619242 h 628972"/>
                <a:gd name="connsiteX39" fmla="*/ 279945 w 579527"/>
                <a:gd name="connsiteY39" fmla="*/ 332308 h 628972"/>
                <a:gd name="connsiteX40" fmla="*/ 191630 w 579527"/>
                <a:gd name="connsiteY40" fmla="*/ 619242 h 628972"/>
                <a:gd name="connsiteX41" fmla="*/ 151413 w 579527"/>
                <a:gd name="connsiteY41" fmla="*/ 619242 h 628972"/>
                <a:gd name="connsiteX42" fmla="*/ 220106 w 579527"/>
                <a:gd name="connsiteY42" fmla="*/ 315086 h 628972"/>
                <a:gd name="connsiteX43" fmla="*/ 210311 w 579527"/>
                <a:gd name="connsiteY43" fmla="*/ 197679 h 628972"/>
                <a:gd name="connsiteX44" fmla="*/ 199057 w 579527"/>
                <a:gd name="connsiteY44" fmla="*/ 197063 h 628972"/>
                <a:gd name="connsiteX45" fmla="*/ 122969 w 579527"/>
                <a:gd name="connsiteY45" fmla="*/ 364611 h 628972"/>
                <a:gd name="connsiteX46" fmla="*/ 90536 w 579527"/>
                <a:gd name="connsiteY46" fmla="*/ 355919 h 628972"/>
                <a:gd name="connsiteX47" fmla="*/ 167499 w 579527"/>
                <a:gd name="connsiteY47" fmla="*/ 176435 h 628972"/>
                <a:gd name="connsiteX48" fmla="*/ 207489 w 579527"/>
                <a:gd name="connsiteY48" fmla="*/ 143645 h 628972"/>
                <a:gd name="connsiteX49" fmla="*/ 275534 w 579527"/>
                <a:gd name="connsiteY49" fmla="*/ 130024 h 628972"/>
                <a:gd name="connsiteX50" fmla="*/ 320097 w 579527"/>
                <a:gd name="connsiteY50" fmla="*/ 130024 h 628972"/>
                <a:gd name="connsiteX51" fmla="*/ 358984 w 579527"/>
                <a:gd name="connsiteY51" fmla="*/ 146143 h 628972"/>
                <a:gd name="connsiteX52" fmla="*/ 395633 w 579527"/>
                <a:gd name="connsiteY52" fmla="*/ 182792 h 628972"/>
                <a:gd name="connsiteX53" fmla="*/ 468445 w 579527"/>
                <a:gd name="connsiteY53" fmla="*/ 68369 h 628972"/>
                <a:gd name="connsiteX54" fmla="*/ 579528 w 579527"/>
                <a:gd name="connsiteY54" fmla="*/ 70217 h 628972"/>
                <a:gd name="connsiteX55" fmla="*/ 576252 w 579527"/>
                <a:gd name="connsiteY55" fmla="*/ 0 h 628972"/>
                <a:gd name="connsiteX56" fmla="*/ 116547 w 579527"/>
                <a:gd name="connsiteY56" fmla="*/ 471283 h 628972"/>
                <a:gd name="connsiteX57" fmla="*/ 98060 w 579527"/>
                <a:gd name="connsiteY57" fmla="*/ 481954 h 628972"/>
                <a:gd name="connsiteX58" fmla="*/ 20935 w 579527"/>
                <a:gd name="connsiteY58" fmla="*/ 461294 h 628972"/>
                <a:gd name="connsiteX59" fmla="*/ 11756 w 579527"/>
                <a:gd name="connsiteY59" fmla="*/ 454256 h 628972"/>
                <a:gd name="connsiteX60" fmla="*/ 10232 w 579527"/>
                <a:gd name="connsiteY60" fmla="*/ 442807 h 628972"/>
                <a:gd name="connsiteX61" fmla="*/ 19443 w 579527"/>
                <a:gd name="connsiteY61" fmla="*/ 408428 h 628972"/>
                <a:gd name="connsiteX62" fmla="*/ 24243 w 579527"/>
                <a:gd name="connsiteY62" fmla="*/ 410277 h 628972"/>
                <a:gd name="connsiteX63" fmla="*/ 48470 w 579527"/>
                <a:gd name="connsiteY63" fmla="*/ 416764 h 628972"/>
                <a:gd name="connsiteX64" fmla="*/ 44578 w 579527"/>
                <a:gd name="connsiteY64" fmla="*/ 431358 h 628972"/>
                <a:gd name="connsiteX65" fmla="*/ 53984 w 579527"/>
                <a:gd name="connsiteY65" fmla="*/ 433888 h 628972"/>
                <a:gd name="connsiteX66" fmla="*/ 57876 w 579527"/>
                <a:gd name="connsiteY66" fmla="*/ 419325 h 628972"/>
                <a:gd name="connsiteX67" fmla="*/ 87033 w 579527"/>
                <a:gd name="connsiteY67" fmla="*/ 427142 h 628972"/>
                <a:gd name="connsiteX68" fmla="*/ 83141 w 579527"/>
                <a:gd name="connsiteY68" fmla="*/ 441737 h 628972"/>
                <a:gd name="connsiteX69" fmla="*/ 92547 w 579527"/>
                <a:gd name="connsiteY69" fmla="*/ 444267 h 628972"/>
                <a:gd name="connsiteX70" fmla="*/ 96439 w 579527"/>
                <a:gd name="connsiteY70" fmla="*/ 429672 h 628972"/>
                <a:gd name="connsiteX71" fmla="*/ 120666 w 579527"/>
                <a:gd name="connsiteY71" fmla="*/ 436158 h 628972"/>
                <a:gd name="connsiteX72" fmla="*/ 125758 w 579527"/>
                <a:gd name="connsiteY72" fmla="*/ 436937 h 628972"/>
                <a:gd name="connsiteX73" fmla="*/ 116547 w 579527"/>
                <a:gd name="connsiteY73" fmla="*/ 471348 h 628972"/>
                <a:gd name="connsiteX74" fmla="*/ 145348 w 579527"/>
                <a:gd name="connsiteY74" fmla="*/ 385303 h 628972"/>
                <a:gd name="connsiteX75" fmla="*/ 146840 w 579527"/>
                <a:gd name="connsiteY75" fmla="*/ 396752 h 628972"/>
                <a:gd name="connsiteX76" fmla="*/ 141683 w 579527"/>
                <a:gd name="connsiteY76" fmla="*/ 416018 h 628972"/>
                <a:gd name="connsiteX77" fmla="*/ 141683 w 579527"/>
                <a:gd name="connsiteY77" fmla="*/ 416018 h 628972"/>
                <a:gd name="connsiteX78" fmla="*/ 134645 w 579527"/>
                <a:gd name="connsiteY78" fmla="*/ 425196 h 628972"/>
                <a:gd name="connsiteX79" fmla="*/ 123196 w 579527"/>
                <a:gd name="connsiteY79" fmla="*/ 426688 h 628972"/>
                <a:gd name="connsiteX80" fmla="*/ 26805 w 579527"/>
                <a:gd name="connsiteY80" fmla="*/ 400871 h 628972"/>
                <a:gd name="connsiteX81" fmla="*/ 17627 w 579527"/>
                <a:gd name="connsiteY81" fmla="*/ 393833 h 628972"/>
                <a:gd name="connsiteX82" fmla="*/ 16102 w 579527"/>
                <a:gd name="connsiteY82" fmla="*/ 382384 h 628972"/>
                <a:gd name="connsiteX83" fmla="*/ 21259 w 579527"/>
                <a:gd name="connsiteY83" fmla="*/ 363119 h 628972"/>
                <a:gd name="connsiteX84" fmla="*/ 28297 w 579527"/>
                <a:gd name="connsiteY84" fmla="*/ 353973 h 628972"/>
                <a:gd name="connsiteX85" fmla="*/ 35822 w 579527"/>
                <a:gd name="connsiteY85" fmla="*/ 351930 h 628972"/>
                <a:gd name="connsiteX86" fmla="*/ 39746 w 579527"/>
                <a:gd name="connsiteY86" fmla="*/ 352449 h 628972"/>
                <a:gd name="connsiteX87" fmla="*/ 136137 w 579527"/>
                <a:gd name="connsiteY87" fmla="*/ 378266 h 628972"/>
                <a:gd name="connsiteX88" fmla="*/ 145315 w 579527"/>
                <a:gd name="connsiteY88" fmla="*/ 385303 h 628972"/>
                <a:gd name="connsiteX89" fmla="*/ 229998 w 579527"/>
                <a:gd name="connsiteY89" fmla="*/ 75309 h 628972"/>
                <a:gd name="connsiteX90" fmla="*/ 229998 w 579527"/>
                <a:gd name="connsiteY90" fmla="*/ 55363 h 628972"/>
                <a:gd name="connsiteX91" fmla="*/ 275015 w 579527"/>
                <a:gd name="connsiteY91" fmla="*/ 10346 h 628972"/>
                <a:gd name="connsiteX92" fmla="*/ 315394 w 579527"/>
                <a:gd name="connsiteY92" fmla="*/ 35449 h 628972"/>
                <a:gd name="connsiteX93" fmla="*/ 316529 w 579527"/>
                <a:gd name="connsiteY93" fmla="*/ 38044 h 628972"/>
                <a:gd name="connsiteX94" fmla="*/ 317145 w 579527"/>
                <a:gd name="connsiteY94" fmla="*/ 39503 h 628972"/>
                <a:gd name="connsiteX95" fmla="*/ 317988 w 579527"/>
                <a:gd name="connsiteY95" fmla="*/ 42065 h 628972"/>
                <a:gd name="connsiteX96" fmla="*/ 318507 w 579527"/>
                <a:gd name="connsiteY96" fmla="*/ 43655 h 628972"/>
                <a:gd name="connsiteX97" fmla="*/ 319934 w 579527"/>
                <a:gd name="connsiteY97" fmla="*/ 52347 h 628972"/>
                <a:gd name="connsiteX98" fmla="*/ 319837 w 579527"/>
                <a:gd name="connsiteY98" fmla="*/ 61104 h 628972"/>
                <a:gd name="connsiteX99" fmla="*/ 319837 w 579527"/>
                <a:gd name="connsiteY99" fmla="*/ 65936 h 628972"/>
                <a:gd name="connsiteX100" fmla="*/ 319837 w 579527"/>
                <a:gd name="connsiteY100" fmla="*/ 65936 h 628972"/>
                <a:gd name="connsiteX101" fmla="*/ 319967 w 579527"/>
                <a:gd name="connsiteY101" fmla="*/ 78520 h 628972"/>
                <a:gd name="connsiteX102" fmla="*/ 316075 w 579527"/>
                <a:gd name="connsiteY102" fmla="*/ 93861 h 628972"/>
                <a:gd name="connsiteX103" fmla="*/ 275015 w 579527"/>
                <a:gd name="connsiteY103" fmla="*/ 120391 h 628972"/>
                <a:gd name="connsiteX104" fmla="*/ 229998 w 579527"/>
                <a:gd name="connsiteY104" fmla="*/ 75374 h 628972"/>
                <a:gd name="connsiteX105" fmla="*/ 393946 w 579527"/>
                <a:gd name="connsiteY105" fmla="*/ 167386 h 628972"/>
                <a:gd name="connsiteX106" fmla="*/ 365859 w 579527"/>
                <a:gd name="connsiteY106" fmla="*/ 139299 h 628972"/>
                <a:gd name="connsiteX107" fmla="*/ 320097 w 579527"/>
                <a:gd name="connsiteY107" fmla="*/ 120326 h 628972"/>
                <a:gd name="connsiteX108" fmla="*/ 306085 w 579527"/>
                <a:gd name="connsiteY108" fmla="*/ 120326 h 628972"/>
                <a:gd name="connsiteX109" fmla="*/ 325091 w 579527"/>
                <a:gd name="connsiteY109" fmla="*/ 97526 h 628972"/>
                <a:gd name="connsiteX110" fmla="*/ 329697 w 579527"/>
                <a:gd name="connsiteY110" fmla="*/ 78001 h 628972"/>
                <a:gd name="connsiteX111" fmla="*/ 329599 w 579527"/>
                <a:gd name="connsiteY111" fmla="*/ 66033 h 628972"/>
                <a:gd name="connsiteX112" fmla="*/ 457061 w 579527"/>
                <a:gd name="connsiteY112" fmla="*/ 68174 h 628972"/>
                <a:gd name="connsiteX113" fmla="*/ 393946 w 579527"/>
                <a:gd name="connsiteY113" fmla="*/ 167322 h 628972"/>
                <a:gd name="connsiteX114" fmla="*/ 329664 w 579527"/>
                <a:gd name="connsiteY114" fmla="*/ 56369 h 628972"/>
                <a:gd name="connsiteX115" fmla="*/ 329697 w 579527"/>
                <a:gd name="connsiteY115" fmla="*/ 52282 h 628972"/>
                <a:gd name="connsiteX116" fmla="*/ 329697 w 579527"/>
                <a:gd name="connsiteY116" fmla="*/ 52087 h 628972"/>
                <a:gd name="connsiteX117" fmla="*/ 329697 w 579527"/>
                <a:gd name="connsiteY117" fmla="*/ 51893 h 628972"/>
                <a:gd name="connsiteX118" fmla="*/ 329599 w 579527"/>
                <a:gd name="connsiteY118" fmla="*/ 50952 h 628972"/>
                <a:gd name="connsiteX119" fmla="*/ 329178 w 579527"/>
                <a:gd name="connsiteY119" fmla="*/ 47255 h 628972"/>
                <a:gd name="connsiteX120" fmla="*/ 328918 w 579527"/>
                <a:gd name="connsiteY120" fmla="*/ 45698 h 628972"/>
                <a:gd name="connsiteX121" fmla="*/ 328172 w 579527"/>
                <a:gd name="connsiteY121" fmla="*/ 42130 h 628972"/>
                <a:gd name="connsiteX122" fmla="*/ 327913 w 579527"/>
                <a:gd name="connsiteY122" fmla="*/ 41092 h 628972"/>
                <a:gd name="connsiteX123" fmla="*/ 326680 w 579527"/>
                <a:gd name="connsiteY123" fmla="*/ 37038 h 628972"/>
                <a:gd name="connsiteX124" fmla="*/ 567009 w 579527"/>
                <a:gd name="connsiteY124" fmla="*/ 10768 h 628972"/>
                <a:gd name="connsiteX125" fmla="*/ 569311 w 579527"/>
                <a:gd name="connsiteY125" fmla="*/ 60293 h 628972"/>
                <a:gd name="connsiteX126" fmla="*/ 329632 w 579527"/>
                <a:gd name="connsiteY126" fmla="*/ 56271 h 628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79527" h="628972">
                  <a:moveTo>
                    <a:pt x="576252" y="32"/>
                  </a:moveTo>
                  <a:lnTo>
                    <a:pt x="322334" y="27795"/>
                  </a:lnTo>
                  <a:cubicBezTo>
                    <a:pt x="312799" y="11481"/>
                    <a:pt x="295091" y="584"/>
                    <a:pt x="275047" y="584"/>
                  </a:cubicBezTo>
                  <a:cubicBezTo>
                    <a:pt x="244852" y="584"/>
                    <a:pt x="220300" y="25136"/>
                    <a:pt x="220300" y="55330"/>
                  </a:cubicBezTo>
                  <a:lnTo>
                    <a:pt x="220300" y="75277"/>
                  </a:lnTo>
                  <a:cubicBezTo>
                    <a:pt x="220300" y="97201"/>
                    <a:pt x="233273" y="116110"/>
                    <a:pt x="251922" y="124834"/>
                  </a:cubicBezTo>
                  <a:lnTo>
                    <a:pt x="205576" y="134110"/>
                  </a:lnTo>
                  <a:cubicBezTo>
                    <a:pt x="184397" y="138359"/>
                    <a:pt x="166818" y="152759"/>
                    <a:pt x="158515" y="172641"/>
                  </a:cubicBezTo>
                  <a:lnTo>
                    <a:pt x="81001" y="353389"/>
                  </a:lnTo>
                  <a:lnTo>
                    <a:pt x="42308" y="343011"/>
                  </a:lnTo>
                  <a:cubicBezTo>
                    <a:pt x="35919" y="341292"/>
                    <a:pt x="29205" y="342168"/>
                    <a:pt x="23465" y="345476"/>
                  </a:cubicBezTo>
                  <a:cubicBezTo>
                    <a:pt x="17724" y="348784"/>
                    <a:pt x="13605" y="354135"/>
                    <a:pt x="11886" y="360557"/>
                  </a:cubicBezTo>
                  <a:lnTo>
                    <a:pt x="6729" y="379822"/>
                  </a:lnTo>
                  <a:cubicBezTo>
                    <a:pt x="5010" y="386212"/>
                    <a:pt x="5886" y="392925"/>
                    <a:pt x="9226" y="398666"/>
                  </a:cubicBezTo>
                  <a:cubicBezTo>
                    <a:pt x="9843" y="399736"/>
                    <a:pt x="10589" y="400774"/>
                    <a:pt x="11335" y="401715"/>
                  </a:cubicBezTo>
                  <a:lnTo>
                    <a:pt x="11205" y="401715"/>
                  </a:lnTo>
                  <a:cubicBezTo>
                    <a:pt x="11205" y="401715"/>
                    <a:pt x="859" y="440245"/>
                    <a:pt x="859" y="440245"/>
                  </a:cubicBezTo>
                  <a:cubicBezTo>
                    <a:pt x="-860" y="446634"/>
                    <a:pt x="16" y="453348"/>
                    <a:pt x="3356" y="459088"/>
                  </a:cubicBezTo>
                  <a:cubicBezTo>
                    <a:pt x="6664" y="464829"/>
                    <a:pt x="12016" y="468948"/>
                    <a:pt x="18438" y="470667"/>
                  </a:cubicBezTo>
                  <a:lnTo>
                    <a:pt x="95563" y="491327"/>
                  </a:lnTo>
                  <a:cubicBezTo>
                    <a:pt x="97704" y="491910"/>
                    <a:pt x="99844" y="492170"/>
                    <a:pt x="101985" y="492170"/>
                  </a:cubicBezTo>
                  <a:cubicBezTo>
                    <a:pt x="112947" y="492170"/>
                    <a:pt x="123001" y="484840"/>
                    <a:pt x="125985" y="473781"/>
                  </a:cubicBezTo>
                  <a:lnTo>
                    <a:pt x="136331" y="435218"/>
                  </a:lnTo>
                  <a:lnTo>
                    <a:pt x="136234" y="435218"/>
                  </a:lnTo>
                  <a:cubicBezTo>
                    <a:pt x="137369" y="434731"/>
                    <a:pt x="138504" y="434212"/>
                    <a:pt x="139575" y="433596"/>
                  </a:cubicBezTo>
                  <a:cubicBezTo>
                    <a:pt x="145315" y="430288"/>
                    <a:pt x="149434" y="424937"/>
                    <a:pt x="151121" y="418515"/>
                  </a:cubicBezTo>
                  <a:lnTo>
                    <a:pt x="156278" y="399250"/>
                  </a:lnTo>
                  <a:cubicBezTo>
                    <a:pt x="157996" y="392860"/>
                    <a:pt x="157121" y="386147"/>
                    <a:pt x="153813" y="380406"/>
                  </a:cubicBezTo>
                  <a:cubicBezTo>
                    <a:pt x="150504" y="374666"/>
                    <a:pt x="145153" y="370547"/>
                    <a:pt x="138731" y="368828"/>
                  </a:cubicBezTo>
                  <a:lnTo>
                    <a:pt x="132504" y="367141"/>
                  </a:lnTo>
                  <a:lnTo>
                    <a:pt x="201943" y="214252"/>
                  </a:lnTo>
                  <a:lnTo>
                    <a:pt x="210279" y="314405"/>
                  </a:lnTo>
                  <a:lnTo>
                    <a:pt x="139250" y="628972"/>
                  </a:lnTo>
                  <a:lnTo>
                    <a:pt x="198830" y="628972"/>
                  </a:lnTo>
                  <a:lnTo>
                    <a:pt x="270215" y="397012"/>
                  </a:lnTo>
                  <a:lnTo>
                    <a:pt x="270215" y="628972"/>
                  </a:lnTo>
                  <a:lnTo>
                    <a:pt x="308583" y="628972"/>
                  </a:lnTo>
                  <a:lnTo>
                    <a:pt x="308907" y="619242"/>
                  </a:lnTo>
                  <a:lnTo>
                    <a:pt x="279945" y="619242"/>
                  </a:lnTo>
                  <a:lnTo>
                    <a:pt x="279945" y="332308"/>
                  </a:lnTo>
                  <a:lnTo>
                    <a:pt x="191630" y="619242"/>
                  </a:lnTo>
                  <a:lnTo>
                    <a:pt x="151413" y="619242"/>
                  </a:lnTo>
                  <a:lnTo>
                    <a:pt x="220106" y="315086"/>
                  </a:lnTo>
                  <a:lnTo>
                    <a:pt x="210311" y="197679"/>
                  </a:lnTo>
                  <a:lnTo>
                    <a:pt x="199057" y="197063"/>
                  </a:lnTo>
                  <a:lnTo>
                    <a:pt x="122969" y="364611"/>
                  </a:lnTo>
                  <a:lnTo>
                    <a:pt x="90536" y="355919"/>
                  </a:lnTo>
                  <a:lnTo>
                    <a:pt x="167499" y="176435"/>
                  </a:lnTo>
                  <a:cubicBezTo>
                    <a:pt x="174570" y="159505"/>
                    <a:pt x="189521" y="147245"/>
                    <a:pt x="207489" y="143645"/>
                  </a:cubicBezTo>
                  <a:lnTo>
                    <a:pt x="275534" y="130024"/>
                  </a:lnTo>
                  <a:lnTo>
                    <a:pt x="320097" y="130024"/>
                  </a:lnTo>
                  <a:cubicBezTo>
                    <a:pt x="334789" y="130024"/>
                    <a:pt x="348605" y="135732"/>
                    <a:pt x="358984" y="146143"/>
                  </a:cubicBezTo>
                  <a:lnTo>
                    <a:pt x="395633" y="182792"/>
                  </a:lnTo>
                  <a:lnTo>
                    <a:pt x="468445" y="68369"/>
                  </a:lnTo>
                  <a:lnTo>
                    <a:pt x="579528" y="70217"/>
                  </a:lnTo>
                  <a:lnTo>
                    <a:pt x="576252" y="0"/>
                  </a:lnTo>
                  <a:close/>
                  <a:moveTo>
                    <a:pt x="116547" y="471283"/>
                  </a:moveTo>
                  <a:cubicBezTo>
                    <a:pt x="114407" y="479326"/>
                    <a:pt x="106104" y="484127"/>
                    <a:pt x="98060" y="481954"/>
                  </a:cubicBezTo>
                  <a:lnTo>
                    <a:pt x="20935" y="461294"/>
                  </a:lnTo>
                  <a:cubicBezTo>
                    <a:pt x="17043" y="460256"/>
                    <a:pt x="13800" y="457759"/>
                    <a:pt x="11756" y="454256"/>
                  </a:cubicBezTo>
                  <a:cubicBezTo>
                    <a:pt x="9746" y="450753"/>
                    <a:pt x="9194" y="446699"/>
                    <a:pt x="10232" y="442807"/>
                  </a:cubicBezTo>
                  <a:lnTo>
                    <a:pt x="19443" y="408428"/>
                  </a:lnTo>
                  <a:cubicBezTo>
                    <a:pt x="20967" y="409206"/>
                    <a:pt x="22557" y="409823"/>
                    <a:pt x="24243" y="410277"/>
                  </a:cubicBezTo>
                  <a:lnTo>
                    <a:pt x="48470" y="416764"/>
                  </a:lnTo>
                  <a:lnTo>
                    <a:pt x="44578" y="431358"/>
                  </a:lnTo>
                  <a:lnTo>
                    <a:pt x="53984" y="433888"/>
                  </a:lnTo>
                  <a:lnTo>
                    <a:pt x="57876" y="419325"/>
                  </a:lnTo>
                  <a:lnTo>
                    <a:pt x="87033" y="427142"/>
                  </a:lnTo>
                  <a:lnTo>
                    <a:pt x="83141" y="441737"/>
                  </a:lnTo>
                  <a:lnTo>
                    <a:pt x="92547" y="444267"/>
                  </a:lnTo>
                  <a:lnTo>
                    <a:pt x="96439" y="429672"/>
                  </a:lnTo>
                  <a:lnTo>
                    <a:pt x="120666" y="436158"/>
                  </a:lnTo>
                  <a:cubicBezTo>
                    <a:pt x="122353" y="436612"/>
                    <a:pt x="124039" y="436839"/>
                    <a:pt x="125758" y="436937"/>
                  </a:cubicBezTo>
                  <a:lnTo>
                    <a:pt x="116547" y="471348"/>
                  </a:lnTo>
                  <a:close/>
                  <a:moveTo>
                    <a:pt x="145348" y="385303"/>
                  </a:moveTo>
                  <a:cubicBezTo>
                    <a:pt x="147359" y="388806"/>
                    <a:pt x="147910" y="392860"/>
                    <a:pt x="146840" y="396752"/>
                  </a:cubicBezTo>
                  <a:lnTo>
                    <a:pt x="141683" y="416018"/>
                  </a:lnTo>
                  <a:lnTo>
                    <a:pt x="141683" y="416018"/>
                  </a:lnTo>
                  <a:cubicBezTo>
                    <a:pt x="140645" y="419909"/>
                    <a:pt x="138148" y="423153"/>
                    <a:pt x="134645" y="425196"/>
                  </a:cubicBezTo>
                  <a:cubicBezTo>
                    <a:pt x="131142" y="427239"/>
                    <a:pt x="127088" y="427758"/>
                    <a:pt x="123196" y="426688"/>
                  </a:cubicBezTo>
                  <a:lnTo>
                    <a:pt x="26805" y="400871"/>
                  </a:lnTo>
                  <a:cubicBezTo>
                    <a:pt x="22913" y="399833"/>
                    <a:pt x="19670" y="397336"/>
                    <a:pt x="17627" y="393833"/>
                  </a:cubicBezTo>
                  <a:cubicBezTo>
                    <a:pt x="15616" y="390331"/>
                    <a:pt x="15065" y="386276"/>
                    <a:pt x="16102" y="382384"/>
                  </a:cubicBezTo>
                  <a:lnTo>
                    <a:pt x="21259" y="363119"/>
                  </a:lnTo>
                  <a:cubicBezTo>
                    <a:pt x="22297" y="359228"/>
                    <a:pt x="24794" y="355984"/>
                    <a:pt x="28297" y="353973"/>
                  </a:cubicBezTo>
                  <a:cubicBezTo>
                    <a:pt x="30632" y="352644"/>
                    <a:pt x="33194" y="351930"/>
                    <a:pt x="35822" y="351930"/>
                  </a:cubicBezTo>
                  <a:cubicBezTo>
                    <a:pt x="37119" y="351930"/>
                    <a:pt x="38449" y="352092"/>
                    <a:pt x="39746" y="352449"/>
                  </a:cubicBezTo>
                  <a:lnTo>
                    <a:pt x="136137" y="378266"/>
                  </a:lnTo>
                  <a:cubicBezTo>
                    <a:pt x="140029" y="379303"/>
                    <a:pt x="143304" y="381801"/>
                    <a:pt x="145315" y="385303"/>
                  </a:cubicBezTo>
                  <a:close/>
                  <a:moveTo>
                    <a:pt x="229998" y="75309"/>
                  </a:moveTo>
                  <a:lnTo>
                    <a:pt x="229998" y="55363"/>
                  </a:lnTo>
                  <a:cubicBezTo>
                    <a:pt x="229998" y="30519"/>
                    <a:pt x="250204" y="10346"/>
                    <a:pt x="275015" y="10346"/>
                  </a:cubicBezTo>
                  <a:cubicBezTo>
                    <a:pt x="292593" y="10346"/>
                    <a:pt x="307999" y="20530"/>
                    <a:pt x="315394" y="35449"/>
                  </a:cubicBezTo>
                  <a:cubicBezTo>
                    <a:pt x="315815" y="36292"/>
                    <a:pt x="316172" y="37168"/>
                    <a:pt x="316529" y="38044"/>
                  </a:cubicBezTo>
                  <a:cubicBezTo>
                    <a:pt x="316723" y="38530"/>
                    <a:pt x="316983" y="39017"/>
                    <a:pt x="317145" y="39503"/>
                  </a:cubicBezTo>
                  <a:cubicBezTo>
                    <a:pt x="317469" y="40346"/>
                    <a:pt x="317729" y="41190"/>
                    <a:pt x="317988" y="42065"/>
                  </a:cubicBezTo>
                  <a:cubicBezTo>
                    <a:pt x="318150" y="42584"/>
                    <a:pt x="318345" y="43103"/>
                    <a:pt x="318507" y="43655"/>
                  </a:cubicBezTo>
                  <a:cubicBezTo>
                    <a:pt x="319253" y="46476"/>
                    <a:pt x="319740" y="49395"/>
                    <a:pt x="319934" y="52347"/>
                  </a:cubicBezTo>
                  <a:cubicBezTo>
                    <a:pt x="319934" y="53190"/>
                    <a:pt x="319869" y="56790"/>
                    <a:pt x="319837" y="61104"/>
                  </a:cubicBezTo>
                  <a:lnTo>
                    <a:pt x="319837" y="65936"/>
                  </a:lnTo>
                  <a:cubicBezTo>
                    <a:pt x="319837" y="65936"/>
                    <a:pt x="319837" y="65936"/>
                    <a:pt x="319837" y="65936"/>
                  </a:cubicBezTo>
                  <a:cubicBezTo>
                    <a:pt x="319837" y="70996"/>
                    <a:pt x="319837" y="76055"/>
                    <a:pt x="319967" y="78520"/>
                  </a:cubicBezTo>
                  <a:cubicBezTo>
                    <a:pt x="320097" y="81666"/>
                    <a:pt x="317729" y="89547"/>
                    <a:pt x="316075" y="93861"/>
                  </a:cubicBezTo>
                  <a:cubicBezTo>
                    <a:pt x="308810" y="109980"/>
                    <a:pt x="292691" y="120391"/>
                    <a:pt x="275015" y="120391"/>
                  </a:cubicBezTo>
                  <a:cubicBezTo>
                    <a:pt x="250171" y="120391"/>
                    <a:pt x="229998" y="100185"/>
                    <a:pt x="229998" y="75374"/>
                  </a:cubicBezTo>
                  <a:close/>
                  <a:moveTo>
                    <a:pt x="393946" y="167386"/>
                  </a:moveTo>
                  <a:lnTo>
                    <a:pt x="365859" y="139299"/>
                  </a:lnTo>
                  <a:cubicBezTo>
                    <a:pt x="353632" y="127072"/>
                    <a:pt x="337383" y="120326"/>
                    <a:pt x="320097" y="120326"/>
                  </a:cubicBezTo>
                  <a:lnTo>
                    <a:pt x="306085" y="120326"/>
                  </a:lnTo>
                  <a:cubicBezTo>
                    <a:pt x="314194" y="114715"/>
                    <a:pt x="320842" y="106964"/>
                    <a:pt x="325091" y="97526"/>
                  </a:cubicBezTo>
                  <a:cubicBezTo>
                    <a:pt x="325902" y="95353"/>
                    <a:pt x="329989" y="84293"/>
                    <a:pt x="329697" y="78001"/>
                  </a:cubicBezTo>
                  <a:cubicBezTo>
                    <a:pt x="329599" y="75763"/>
                    <a:pt x="329567" y="70931"/>
                    <a:pt x="329599" y="66033"/>
                  </a:cubicBezTo>
                  <a:lnTo>
                    <a:pt x="457061" y="68174"/>
                  </a:lnTo>
                  <a:lnTo>
                    <a:pt x="393946" y="167322"/>
                  </a:lnTo>
                  <a:close/>
                  <a:moveTo>
                    <a:pt x="329664" y="56369"/>
                  </a:moveTo>
                  <a:cubicBezTo>
                    <a:pt x="329664" y="53968"/>
                    <a:pt x="329697" y="52347"/>
                    <a:pt x="329697" y="52282"/>
                  </a:cubicBezTo>
                  <a:lnTo>
                    <a:pt x="329697" y="52087"/>
                  </a:lnTo>
                  <a:cubicBezTo>
                    <a:pt x="329697" y="52087"/>
                    <a:pt x="329697" y="51893"/>
                    <a:pt x="329697" y="51893"/>
                  </a:cubicBezTo>
                  <a:cubicBezTo>
                    <a:pt x="329697" y="51568"/>
                    <a:pt x="329632" y="51276"/>
                    <a:pt x="329599" y="50952"/>
                  </a:cubicBezTo>
                  <a:cubicBezTo>
                    <a:pt x="329502" y="49720"/>
                    <a:pt x="329372" y="48487"/>
                    <a:pt x="329178" y="47255"/>
                  </a:cubicBezTo>
                  <a:cubicBezTo>
                    <a:pt x="329113" y="46736"/>
                    <a:pt x="329016" y="46217"/>
                    <a:pt x="328918" y="45698"/>
                  </a:cubicBezTo>
                  <a:cubicBezTo>
                    <a:pt x="328724" y="44498"/>
                    <a:pt x="328464" y="43330"/>
                    <a:pt x="328172" y="42130"/>
                  </a:cubicBezTo>
                  <a:cubicBezTo>
                    <a:pt x="328075" y="41774"/>
                    <a:pt x="328010" y="41449"/>
                    <a:pt x="327913" y="41092"/>
                  </a:cubicBezTo>
                  <a:cubicBezTo>
                    <a:pt x="327556" y="39730"/>
                    <a:pt x="327134" y="38368"/>
                    <a:pt x="326680" y="37038"/>
                  </a:cubicBezTo>
                  <a:lnTo>
                    <a:pt x="567009" y="10768"/>
                  </a:lnTo>
                  <a:lnTo>
                    <a:pt x="569311" y="60293"/>
                  </a:lnTo>
                  <a:lnTo>
                    <a:pt x="329632" y="56271"/>
                  </a:lnTo>
                  <a:close/>
                </a:path>
              </a:pathLst>
            </a:custGeom>
            <a:grpFill/>
            <a:ln w="3243" cap="flat">
              <a:noFill/>
              <a:prstDash val="solid"/>
              <a:miter/>
            </a:ln>
          </p:spPr>
          <p:txBody>
            <a:bodyPr rtlCol="0" anchor="ctr"/>
            <a:lstStyle/>
            <a:p>
              <a:endParaRPr lang="en-US"/>
            </a:p>
          </p:txBody>
        </p:sp>
        <p:sp>
          <p:nvSpPr>
            <p:cNvPr id="27" name="Freeform: Shape 801"/>
            <p:cNvSpPr/>
            <p:nvPr/>
          </p:nvSpPr>
          <p:spPr>
            <a:xfrm rot="21434400">
              <a:off x="3721947" y="6503322"/>
              <a:ext cx="9729" cy="59936"/>
            </a:xfrm>
            <a:custGeom>
              <a:avLst/>
              <a:gdLst>
                <a:gd name="connsiteX0" fmla="*/ 0 w 9729"/>
                <a:gd name="connsiteY0" fmla="*/ 0 h 59936"/>
                <a:gd name="connsiteX1" fmla="*/ 9730 w 9729"/>
                <a:gd name="connsiteY1" fmla="*/ 0 h 59936"/>
                <a:gd name="connsiteX2" fmla="*/ 9730 w 9729"/>
                <a:gd name="connsiteY2" fmla="*/ 59936 h 59936"/>
                <a:gd name="connsiteX3" fmla="*/ 0 w 9729"/>
                <a:gd name="connsiteY3" fmla="*/ 59936 h 59936"/>
              </a:gdLst>
              <a:ahLst/>
              <a:cxnLst>
                <a:cxn ang="0">
                  <a:pos x="connsiteX0" y="connsiteY0"/>
                </a:cxn>
                <a:cxn ang="0">
                  <a:pos x="connsiteX1" y="connsiteY1"/>
                </a:cxn>
                <a:cxn ang="0">
                  <a:pos x="connsiteX2" y="connsiteY2"/>
                </a:cxn>
                <a:cxn ang="0">
                  <a:pos x="connsiteX3" y="connsiteY3"/>
                </a:cxn>
              </a:cxnLst>
              <a:rect l="l" t="t" r="r" b="b"/>
              <a:pathLst>
                <a:path w="9729" h="59936">
                  <a:moveTo>
                    <a:pt x="0" y="0"/>
                  </a:moveTo>
                  <a:lnTo>
                    <a:pt x="9730" y="0"/>
                  </a:lnTo>
                  <a:lnTo>
                    <a:pt x="9730" y="59936"/>
                  </a:lnTo>
                  <a:lnTo>
                    <a:pt x="0" y="59936"/>
                  </a:lnTo>
                  <a:close/>
                </a:path>
              </a:pathLst>
            </a:custGeom>
            <a:grpFill/>
            <a:ln w="3243" cap="flat">
              <a:noFill/>
              <a:prstDash val="solid"/>
              <a:miter/>
            </a:ln>
          </p:spPr>
          <p:txBody>
            <a:bodyPr rtlCol="0" anchor="ctr"/>
            <a:lstStyle/>
            <a:p>
              <a:endParaRPr lang="en-US"/>
            </a:p>
          </p:txBody>
        </p:sp>
        <p:sp>
          <p:nvSpPr>
            <p:cNvPr id="28" name="Freeform: Shape 1082"/>
            <p:cNvSpPr/>
            <p:nvPr/>
          </p:nvSpPr>
          <p:spPr>
            <a:xfrm>
              <a:off x="3422625" y="6566461"/>
              <a:ext cx="211592" cy="560376"/>
            </a:xfrm>
            <a:custGeom>
              <a:avLst/>
              <a:gdLst>
                <a:gd name="connsiteX0" fmla="*/ 211593 w 211592"/>
                <a:gd name="connsiteY0" fmla="*/ 616 h 560376"/>
                <a:gd name="connsiteX1" fmla="*/ 129602 w 211592"/>
                <a:gd name="connsiteY1" fmla="*/ 158143 h 560376"/>
                <a:gd name="connsiteX2" fmla="*/ 95612 w 211592"/>
                <a:gd name="connsiteY2" fmla="*/ 182209 h 560376"/>
                <a:gd name="connsiteX3" fmla="*/ 56174 w 211592"/>
                <a:gd name="connsiteY3" fmla="*/ 169170 h 560376"/>
                <a:gd name="connsiteX4" fmla="*/ 42584 w 211592"/>
                <a:gd name="connsiteY4" fmla="*/ 155581 h 560376"/>
                <a:gd name="connsiteX5" fmla="*/ 42584 w 211592"/>
                <a:gd name="connsiteY5" fmla="*/ 246685 h 560376"/>
                <a:gd name="connsiteX6" fmla="*/ 32465 w 211592"/>
                <a:gd name="connsiteY6" fmla="*/ 560377 h 560376"/>
                <a:gd name="connsiteX7" fmla="*/ 0 w 211592"/>
                <a:gd name="connsiteY7" fmla="*/ 560377 h 560376"/>
                <a:gd name="connsiteX8" fmla="*/ 324 w 211592"/>
                <a:gd name="connsiteY8" fmla="*/ 550647 h 560376"/>
                <a:gd name="connsiteX9" fmla="*/ 10152 w 211592"/>
                <a:gd name="connsiteY9" fmla="*/ 245907 h 560376"/>
                <a:gd name="connsiteX10" fmla="*/ 10152 w 211592"/>
                <a:gd name="connsiteY10" fmla="*/ 102261 h 560376"/>
                <a:gd name="connsiteX11" fmla="*/ 36228 w 211592"/>
                <a:gd name="connsiteY11" fmla="*/ 103364 h 560376"/>
                <a:gd name="connsiteX12" fmla="*/ 79104 w 211592"/>
                <a:gd name="connsiteY12" fmla="*/ 146241 h 560376"/>
                <a:gd name="connsiteX13" fmla="*/ 90845 w 211592"/>
                <a:gd name="connsiteY13" fmla="*/ 150132 h 560376"/>
                <a:gd name="connsiteX14" fmla="*/ 100931 w 211592"/>
                <a:gd name="connsiteY14" fmla="*/ 142997 h 560376"/>
                <a:gd name="connsiteX15" fmla="*/ 175430 w 211592"/>
                <a:gd name="connsiteY15" fmla="*/ 0 h 560376"/>
                <a:gd name="connsiteX16" fmla="*/ 211593 w 211592"/>
                <a:gd name="connsiteY16" fmla="*/ 616 h 56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1592" h="560376">
                  <a:moveTo>
                    <a:pt x="211593" y="616"/>
                  </a:moveTo>
                  <a:lnTo>
                    <a:pt x="129602" y="158143"/>
                  </a:lnTo>
                  <a:cubicBezTo>
                    <a:pt x="122597" y="171311"/>
                    <a:pt x="110207" y="180035"/>
                    <a:pt x="95612" y="182209"/>
                  </a:cubicBezTo>
                  <a:cubicBezTo>
                    <a:pt x="80985" y="184382"/>
                    <a:pt x="66617" y="179614"/>
                    <a:pt x="56174" y="169170"/>
                  </a:cubicBezTo>
                  <a:lnTo>
                    <a:pt x="42584" y="155581"/>
                  </a:lnTo>
                  <a:lnTo>
                    <a:pt x="42584" y="246685"/>
                  </a:lnTo>
                  <a:cubicBezTo>
                    <a:pt x="42584" y="246685"/>
                    <a:pt x="32465" y="560377"/>
                    <a:pt x="32465" y="560377"/>
                  </a:cubicBezTo>
                  <a:lnTo>
                    <a:pt x="0" y="560377"/>
                  </a:lnTo>
                  <a:lnTo>
                    <a:pt x="324" y="550647"/>
                  </a:lnTo>
                  <a:lnTo>
                    <a:pt x="10152" y="245907"/>
                  </a:lnTo>
                  <a:lnTo>
                    <a:pt x="10152" y="102261"/>
                  </a:lnTo>
                  <a:lnTo>
                    <a:pt x="36228" y="103364"/>
                  </a:lnTo>
                  <a:lnTo>
                    <a:pt x="79104" y="146241"/>
                  </a:lnTo>
                  <a:cubicBezTo>
                    <a:pt x="82217" y="149354"/>
                    <a:pt x="86499" y="150781"/>
                    <a:pt x="90845" y="150132"/>
                  </a:cubicBezTo>
                  <a:cubicBezTo>
                    <a:pt x="95191" y="149484"/>
                    <a:pt x="98856" y="146889"/>
                    <a:pt x="100931" y="142997"/>
                  </a:cubicBezTo>
                  <a:lnTo>
                    <a:pt x="175430" y="0"/>
                  </a:lnTo>
                  <a:lnTo>
                    <a:pt x="211593" y="616"/>
                  </a:lnTo>
                  <a:close/>
                </a:path>
              </a:pathLst>
            </a:custGeom>
            <a:solidFill>
              <a:schemeClr val="tx2"/>
            </a:solidFill>
            <a:ln w="3243" cap="flat">
              <a:noFill/>
              <a:prstDash val="solid"/>
              <a:miter/>
            </a:ln>
          </p:spPr>
          <p:txBody>
            <a:bodyPr rtlCol="0" anchor="ctr"/>
            <a:lstStyle/>
            <a:p>
              <a:endParaRPr lang="en-US"/>
            </a:p>
          </p:txBody>
        </p:sp>
      </p:grpSp>
      <p:grpSp>
        <p:nvGrpSpPr>
          <p:cNvPr id="29" name="Group 126"/>
          <p:cNvGrpSpPr/>
          <p:nvPr/>
        </p:nvGrpSpPr>
        <p:grpSpPr>
          <a:xfrm>
            <a:off x="6447897" y="1439178"/>
            <a:ext cx="630465" cy="628218"/>
            <a:chOff x="9717505" y="6469552"/>
            <a:chExt cx="682421" cy="679989"/>
          </a:xfrm>
          <a:solidFill>
            <a:schemeClr val="tx1"/>
          </a:solidFill>
        </p:grpSpPr>
        <p:sp>
          <p:nvSpPr>
            <p:cNvPr id="30" name="Freeform: Shape 994"/>
            <p:cNvSpPr/>
            <p:nvPr/>
          </p:nvSpPr>
          <p:spPr>
            <a:xfrm>
              <a:off x="9717505" y="6469552"/>
              <a:ext cx="651059" cy="679989"/>
            </a:xfrm>
            <a:custGeom>
              <a:avLst/>
              <a:gdLst>
                <a:gd name="connsiteX0" fmla="*/ 528657 w 651059"/>
                <a:gd name="connsiteY0" fmla="*/ 344860 h 679989"/>
                <a:gd name="connsiteX1" fmla="*/ 650994 w 651059"/>
                <a:gd name="connsiteY1" fmla="*/ 344860 h 679989"/>
                <a:gd name="connsiteX2" fmla="*/ 651059 w 651059"/>
                <a:gd name="connsiteY2" fmla="*/ 339995 h 679989"/>
                <a:gd name="connsiteX3" fmla="*/ 650994 w 651059"/>
                <a:gd name="connsiteY3" fmla="*/ 335130 h 679989"/>
                <a:gd name="connsiteX4" fmla="*/ 528560 w 651059"/>
                <a:gd name="connsiteY4" fmla="*/ 335130 h 679989"/>
                <a:gd name="connsiteX5" fmla="*/ 499760 w 651059"/>
                <a:gd name="connsiteY5" fmla="*/ 161062 h 679989"/>
                <a:gd name="connsiteX6" fmla="*/ 593750 w 651059"/>
                <a:gd name="connsiteY6" fmla="*/ 161062 h 679989"/>
                <a:gd name="connsiteX7" fmla="*/ 586518 w 651059"/>
                <a:gd name="connsiteY7" fmla="*/ 151332 h 679989"/>
                <a:gd name="connsiteX8" fmla="*/ 496289 w 651059"/>
                <a:gd name="connsiteY8" fmla="*/ 151332 h 679989"/>
                <a:gd name="connsiteX9" fmla="*/ 474235 w 651059"/>
                <a:gd name="connsiteY9" fmla="*/ 102229 h 679989"/>
                <a:gd name="connsiteX10" fmla="*/ 433693 w 651059"/>
                <a:gd name="connsiteY10" fmla="*/ 45114 h 679989"/>
                <a:gd name="connsiteX11" fmla="*/ 342427 w 651059"/>
                <a:gd name="connsiteY11" fmla="*/ 65 h 679989"/>
                <a:gd name="connsiteX12" fmla="*/ 339995 w 651059"/>
                <a:gd name="connsiteY12" fmla="*/ 0 h 679989"/>
                <a:gd name="connsiteX13" fmla="*/ 0 w 651059"/>
                <a:gd name="connsiteY13" fmla="*/ 339995 h 679989"/>
                <a:gd name="connsiteX14" fmla="*/ 281291 w 651059"/>
                <a:gd name="connsiteY14" fmla="*/ 679244 h 679989"/>
                <a:gd name="connsiteX15" fmla="*/ 281291 w 651059"/>
                <a:gd name="connsiteY15" fmla="*/ 679990 h 679989"/>
                <a:gd name="connsiteX16" fmla="*/ 398666 w 651059"/>
                <a:gd name="connsiteY16" fmla="*/ 679990 h 679989"/>
                <a:gd name="connsiteX17" fmla="*/ 398666 w 651059"/>
                <a:gd name="connsiteY17" fmla="*/ 679535 h 679989"/>
                <a:gd name="connsiteX18" fmla="*/ 398925 w 651059"/>
                <a:gd name="connsiteY18" fmla="*/ 675416 h 679989"/>
                <a:gd name="connsiteX19" fmla="*/ 399023 w 651059"/>
                <a:gd name="connsiteY19" fmla="*/ 673373 h 679989"/>
                <a:gd name="connsiteX20" fmla="*/ 441802 w 651059"/>
                <a:gd name="connsiteY20" fmla="*/ 636270 h 679989"/>
                <a:gd name="connsiteX21" fmla="*/ 441834 w 651059"/>
                <a:gd name="connsiteY21" fmla="*/ 636270 h 679989"/>
                <a:gd name="connsiteX22" fmla="*/ 482505 w 651059"/>
                <a:gd name="connsiteY22" fmla="*/ 571891 h 679989"/>
                <a:gd name="connsiteX23" fmla="*/ 491359 w 651059"/>
                <a:gd name="connsiteY23" fmla="*/ 571891 h 679989"/>
                <a:gd name="connsiteX24" fmla="*/ 517824 w 651059"/>
                <a:gd name="connsiteY24" fmla="*/ 545393 h 679989"/>
                <a:gd name="connsiteX25" fmla="*/ 517824 w 651059"/>
                <a:gd name="connsiteY25" fmla="*/ 528657 h 679989"/>
                <a:gd name="connsiteX26" fmla="*/ 587912 w 651059"/>
                <a:gd name="connsiteY26" fmla="*/ 528657 h 679989"/>
                <a:gd name="connsiteX27" fmla="*/ 594918 w 651059"/>
                <a:gd name="connsiteY27" fmla="*/ 518927 h 679989"/>
                <a:gd name="connsiteX28" fmla="*/ 517824 w 651059"/>
                <a:gd name="connsiteY28" fmla="*/ 518927 h 679989"/>
                <a:gd name="connsiteX29" fmla="*/ 517824 w 651059"/>
                <a:gd name="connsiteY29" fmla="*/ 502160 h 679989"/>
                <a:gd name="connsiteX30" fmla="*/ 517436 w 651059"/>
                <a:gd name="connsiteY30" fmla="*/ 502160 h 679989"/>
                <a:gd name="connsiteX31" fmla="*/ 528657 w 651059"/>
                <a:gd name="connsiteY31" fmla="*/ 480527 h 679989"/>
                <a:gd name="connsiteX32" fmla="*/ 528657 w 651059"/>
                <a:gd name="connsiteY32" fmla="*/ 458926 h 679989"/>
                <a:gd name="connsiteX33" fmla="*/ 521360 w 651059"/>
                <a:gd name="connsiteY33" fmla="*/ 440667 h 679989"/>
                <a:gd name="connsiteX34" fmla="*/ 528657 w 651059"/>
                <a:gd name="connsiteY34" fmla="*/ 345249 h 679989"/>
                <a:gd name="connsiteX35" fmla="*/ 528657 w 651059"/>
                <a:gd name="connsiteY35" fmla="*/ 344860 h 679989"/>
                <a:gd name="connsiteX36" fmla="*/ 518830 w 651059"/>
                <a:gd name="connsiteY36" fmla="*/ 335130 h 679989"/>
                <a:gd name="connsiteX37" fmla="*/ 452958 w 651059"/>
                <a:gd name="connsiteY37" fmla="*/ 335130 h 679989"/>
                <a:gd name="connsiteX38" fmla="*/ 452958 w 651059"/>
                <a:gd name="connsiteY38" fmla="*/ 252620 h 679989"/>
                <a:gd name="connsiteX39" fmla="*/ 396914 w 651059"/>
                <a:gd name="connsiteY39" fmla="*/ 184252 h 679989"/>
                <a:gd name="connsiteX40" fmla="*/ 362081 w 651059"/>
                <a:gd name="connsiteY40" fmla="*/ 177279 h 679989"/>
                <a:gd name="connsiteX41" fmla="*/ 362081 w 651059"/>
                <a:gd name="connsiteY41" fmla="*/ 177279 h 679989"/>
                <a:gd name="connsiteX42" fmla="*/ 380049 w 651059"/>
                <a:gd name="connsiteY42" fmla="*/ 161062 h 679989"/>
                <a:gd name="connsiteX43" fmla="*/ 489478 w 651059"/>
                <a:gd name="connsiteY43" fmla="*/ 161062 h 679989"/>
                <a:gd name="connsiteX44" fmla="*/ 518830 w 651059"/>
                <a:gd name="connsiteY44" fmla="*/ 335130 h 679989"/>
                <a:gd name="connsiteX45" fmla="*/ 280318 w 651059"/>
                <a:gd name="connsiteY45" fmla="*/ 661470 h 679989"/>
                <a:gd name="connsiteX46" fmla="*/ 190609 w 651059"/>
                <a:gd name="connsiteY46" fmla="*/ 528657 h 679989"/>
                <a:gd name="connsiteX47" fmla="*/ 274091 w 651059"/>
                <a:gd name="connsiteY47" fmla="*/ 528657 h 679989"/>
                <a:gd name="connsiteX48" fmla="*/ 280318 w 651059"/>
                <a:gd name="connsiteY48" fmla="*/ 661470 h 679989"/>
                <a:gd name="connsiteX49" fmla="*/ 273701 w 651059"/>
                <a:gd name="connsiteY49" fmla="*/ 518927 h 679989"/>
                <a:gd name="connsiteX50" fmla="*/ 187300 w 651059"/>
                <a:gd name="connsiteY50" fmla="*/ 518927 h 679989"/>
                <a:gd name="connsiteX51" fmla="*/ 161062 w 651059"/>
                <a:gd name="connsiteY51" fmla="*/ 345249 h 679989"/>
                <a:gd name="connsiteX52" fmla="*/ 161062 w 651059"/>
                <a:gd name="connsiteY52" fmla="*/ 344860 h 679989"/>
                <a:gd name="connsiteX53" fmla="*/ 227031 w 651059"/>
                <a:gd name="connsiteY53" fmla="*/ 344860 h 679989"/>
                <a:gd name="connsiteX54" fmla="*/ 227031 w 651059"/>
                <a:gd name="connsiteY54" fmla="*/ 440180 h 679989"/>
                <a:gd name="connsiteX55" fmla="*/ 271788 w 651059"/>
                <a:gd name="connsiteY55" fmla="*/ 464829 h 679989"/>
                <a:gd name="connsiteX56" fmla="*/ 273701 w 651059"/>
                <a:gd name="connsiteY56" fmla="*/ 518927 h 679989"/>
                <a:gd name="connsiteX57" fmla="*/ 227031 w 651059"/>
                <a:gd name="connsiteY57" fmla="*/ 252620 h 679989"/>
                <a:gd name="connsiteX58" fmla="*/ 227031 w 651059"/>
                <a:gd name="connsiteY58" fmla="*/ 335130 h 679989"/>
                <a:gd name="connsiteX59" fmla="*/ 161159 w 651059"/>
                <a:gd name="connsiteY59" fmla="*/ 335130 h 679989"/>
                <a:gd name="connsiteX60" fmla="*/ 190511 w 651059"/>
                <a:gd name="connsiteY60" fmla="*/ 161062 h 679989"/>
                <a:gd name="connsiteX61" fmla="*/ 299810 w 651059"/>
                <a:gd name="connsiteY61" fmla="*/ 161062 h 679989"/>
                <a:gd name="connsiteX62" fmla="*/ 317811 w 651059"/>
                <a:gd name="connsiteY62" fmla="*/ 177311 h 679989"/>
                <a:gd name="connsiteX63" fmla="*/ 283075 w 651059"/>
                <a:gd name="connsiteY63" fmla="*/ 184252 h 679989"/>
                <a:gd name="connsiteX64" fmla="*/ 227031 w 651059"/>
                <a:gd name="connsiteY64" fmla="*/ 252620 h 679989"/>
                <a:gd name="connsiteX65" fmla="*/ 378298 w 651059"/>
                <a:gd name="connsiteY65" fmla="*/ 134597 h 679989"/>
                <a:gd name="connsiteX66" fmla="*/ 339930 w 651059"/>
                <a:gd name="connsiteY66" fmla="*/ 172965 h 679989"/>
                <a:gd name="connsiteX67" fmla="*/ 301562 w 651059"/>
                <a:gd name="connsiteY67" fmla="*/ 134597 h 679989"/>
                <a:gd name="connsiteX68" fmla="*/ 301562 w 651059"/>
                <a:gd name="connsiteY68" fmla="*/ 112964 h 679989"/>
                <a:gd name="connsiteX69" fmla="*/ 339930 w 651059"/>
                <a:gd name="connsiteY69" fmla="*/ 74596 h 679989"/>
                <a:gd name="connsiteX70" fmla="*/ 378298 w 651059"/>
                <a:gd name="connsiteY70" fmla="*/ 112964 h 679989"/>
                <a:gd name="connsiteX71" fmla="*/ 378298 w 651059"/>
                <a:gd name="connsiteY71" fmla="*/ 134597 h 679989"/>
                <a:gd name="connsiteX72" fmla="*/ 339995 w 651059"/>
                <a:gd name="connsiteY72" fmla="*/ 9730 h 679989"/>
                <a:gd name="connsiteX73" fmla="*/ 342427 w 651059"/>
                <a:gd name="connsiteY73" fmla="*/ 9795 h 679989"/>
                <a:gd name="connsiteX74" fmla="*/ 413941 w 651059"/>
                <a:gd name="connsiteY74" fmla="*/ 39730 h 679989"/>
                <a:gd name="connsiteX75" fmla="*/ 485943 w 651059"/>
                <a:gd name="connsiteY75" fmla="*/ 151332 h 679989"/>
                <a:gd name="connsiteX76" fmla="*/ 385044 w 651059"/>
                <a:gd name="connsiteY76" fmla="*/ 151332 h 679989"/>
                <a:gd name="connsiteX77" fmla="*/ 388028 w 651059"/>
                <a:gd name="connsiteY77" fmla="*/ 134597 h 679989"/>
                <a:gd name="connsiteX78" fmla="*/ 388028 w 651059"/>
                <a:gd name="connsiteY78" fmla="*/ 112964 h 679989"/>
                <a:gd name="connsiteX79" fmla="*/ 339930 w 651059"/>
                <a:gd name="connsiteY79" fmla="*/ 64866 h 679989"/>
                <a:gd name="connsiteX80" fmla="*/ 291832 w 651059"/>
                <a:gd name="connsiteY80" fmla="*/ 112964 h 679989"/>
                <a:gd name="connsiteX81" fmla="*/ 291832 w 651059"/>
                <a:gd name="connsiteY81" fmla="*/ 134597 h 679989"/>
                <a:gd name="connsiteX82" fmla="*/ 294815 w 651059"/>
                <a:gd name="connsiteY82" fmla="*/ 151332 h 679989"/>
                <a:gd name="connsiteX83" fmla="*/ 194047 w 651059"/>
                <a:gd name="connsiteY83" fmla="*/ 151332 h 679989"/>
                <a:gd name="connsiteX84" fmla="*/ 337173 w 651059"/>
                <a:gd name="connsiteY84" fmla="*/ 9762 h 679989"/>
                <a:gd name="connsiteX85" fmla="*/ 339995 w 651059"/>
                <a:gd name="connsiteY85" fmla="*/ 9730 h 679989"/>
                <a:gd name="connsiteX86" fmla="*/ 286026 w 651059"/>
                <a:gd name="connsiteY86" fmla="*/ 14173 h 679989"/>
                <a:gd name="connsiteX87" fmla="*/ 205754 w 651059"/>
                <a:gd name="connsiteY87" fmla="*/ 102229 h 679989"/>
                <a:gd name="connsiteX88" fmla="*/ 183700 w 651059"/>
                <a:gd name="connsiteY88" fmla="*/ 151332 h 679989"/>
                <a:gd name="connsiteX89" fmla="*/ 69082 w 651059"/>
                <a:gd name="connsiteY89" fmla="*/ 151332 h 679989"/>
                <a:gd name="connsiteX90" fmla="*/ 286026 w 651059"/>
                <a:gd name="connsiteY90" fmla="*/ 14173 h 679989"/>
                <a:gd name="connsiteX91" fmla="*/ 62563 w 651059"/>
                <a:gd name="connsiteY91" fmla="*/ 161062 h 679989"/>
                <a:gd name="connsiteX92" fmla="*/ 180230 w 651059"/>
                <a:gd name="connsiteY92" fmla="*/ 161062 h 679989"/>
                <a:gd name="connsiteX93" fmla="*/ 151429 w 651059"/>
                <a:gd name="connsiteY93" fmla="*/ 335130 h 679989"/>
                <a:gd name="connsiteX94" fmla="*/ 9795 w 651059"/>
                <a:gd name="connsiteY94" fmla="*/ 335130 h 679989"/>
                <a:gd name="connsiteX95" fmla="*/ 62563 w 651059"/>
                <a:gd name="connsiteY95" fmla="*/ 161062 h 679989"/>
                <a:gd name="connsiteX96" fmla="*/ 151332 w 651059"/>
                <a:gd name="connsiteY96" fmla="*/ 344860 h 679989"/>
                <a:gd name="connsiteX97" fmla="*/ 151332 w 651059"/>
                <a:gd name="connsiteY97" fmla="*/ 345249 h 679989"/>
                <a:gd name="connsiteX98" fmla="*/ 176630 w 651059"/>
                <a:gd name="connsiteY98" fmla="*/ 518927 h 679989"/>
                <a:gd name="connsiteX99" fmla="*/ 61590 w 651059"/>
                <a:gd name="connsiteY99" fmla="*/ 518927 h 679989"/>
                <a:gd name="connsiteX100" fmla="*/ 9795 w 651059"/>
                <a:gd name="connsiteY100" fmla="*/ 344860 h 679989"/>
                <a:gd name="connsiteX101" fmla="*/ 151332 w 651059"/>
                <a:gd name="connsiteY101" fmla="*/ 344860 h 679989"/>
                <a:gd name="connsiteX102" fmla="*/ 67947 w 651059"/>
                <a:gd name="connsiteY102" fmla="*/ 528657 h 679989"/>
                <a:gd name="connsiteX103" fmla="*/ 179776 w 651059"/>
                <a:gd name="connsiteY103" fmla="*/ 528657 h 679989"/>
                <a:gd name="connsiteX104" fmla="*/ 272015 w 651059"/>
                <a:gd name="connsiteY104" fmla="*/ 667600 h 679989"/>
                <a:gd name="connsiteX105" fmla="*/ 67947 w 651059"/>
                <a:gd name="connsiteY105" fmla="*/ 528657 h 679989"/>
                <a:gd name="connsiteX106" fmla="*/ 392504 w 651059"/>
                <a:gd name="connsiteY106" fmla="*/ 610324 h 679989"/>
                <a:gd name="connsiteX107" fmla="*/ 389455 w 651059"/>
                <a:gd name="connsiteY107" fmla="*/ 670260 h 679989"/>
                <a:gd name="connsiteX108" fmla="*/ 290535 w 651059"/>
                <a:gd name="connsiteY108" fmla="*/ 670260 h 679989"/>
                <a:gd name="connsiteX109" fmla="*/ 279994 w 651059"/>
                <a:gd name="connsiteY109" fmla="*/ 383228 h 679989"/>
                <a:gd name="connsiteX110" fmla="*/ 279994 w 651059"/>
                <a:gd name="connsiteY110" fmla="*/ 253496 h 679989"/>
                <a:gd name="connsiteX111" fmla="*/ 270264 w 651059"/>
                <a:gd name="connsiteY111" fmla="*/ 253496 h 679989"/>
                <a:gd name="connsiteX112" fmla="*/ 270264 w 651059"/>
                <a:gd name="connsiteY112" fmla="*/ 383228 h 679989"/>
                <a:gd name="connsiteX113" fmla="*/ 271464 w 651059"/>
                <a:gd name="connsiteY113" fmla="*/ 453543 h 679989"/>
                <a:gd name="connsiteX114" fmla="*/ 236761 w 651059"/>
                <a:gd name="connsiteY114" fmla="*/ 434407 h 679989"/>
                <a:gd name="connsiteX115" fmla="*/ 236761 w 651059"/>
                <a:gd name="connsiteY115" fmla="*/ 252620 h 679989"/>
                <a:gd name="connsiteX116" fmla="*/ 284988 w 651059"/>
                <a:gd name="connsiteY116" fmla="*/ 193787 h 679989"/>
                <a:gd name="connsiteX117" fmla="*/ 335130 w 651059"/>
                <a:gd name="connsiteY117" fmla="*/ 183765 h 679989"/>
                <a:gd name="connsiteX118" fmla="*/ 335130 w 651059"/>
                <a:gd name="connsiteY118" fmla="*/ 350795 h 679989"/>
                <a:gd name="connsiteX119" fmla="*/ 344860 w 651059"/>
                <a:gd name="connsiteY119" fmla="*/ 350795 h 679989"/>
                <a:gd name="connsiteX120" fmla="*/ 344860 w 651059"/>
                <a:gd name="connsiteY120" fmla="*/ 183765 h 679989"/>
                <a:gd name="connsiteX121" fmla="*/ 395001 w 651059"/>
                <a:gd name="connsiteY121" fmla="*/ 193787 h 679989"/>
                <a:gd name="connsiteX122" fmla="*/ 443229 w 651059"/>
                <a:gd name="connsiteY122" fmla="*/ 252620 h 679989"/>
                <a:gd name="connsiteX123" fmla="*/ 443229 w 651059"/>
                <a:gd name="connsiteY123" fmla="*/ 432429 h 679989"/>
                <a:gd name="connsiteX124" fmla="*/ 409693 w 651059"/>
                <a:gd name="connsiteY124" fmla="*/ 432429 h 679989"/>
                <a:gd name="connsiteX125" fmla="*/ 409693 w 651059"/>
                <a:gd name="connsiteY125" fmla="*/ 422861 h 679989"/>
                <a:gd name="connsiteX126" fmla="*/ 409693 w 651059"/>
                <a:gd name="connsiteY126" fmla="*/ 253496 h 679989"/>
                <a:gd name="connsiteX127" fmla="*/ 399963 w 651059"/>
                <a:gd name="connsiteY127" fmla="*/ 253496 h 679989"/>
                <a:gd name="connsiteX128" fmla="*/ 399963 w 651059"/>
                <a:gd name="connsiteY128" fmla="*/ 422861 h 679989"/>
                <a:gd name="connsiteX129" fmla="*/ 399963 w 651059"/>
                <a:gd name="connsiteY129" fmla="*/ 432429 h 679989"/>
                <a:gd name="connsiteX130" fmla="*/ 394060 w 651059"/>
                <a:gd name="connsiteY130" fmla="*/ 432429 h 679989"/>
                <a:gd name="connsiteX131" fmla="*/ 367563 w 651059"/>
                <a:gd name="connsiteY131" fmla="*/ 458926 h 679989"/>
                <a:gd name="connsiteX132" fmla="*/ 367563 w 651059"/>
                <a:gd name="connsiteY132" fmla="*/ 480527 h 679989"/>
                <a:gd name="connsiteX133" fmla="*/ 378752 w 651059"/>
                <a:gd name="connsiteY133" fmla="*/ 502160 h 679989"/>
                <a:gd name="connsiteX134" fmla="*/ 378363 w 651059"/>
                <a:gd name="connsiteY134" fmla="*/ 502160 h 679989"/>
                <a:gd name="connsiteX135" fmla="*/ 378363 w 651059"/>
                <a:gd name="connsiteY135" fmla="*/ 545393 h 679989"/>
                <a:gd name="connsiteX136" fmla="*/ 393315 w 651059"/>
                <a:gd name="connsiteY136" fmla="*/ 569263 h 679989"/>
                <a:gd name="connsiteX137" fmla="*/ 392504 w 651059"/>
                <a:gd name="connsiteY137" fmla="*/ 610324 h 679989"/>
                <a:gd name="connsiteX138" fmla="*/ 423250 w 651059"/>
                <a:gd name="connsiteY138" fmla="*/ 642043 h 679989"/>
                <a:gd name="connsiteX139" fmla="*/ 399671 w 651059"/>
                <a:gd name="connsiteY139" fmla="*/ 661470 h 679989"/>
                <a:gd name="connsiteX140" fmla="*/ 400417 w 651059"/>
                <a:gd name="connsiteY140" fmla="*/ 647362 h 679989"/>
                <a:gd name="connsiteX141" fmla="*/ 402234 w 651059"/>
                <a:gd name="connsiteY141" fmla="*/ 610648 h 679989"/>
                <a:gd name="connsiteX142" fmla="*/ 403012 w 651059"/>
                <a:gd name="connsiteY142" fmla="*/ 571826 h 679989"/>
                <a:gd name="connsiteX143" fmla="*/ 404861 w 651059"/>
                <a:gd name="connsiteY143" fmla="*/ 571891 h 679989"/>
                <a:gd name="connsiteX144" fmla="*/ 471705 w 651059"/>
                <a:gd name="connsiteY144" fmla="*/ 571891 h 679989"/>
                <a:gd name="connsiteX145" fmla="*/ 423250 w 651059"/>
                <a:gd name="connsiteY145" fmla="*/ 642043 h 679989"/>
                <a:gd name="connsiteX146" fmla="*/ 508094 w 651059"/>
                <a:gd name="connsiteY146" fmla="*/ 545393 h 679989"/>
                <a:gd name="connsiteX147" fmla="*/ 491359 w 651059"/>
                <a:gd name="connsiteY147" fmla="*/ 562161 h 679989"/>
                <a:gd name="connsiteX148" fmla="*/ 404861 w 651059"/>
                <a:gd name="connsiteY148" fmla="*/ 562161 h 679989"/>
                <a:gd name="connsiteX149" fmla="*/ 388092 w 651059"/>
                <a:gd name="connsiteY149" fmla="*/ 545393 h 679989"/>
                <a:gd name="connsiteX150" fmla="*/ 388092 w 651059"/>
                <a:gd name="connsiteY150" fmla="*/ 506343 h 679989"/>
                <a:gd name="connsiteX151" fmla="*/ 394060 w 651059"/>
                <a:gd name="connsiteY151" fmla="*/ 507025 h 679989"/>
                <a:gd name="connsiteX152" fmla="*/ 443229 w 651059"/>
                <a:gd name="connsiteY152" fmla="*/ 507025 h 679989"/>
                <a:gd name="connsiteX153" fmla="*/ 443229 w 651059"/>
                <a:gd name="connsiteY153" fmla="*/ 516301 h 679989"/>
                <a:gd name="connsiteX154" fmla="*/ 452958 w 651059"/>
                <a:gd name="connsiteY154" fmla="*/ 516301 h 679989"/>
                <a:gd name="connsiteX155" fmla="*/ 452958 w 651059"/>
                <a:gd name="connsiteY155" fmla="*/ 507025 h 679989"/>
                <a:gd name="connsiteX156" fmla="*/ 502160 w 651059"/>
                <a:gd name="connsiteY156" fmla="*/ 507025 h 679989"/>
                <a:gd name="connsiteX157" fmla="*/ 508094 w 651059"/>
                <a:gd name="connsiteY157" fmla="*/ 506343 h 679989"/>
                <a:gd name="connsiteX158" fmla="*/ 508094 w 651059"/>
                <a:gd name="connsiteY158" fmla="*/ 545393 h 679989"/>
                <a:gd name="connsiteX159" fmla="*/ 518927 w 651059"/>
                <a:gd name="connsiteY159" fmla="*/ 480527 h 679989"/>
                <a:gd name="connsiteX160" fmla="*/ 502160 w 651059"/>
                <a:gd name="connsiteY160" fmla="*/ 497295 h 679989"/>
                <a:gd name="connsiteX161" fmla="*/ 394060 w 651059"/>
                <a:gd name="connsiteY161" fmla="*/ 497295 h 679989"/>
                <a:gd name="connsiteX162" fmla="*/ 377293 w 651059"/>
                <a:gd name="connsiteY162" fmla="*/ 480527 h 679989"/>
                <a:gd name="connsiteX163" fmla="*/ 377293 w 651059"/>
                <a:gd name="connsiteY163" fmla="*/ 458926 h 679989"/>
                <a:gd name="connsiteX164" fmla="*/ 394060 w 651059"/>
                <a:gd name="connsiteY164" fmla="*/ 442159 h 679989"/>
                <a:gd name="connsiteX165" fmla="*/ 502160 w 651059"/>
                <a:gd name="connsiteY165" fmla="*/ 442159 h 679989"/>
                <a:gd name="connsiteX166" fmla="*/ 518927 w 651059"/>
                <a:gd name="connsiteY166" fmla="*/ 458926 h 679989"/>
                <a:gd name="connsiteX167" fmla="*/ 518927 w 651059"/>
                <a:gd name="connsiteY167" fmla="*/ 480527 h 679989"/>
                <a:gd name="connsiteX168" fmla="*/ 502160 w 651059"/>
                <a:gd name="connsiteY168" fmla="*/ 432429 h 679989"/>
                <a:gd name="connsiteX169" fmla="*/ 452958 w 651059"/>
                <a:gd name="connsiteY169" fmla="*/ 432429 h 679989"/>
                <a:gd name="connsiteX170" fmla="*/ 452958 w 651059"/>
                <a:gd name="connsiteY170" fmla="*/ 344860 h 679989"/>
                <a:gd name="connsiteX171" fmla="*/ 518927 w 651059"/>
                <a:gd name="connsiteY171" fmla="*/ 344860 h 679989"/>
                <a:gd name="connsiteX172" fmla="*/ 518927 w 651059"/>
                <a:gd name="connsiteY172" fmla="*/ 345249 h 679989"/>
                <a:gd name="connsiteX173" fmla="*/ 512441 w 651059"/>
                <a:gd name="connsiteY173" fmla="*/ 434505 h 679989"/>
                <a:gd name="connsiteX174" fmla="*/ 502160 w 651059"/>
                <a:gd name="connsiteY174" fmla="*/ 432429 h 67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651059" h="679989">
                  <a:moveTo>
                    <a:pt x="528657" y="344860"/>
                  </a:moveTo>
                  <a:lnTo>
                    <a:pt x="650994" y="344860"/>
                  </a:lnTo>
                  <a:cubicBezTo>
                    <a:pt x="651059" y="343238"/>
                    <a:pt x="651059" y="341617"/>
                    <a:pt x="651059" y="339995"/>
                  </a:cubicBezTo>
                  <a:cubicBezTo>
                    <a:pt x="651059" y="338373"/>
                    <a:pt x="651059" y="336752"/>
                    <a:pt x="650994" y="335130"/>
                  </a:cubicBezTo>
                  <a:lnTo>
                    <a:pt x="528560" y="335130"/>
                  </a:lnTo>
                  <a:cubicBezTo>
                    <a:pt x="527619" y="272599"/>
                    <a:pt x="517630" y="212858"/>
                    <a:pt x="499760" y="161062"/>
                  </a:cubicBezTo>
                  <a:lnTo>
                    <a:pt x="593750" y="161062"/>
                  </a:lnTo>
                  <a:cubicBezTo>
                    <a:pt x="591415" y="157754"/>
                    <a:pt x="589015" y="154511"/>
                    <a:pt x="586518" y="151332"/>
                  </a:cubicBezTo>
                  <a:lnTo>
                    <a:pt x="496289" y="151332"/>
                  </a:lnTo>
                  <a:cubicBezTo>
                    <a:pt x="489835" y="133916"/>
                    <a:pt x="482473" y="117505"/>
                    <a:pt x="474235" y="102229"/>
                  </a:cubicBezTo>
                  <a:cubicBezTo>
                    <a:pt x="462007" y="79623"/>
                    <a:pt x="448386" y="60488"/>
                    <a:pt x="433693" y="45114"/>
                  </a:cubicBezTo>
                  <a:cubicBezTo>
                    <a:pt x="406223" y="16379"/>
                    <a:pt x="375022" y="779"/>
                    <a:pt x="342427" y="65"/>
                  </a:cubicBezTo>
                  <a:cubicBezTo>
                    <a:pt x="341617" y="0"/>
                    <a:pt x="340806" y="0"/>
                    <a:pt x="339995" y="0"/>
                  </a:cubicBezTo>
                  <a:cubicBezTo>
                    <a:pt x="152532" y="0"/>
                    <a:pt x="0" y="152532"/>
                    <a:pt x="0" y="339995"/>
                  </a:cubicBezTo>
                  <a:cubicBezTo>
                    <a:pt x="0" y="506117"/>
                    <a:pt x="120650" y="651254"/>
                    <a:pt x="281291" y="679244"/>
                  </a:cubicBezTo>
                  <a:lnTo>
                    <a:pt x="281291" y="679990"/>
                  </a:lnTo>
                  <a:lnTo>
                    <a:pt x="398666" y="679990"/>
                  </a:lnTo>
                  <a:lnTo>
                    <a:pt x="398666" y="679535"/>
                  </a:lnTo>
                  <a:cubicBezTo>
                    <a:pt x="398666" y="679535"/>
                    <a:pt x="398925" y="675416"/>
                    <a:pt x="398925" y="675416"/>
                  </a:cubicBezTo>
                  <a:cubicBezTo>
                    <a:pt x="398925" y="675384"/>
                    <a:pt x="398958" y="674671"/>
                    <a:pt x="399023" y="673373"/>
                  </a:cubicBezTo>
                  <a:cubicBezTo>
                    <a:pt x="414169" y="664325"/>
                    <a:pt x="428504" y="651838"/>
                    <a:pt x="441802" y="636270"/>
                  </a:cubicBezTo>
                  <a:lnTo>
                    <a:pt x="441834" y="636270"/>
                  </a:lnTo>
                  <a:cubicBezTo>
                    <a:pt x="456915" y="618627"/>
                    <a:pt x="470602" y="596994"/>
                    <a:pt x="482505" y="571891"/>
                  </a:cubicBezTo>
                  <a:lnTo>
                    <a:pt x="491359" y="571891"/>
                  </a:lnTo>
                  <a:cubicBezTo>
                    <a:pt x="505954" y="571891"/>
                    <a:pt x="517824" y="560020"/>
                    <a:pt x="517824" y="545393"/>
                  </a:cubicBezTo>
                  <a:lnTo>
                    <a:pt x="517824" y="528657"/>
                  </a:lnTo>
                  <a:lnTo>
                    <a:pt x="587912" y="528657"/>
                  </a:lnTo>
                  <a:cubicBezTo>
                    <a:pt x="590312" y="525446"/>
                    <a:pt x="592647" y="522203"/>
                    <a:pt x="594918" y="518927"/>
                  </a:cubicBezTo>
                  <a:lnTo>
                    <a:pt x="517824" y="518927"/>
                  </a:lnTo>
                  <a:lnTo>
                    <a:pt x="517824" y="502160"/>
                  </a:lnTo>
                  <a:lnTo>
                    <a:pt x="517436" y="502160"/>
                  </a:lnTo>
                  <a:cubicBezTo>
                    <a:pt x="524214" y="497360"/>
                    <a:pt x="528657" y="489446"/>
                    <a:pt x="528657" y="480527"/>
                  </a:cubicBezTo>
                  <a:lnTo>
                    <a:pt x="528657" y="458926"/>
                  </a:lnTo>
                  <a:cubicBezTo>
                    <a:pt x="528657" y="451856"/>
                    <a:pt x="525868" y="445435"/>
                    <a:pt x="521360" y="440667"/>
                  </a:cubicBezTo>
                  <a:cubicBezTo>
                    <a:pt x="526192" y="409791"/>
                    <a:pt x="528657" y="377682"/>
                    <a:pt x="528657" y="345249"/>
                  </a:cubicBezTo>
                  <a:lnTo>
                    <a:pt x="528657" y="344860"/>
                  </a:lnTo>
                  <a:close/>
                  <a:moveTo>
                    <a:pt x="518830" y="335130"/>
                  </a:moveTo>
                  <a:lnTo>
                    <a:pt x="452958" y="335130"/>
                  </a:lnTo>
                  <a:lnTo>
                    <a:pt x="452958" y="252620"/>
                  </a:lnTo>
                  <a:cubicBezTo>
                    <a:pt x="452958" y="219506"/>
                    <a:pt x="429380" y="190738"/>
                    <a:pt x="396914" y="184252"/>
                  </a:cubicBezTo>
                  <a:lnTo>
                    <a:pt x="362081" y="177279"/>
                  </a:lnTo>
                  <a:cubicBezTo>
                    <a:pt x="362081" y="177279"/>
                    <a:pt x="362081" y="177279"/>
                    <a:pt x="362081" y="177279"/>
                  </a:cubicBezTo>
                  <a:cubicBezTo>
                    <a:pt x="369379" y="173484"/>
                    <a:pt x="375574" y="167873"/>
                    <a:pt x="380049" y="161062"/>
                  </a:cubicBezTo>
                  <a:lnTo>
                    <a:pt x="489478" y="161062"/>
                  </a:lnTo>
                  <a:cubicBezTo>
                    <a:pt x="507154" y="211333"/>
                    <a:pt x="517824" y="270978"/>
                    <a:pt x="518830" y="335130"/>
                  </a:cubicBezTo>
                  <a:close/>
                  <a:moveTo>
                    <a:pt x="280318" y="661470"/>
                  </a:moveTo>
                  <a:cubicBezTo>
                    <a:pt x="242923" y="636465"/>
                    <a:pt x="211690" y="588885"/>
                    <a:pt x="190609" y="528657"/>
                  </a:cubicBezTo>
                  <a:lnTo>
                    <a:pt x="274091" y="528657"/>
                  </a:lnTo>
                  <a:cubicBezTo>
                    <a:pt x="276361" y="584864"/>
                    <a:pt x="279053" y="637340"/>
                    <a:pt x="280318" y="661470"/>
                  </a:cubicBezTo>
                  <a:close/>
                  <a:moveTo>
                    <a:pt x="273701" y="518927"/>
                  </a:moveTo>
                  <a:lnTo>
                    <a:pt x="187300" y="518927"/>
                  </a:lnTo>
                  <a:cubicBezTo>
                    <a:pt x="170565" y="467521"/>
                    <a:pt x="161062" y="407683"/>
                    <a:pt x="161062" y="345249"/>
                  </a:cubicBezTo>
                  <a:lnTo>
                    <a:pt x="161062" y="344860"/>
                  </a:lnTo>
                  <a:lnTo>
                    <a:pt x="227031" y="344860"/>
                  </a:lnTo>
                  <a:lnTo>
                    <a:pt x="227031" y="440180"/>
                  </a:lnTo>
                  <a:lnTo>
                    <a:pt x="271788" y="464829"/>
                  </a:lnTo>
                  <a:cubicBezTo>
                    <a:pt x="272339" y="482570"/>
                    <a:pt x="272988" y="500862"/>
                    <a:pt x="273701" y="518927"/>
                  </a:cubicBezTo>
                  <a:close/>
                  <a:moveTo>
                    <a:pt x="227031" y="252620"/>
                  </a:moveTo>
                  <a:lnTo>
                    <a:pt x="227031" y="335130"/>
                  </a:lnTo>
                  <a:lnTo>
                    <a:pt x="161159" y="335130"/>
                  </a:lnTo>
                  <a:cubicBezTo>
                    <a:pt x="162165" y="270978"/>
                    <a:pt x="172835" y="211333"/>
                    <a:pt x="190511" y="161062"/>
                  </a:cubicBezTo>
                  <a:lnTo>
                    <a:pt x="299810" y="161062"/>
                  </a:lnTo>
                  <a:cubicBezTo>
                    <a:pt x="304286" y="167873"/>
                    <a:pt x="310513" y="173516"/>
                    <a:pt x="317811" y="177311"/>
                  </a:cubicBezTo>
                  <a:lnTo>
                    <a:pt x="283075" y="184252"/>
                  </a:lnTo>
                  <a:cubicBezTo>
                    <a:pt x="250610" y="190738"/>
                    <a:pt x="227031" y="219506"/>
                    <a:pt x="227031" y="252620"/>
                  </a:cubicBezTo>
                  <a:close/>
                  <a:moveTo>
                    <a:pt x="378298" y="134597"/>
                  </a:moveTo>
                  <a:cubicBezTo>
                    <a:pt x="378298" y="155743"/>
                    <a:pt x="361076" y="172965"/>
                    <a:pt x="339930" y="172965"/>
                  </a:cubicBezTo>
                  <a:cubicBezTo>
                    <a:pt x="318784" y="172965"/>
                    <a:pt x="301562" y="155743"/>
                    <a:pt x="301562" y="134597"/>
                  </a:cubicBezTo>
                  <a:lnTo>
                    <a:pt x="301562" y="112964"/>
                  </a:lnTo>
                  <a:cubicBezTo>
                    <a:pt x="301562" y="91818"/>
                    <a:pt x="318784" y="74596"/>
                    <a:pt x="339930" y="74596"/>
                  </a:cubicBezTo>
                  <a:cubicBezTo>
                    <a:pt x="361076" y="74596"/>
                    <a:pt x="378298" y="91818"/>
                    <a:pt x="378298" y="112964"/>
                  </a:cubicBezTo>
                  <a:lnTo>
                    <a:pt x="378298" y="134597"/>
                  </a:lnTo>
                  <a:close/>
                  <a:moveTo>
                    <a:pt x="339995" y="9730"/>
                  </a:moveTo>
                  <a:cubicBezTo>
                    <a:pt x="340806" y="9730"/>
                    <a:pt x="341617" y="9730"/>
                    <a:pt x="342427" y="9795"/>
                  </a:cubicBezTo>
                  <a:cubicBezTo>
                    <a:pt x="367887" y="10411"/>
                    <a:pt x="392082" y="21081"/>
                    <a:pt x="413941" y="39730"/>
                  </a:cubicBezTo>
                  <a:cubicBezTo>
                    <a:pt x="442872" y="64477"/>
                    <a:pt x="467716" y="103202"/>
                    <a:pt x="485943" y="151332"/>
                  </a:cubicBezTo>
                  <a:lnTo>
                    <a:pt x="385044" y="151332"/>
                  </a:lnTo>
                  <a:cubicBezTo>
                    <a:pt x="386958" y="146111"/>
                    <a:pt x="388028" y="140467"/>
                    <a:pt x="388028" y="134597"/>
                  </a:cubicBezTo>
                  <a:lnTo>
                    <a:pt x="388028" y="112964"/>
                  </a:lnTo>
                  <a:cubicBezTo>
                    <a:pt x="388028" y="86434"/>
                    <a:pt x="366460" y="64866"/>
                    <a:pt x="339930" y="64866"/>
                  </a:cubicBezTo>
                  <a:cubicBezTo>
                    <a:pt x="313399" y="64866"/>
                    <a:pt x="291832" y="86434"/>
                    <a:pt x="291832" y="112964"/>
                  </a:cubicBezTo>
                  <a:lnTo>
                    <a:pt x="291832" y="134597"/>
                  </a:lnTo>
                  <a:cubicBezTo>
                    <a:pt x="291832" y="140467"/>
                    <a:pt x="292902" y="146111"/>
                    <a:pt x="294815" y="151332"/>
                  </a:cubicBezTo>
                  <a:lnTo>
                    <a:pt x="194047" y="151332"/>
                  </a:lnTo>
                  <a:cubicBezTo>
                    <a:pt x="225993" y="67039"/>
                    <a:pt x="278178" y="11481"/>
                    <a:pt x="337173" y="9762"/>
                  </a:cubicBezTo>
                  <a:cubicBezTo>
                    <a:pt x="338114" y="9730"/>
                    <a:pt x="339054" y="9730"/>
                    <a:pt x="339995" y="9730"/>
                  </a:cubicBezTo>
                  <a:close/>
                  <a:moveTo>
                    <a:pt x="286026" y="14173"/>
                  </a:moveTo>
                  <a:cubicBezTo>
                    <a:pt x="255896" y="30390"/>
                    <a:pt x="228393" y="60326"/>
                    <a:pt x="205754" y="102229"/>
                  </a:cubicBezTo>
                  <a:cubicBezTo>
                    <a:pt x="197516" y="117505"/>
                    <a:pt x="190154" y="133916"/>
                    <a:pt x="183700" y="151332"/>
                  </a:cubicBezTo>
                  <a:lnTo>
                    <a:pt x="69082" y="151332"/>
                  </a:lnTo>
                  <a:cubicBezTo>
                    <a:pt x="118996" y="79818"/>
                    <a:pt x="196512" y="28930"/>
                    <a:pt x="286026" y="14173"/>
                  </a:cubicBezTo>
                  <a:close/>
                  <a:moveTo>
                    <a:pt x="62563" y="161062"/>
                  </a:moveTo>
                  <a:lnTo>
                    <a:pt x="180230" y="161062"/>
                  </a:lnTo>
                  <a:cubicBezTo>
                    <a:pt x="162360" y="212858"/>
                    <a:pt x="152370" y="272599"/>
                    <a:pt x="151429" y="335130"/>
                  </a:cubicBezTo>
                  <a:lnTo>
                    <a:pt x="9795" y="335130"/>
                  </a:lnTo>
                  <a:cubicBezTo>
                    <a:pt x="10703" y="271075"/>
                    <a:pt x="29968" y="211398"/>
                    <a:pt x="62563" y="161062"/>
                  </a:cubicBezTo>
                  <a:close/>
                  <a:moveTo>
                    <a:pt x="151332" y="344860"/>
                  </a:moveTo>
                  <a:lnTo>
                    <a:pt x="151332" y="345249"/>
                  </a:lnTo>
                  <a:cubicBezTo>
                    <a:pt x="151332" y="408104"/>
                    <a:pt x="160381" y="467586"/>
                    <a:pt x="176630" y="518927"/>
                  </a:cubicBezTo>
                  <a:lnTo>
                    <a:pt x="61590" y="518927"/>
                  </a:lnTo>
                  <a:cubicBezTo>
                    <a:pt x="29546" y="467943"/>
                    <a:pt x="10703" y="408072"/>
                    <a:pt x="9795" y="344860"/>
                  </a:cubicBezTo>
                  <a:lnTo>
                    <a:pt x="151332" y="344860"/>
                  </a:lnTo>
                  <a:close/>
                  <a:moveTo>
                    <a:pt x="67947" y="528657"/>
                  </a:moveTo>
                  <a:lnTo>
                    <a:pt x="179776" y="528657"/>
                  </a:lnTo>
                  <a:cubicBezTo>
                    <a:pt x="200987" y="590929"/>
                    <a:pt x="232934" y="640259"/>
                    <a:pt x="272015" y="667600"/>
                  </a:cubicBezTo>
                  <a:cubicBezTo>
                    <a:pt x="187430" y="649762"/>
                    <a:pt x="115072" y="598291"/>
                    <a:pt x="67947" y="528657"/>
                  </a:cubicBezTo>
                  <a:close/>
                  <a:moveTo>
                    <a:pt x="392504" y="610324"/>
                  </a:moveTo>
                  <a:cubicBezTo>
                    <a:pt x="391109" y="638929"/>
                    <a:pt x="389941" y="661114"/>
                    <a:pt x="389455" y="670260"/>
                  </a:cubicBezTo>
                  <a:lnTo>
                    <a:pt x="290535" y="670260"/>
                  </a:lnTo>
                  <a:cubicBezTo>
                    <a:pt x="288913" y="640259"/>
                    <a:pt x="279994" y="471024"/>
                    <a:pt x="279994" y="383228"/>
                  </a:cubicBezTo>
                  <a:lnTo>
                    <a:pt x="279994" y="253496"/>
                  </a:lnTo>
                  <a:lnTo>
                    <a:pt x="270264" y="253496"/>
                  </a:lnTo>
                  <a:lnTo>
                    <a:pt x="270264" y="383228"/>
                  </a:lnTo>
                  <a:cubicBezTo>
                    <a:pt x="270264" y="403304"/>
                    <a:pt x="270718" y="427596"/>
                    <a:pt x="271464" y="453543"/>
                  </a:cubicBezTo>
                  <a:lnTo>
                    <a:pt x="236761" y="434407"/>
                  </a:lnTo>
                  <a:lnTo>
                    <a:pt x="236761" y="252620"/>
                  </a:lnTo>
                  <a:cubicBezTo>
                    <a:pt x="236761" y="224145"/>
                    <a:pt x="257031" y="199398"/>
                    <a:pt x="284988" y="193787"/>
                  </a:cubicBezTo>
                  <a:lnTo>
                    <a:pt x="335130" y="183765"/>
                  </a:lnTo>
                  <a:lnTo>
                    <a:pt x="335130" y="350795"/>
                  </a:lnTo>
                  <a:lnTo>
                    <a:pt x="344860" y="350795"/>
                  </a:lnTo>
                  <a:lnTo>
                    <a:pt x="344860" y="183765"/>
                  </a:lnTo>
                  <a:lnTo>
                    <a:pt x="395001" y="193787"/>
                  </a:lnTo>
                  <a:cubicBezTo>
                    <a:pt x="422958" y="199366"/>
                    <a:pt x="443229" y="224112"/>
                    <a:pt x="443229" y="252620"/>
                  </a:cubicBezTo>
                  <a:lnTo>
                    <a:pt x="443229" y="432429"/>
                  </a:lnTo>
                  <a:lnTo>
                    <a:pt x="409693" y="432429"/>
                  </a:lnTo>
                  <a:cubicBezTo>
                    <a:pt x="409693" y="429186"/>
                    <a:pt x="409693" y="425975"/>
                    <a:pt x="409693" y="422861"/>
                  </a:cubicBezTo>
                  <a:lnTo>
                    <a:pt x="409693" y="253496"/>
                  </a:lnTo>
                  <a:lnTo>
                    <a:pt x="399963" y="253496"/>
                  </a:lnTo>
                  <a:lnTo>
                    <a:pt x="399963" y="422861"/>
                  </a:lnTo>
                  <a:cubicBezTo>
                    <a:pt x="399963" y="425975"/>
                    <a:pt x="399963" y="429186"/>
                    <a:pt x="399963" y="432429"/>
                  </a:cubicBezTo>
                  <a:lnTo>
                    <a:pt x="394060" y="432429"/>
                  </a:lnTo>
                  <a:cubicBezTo>
                    <a:pt x="379433" y="432429"/>
                    <a:pt x="367563" y="444299"/>
                    <a:pt x="367563" y="458926"/>
                  </a:cubicBezTo>
                  <a:lnTo>
                    <a:pt x="367563" y="480527"/>
                  </a:lnTo>
                  <a:cubicBezTo>
                    <a:pt x="367563" y="489446"/>
                    <a:pt x="371973" y="497360"/>
                    <a:pt x="378752" y="502160"/>
                  </a:cubicBezTo>
                  <a:lnTo>
                    <a:pt x="378363" y="502160"/>
                  </a:lnTo>
                  <a:lnTo>
                    <a:pt x="378363" y="545393"/>
                  </a:lnTo>
                  <a:cubicBezTo>
                    <a:pt x="378363" y="555869"/>
                    <a:pt x="384493" y="564950"/>
                    <a:pt x="393315" y="569263"/>
                  </a:cubicBezTo>
                  <a:cubicBezTo>
                    <a:pt x="393120" y="579642"/>
                    <a:pt x="392536" y="608994"/>
                    <a:pt x="392504" y="610324"/>
                  </a:cubicBezTo>
                  <a:close/>
                  <a:moveTo>
                    <a:pt x="423250" y="642043"/>
                  </a:moveTo>
                  <a:cubicBezTo>
                    <a:pt x="415661" y="649567"/>
                    <a:pt x="407812" y="656054"/>
                    <a:pt x="399671" y="661470"/>
                  </a:cubicBezTo>
                  <a:cubicBezTo>
                    <a:pt x="399866" y="657514"/>
                    <a:pt x="400125" y="652746"/>
                    <a:pt x="400417" y="647362"/>
                  </a:cubicBezTo>
                  <a:cubicBezTo>
                    <a:pt x="400903" y="637178"/>
                    <a:pt x="401553" y="624692"/>
                    <a:pt x="402234" y="610648"/>
                  </a:cubicBezTo>
                  <a:cubicBezTo>
                    <a:pt x="402234" y="610324"/>
                    <a:pt x="402752" y="583826"/>
                    <a:pt x="403012" y="571826"/>
                  </a:cubicBezTo>
                  <a:cubicBezTo>
                    <a:pt x="403628" y="571858"/>
                    <a:pt x="404244" y="571891"/>
                    <a:pt x="404861" y="571891"/>
                  </a:cubicBezTo>
                  <a:lnTo>
                    <a:pt x="471705" y="571891"/>
                  </a:lnTo>
                  <a:cubicBezTo>
                    <a:pt x="457693" y="600464"/>
                    <a:pt x="441315" y="624140"/>
                    <a:pt x="423250" y="642043"/>
                  </a:cubicBezTo>
                  <a:close/>
                  <a:moveTo>
                    <a:pt x="508094" y="545393"/>
                  </a:moveTo>
                  <a:cubicBezTo>
                    <a:pt x="508094" y="554636"/>
                    <a:pt x="500602" y="562161"/>
                    <a:pt x="491359" y="562161"/>
                  </a:cubicBezTo>
                  <a:lnTo>
                    <a:pt x="404861" y="562161"/>
                  </a:lnTo>
                  <a:cubicBezTo>
                    <a:pt x="395617" y="562161"/>
                    <a:pt x="388092" y="554636"/>
                    <a:pt x="388092" y="545393"/>
                  </a:cubicBezTo>
                  <a:lnTo>
                    <a:pt x="388092" y="506343"/>
                  </a:lnTo>
                  <a:cubicBezTo>
                    <a:pt x="390006" y="506797"/>
                    <a:pt x="392017" y="507025"/>
                    <a:pt x="394060" y="507025"/>
                  </a:cubicBezTo>
                  <a:lnTo>
                    <a:pt x="443229" y="507025"/>
                  </a:lnTo>
                  <a:lnTo>
                    <a:pt x="443229" y="516301"/>
                  </a:lnTo>
                  <a:lnTo>
                    <a:pt x="452958" y="516301"/>
                  </a:lnTo>
                  <a:lnTo>
                    <a:pt x="452958" y="507025"/>
                  </a:lnTo>
                  <a:lnTo>
                    <a:pt x="502160" y="507025"/>
                  </a:lnTo>
                  <a:cubicBezTo>
                    <a:pt x="504203" y="507025"/>
                    <a:pt x="506181" y="506797"/>
                    <a:pt x="508094" y="506343"/>
                  </a:cubicBezTo>
                  <a:lnTo>
                    <a:pt x="508094" y="545393"/>
                  </a:lnTo>
                  <a:close/>
                  <a:moveTo>
                    <a:pt x="518927" y="480527"/>
                  </a:moveTo>
                  <a:cubicBezTo>
                    <a:pt x="518927" y="489770"/>
                    <a:pt x="511403" y="497295"/>
                    <a:pt x="502160" y="497295"/>
                  </a:cubicBezTo>
                  <a:lnTo>
                    <a:pt x="394060" y="497295"/>
                  </a:lnTo>
                  <a:cubicBezTo>
                    <a:pt x="384817" y="497295"/>
                    <a:pt x="377293" y="489770"/>
                    <a:pt x="377293" y="480527"/>
                  </a:cubicBezTo>
                  <a:lnTo>
                    <a:pt x="377293" y="458926"/>
                  </a:lnTo>
                  <a:cubicBezTo>
                    <a:pt x="377293" y="449683"/>
                    <a:pt x="384817" y="442159"/>
                    <a:pt x="394060" y="442159"/>
                  </a:cubicBezTo>
                  <a:lnTo>
                    <a:pt x="502160" y="442159"/>
                  </a:lnTo>
                  <a:cubicBezTo>
                    <a:pt x="511403" y="442159"/>
                    <a:pt x="518927" y="449683"/>
                    <a:pt x="518927" y="458926"/>
                  </a:cubicBezTo>
                  <a:lnTo>
                    <a:pt x="518927" y="480527"/>
                  </a:lnTo>
                  <a:close/>
                  <a:moveTo>
                    <a:pt x="502160" y="432429"/>
                  </a:moveTo>
                  <a:lnTo>
                    <a:pt x="452958" y="432429"/>
                  </a:lnTo>
                  <a:lnTo>
                    <a:pt x="452958" y="344860"/>
                  </a:lnTo>
                  <a:lnTo>
                    <a:pt x="518927" y="344860"/>
                  </a:lnTo>
                  <a:lnTo>
                    <a:pt x="518927" y="345249"/>
                  </a:lnTo>
                  <a:cubicBezTo>
                    <a:pt x="518927" y="375541"/>
                    <a:pt x="516755" y="405542"/>
                    <a:pt x="512441" y="434505"/>
                  </a:cubicBezTo>
                  <a:cubicBezTo>
                    <a:pt x="509295" y="433175"/>
                    <a:pt x="505792" y="432429"/>
                    <a:pt x="502160" y="432429"/>
                  </a:cubicBezTo>
                  <a:close/>
                </a:path>
              </a:pathLst>
            </a:custGeom>
            <a:grpFill/>
            <a:ln w="3243" cap="flat">
              <a:noFill/>
              <a:prstDash val="solid"/>
              <a:miter/>
            </a:ln>
          </p:spPr>
          <p:txBody>
            <a:bodyPr rtlCol="0" anchor="ctr"/>
            <a:lstStyle/>
            <a:p>
              <a:endParaRPr lang="en-US"/>
            </a:p>
          </p:txBody>
        </p:sp>
        <p:sp>
          <p:nvSpPr>
            <p:cNvPr id="31" name="Freeform: Shape 1136"/>
            <p:cNvSpPr/>
            <p:nvPr/>
          </p:nvSpPr>
          <p:spPr>
            <a:xfrm>
              <a:off x="10059932" y="6469552"/>
              <a:ext cx="339994" cy="679535"/>
            </a:xfrm>
            <a:custGeom>
              <a:avLst/>
              <a:gdLst>
                <a:gd name="connsiteX0" fmla="*/ 339994 w 339994"/>
                <a:gd name="connsiteY0" fmla="*/ 339995 h 679535"/>
                <a:gd name="connsiteX1" fmla="*/ 56271 w 339994"/>
                <a:gd name="connsiteY1" fmla="*/ 679535 h 679535"/>
                <a:gd name="connsiteX2" fmla="*/ 56498 w 339994"/>
                <a:gd name="connsiteY2" fmla="*/ 675416 h 679535"/>
                <a:gd name="connsiteX3" fmla="*/ 56595 w 339994"/>
                <a:gd name="connsiteY3" fmla="*/ 673373 h 679535"/>
                <a:gd name="connsiteX4" fmla="*/ 99374 w 339994"/>
                <a:gd name="connsiteY4" fmla="*/ 636270 h 679535"/>
                <a:gd name="connsiteX5" fmla="*/ 99407 w 339994"/>
                <a:gd name="connsiteY5" fmla="*/ 636270 h 679535"/>
                <a:gd name="connsiteX6" fmla="*/ 245485 w 339994"/>
                <a:gd name="connsiteY6" fmla="*/ 528657 h 679535"/>
                <a:gd name="connsiteX7" fmla="*/ 252490 w 339994"/>
                <a:gd name="connsiteY7" fmla="*/ 518927 h 679535"/>
                <a:gd name="connsiteX8" fmla="*/ 308567 w 339994"/>
                <a:gd name="connsiteY8" fmla="*/ 344860 h 679535"/>
                <a:gd name="connsiteX9" fmla="*/ 308632 w 339994"/>
                <a:gd name="connsiteY9" fmla="*/ 339995 h 679535"/>
                <a:gd name="connsiteX10" fmla="*/ 308567 w 339994"/>
                <a:gd name="connsiteY10" fmla="*/ 335130 h 679535"/>
                <a:gd name="connsiteX11" fmla="*/ 251323 w 339994"/>
                <a:gd name="connsiteY11" fmla="*/ 161062 h 679535"/>
                <a:gd name="connsiteX12" fmla="*/ 244090 w 339994"/>
                <a:gd name="connsiteY12" fmla="*/ 151332 h 679535"/>
                <a:gd name="connsiteX13" fmla="*/ 91266 w 339994"/>
                <a:gd name="connsiteY13" fmla="*/ 45114 h 679535"/>
                <a:gd name="connsiteX14" fmla="*/ 0 w 339994"/>
                <a:gd name="connsiteY14" fmla="*/ 65 h 679535"/>
                <a:gd name="connsiteX15" fmla="*/ 0 w 339994"/>
                <a:gd name="connsiteY15" fmla="*/ 0 h 679535"/>
                <a:gd name="connsiteX16" fmla="*/ 339994 w 339994"/>
                <a:gd name="connsiteY16" fmla="*/ 339995 h 67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9994" h="679535">
                  <a:moveTo>
                    <a:pt x="339994" y="339995"/>
                  </a:moveTo>
                  <a:cubicBezTo>
                    <a:pt x="339994" y="506830"/>
                    <a:pt x="218144" y="652551"/>
                    <a:pt x="56271" y="679535"/>
                  </a:cubicBezTo>
                  <a:lnTo>
                    <a:pt x="56498" y="675416"/>
                  </a:lnTo>
                  <a:cubicBezTo>
                    <a:pt x="56498" y="675416"/>
                    <a:pt x="56530" y="674671"/>
                    <a:pt x="56595" y="673373"/>
                  </a:cubicBezTo>
                  <a:cubicBezTo>
                    <a:pt x="71741" y="664325"/>
                    <a:pt x="86076" y="651838"/>
                    <a:pt x="99374" y="636270"/>
                  </a:cubicBezTo>
                  <a:lnTo>
                    <a:pt x="99407" y="636270"/>
                  </a:lnTo>
                  <a:cubicBezTo>
                    <a:pt x="158143" y="615934"/>
                    <a:pt x="208771" y="577761"/>
                    <a:pt x="245485" y="528657"/>
                  </a:cubicBezTo>
                  <a:cubicBezTo>
                    <a:pt x="247885" y="525446"/>
                    <a:pt x="250220" y="522203"/>
                    <a:pt x="252490" y="518927"/>
                  </a:cubicBezTo>
                  <a:cubicBezTo>
                    <a:pt x="287032" y="468948"/>
                    <a:pt x="307594" y="408720"/>
                    <a:pt x="308567" y="344860"/>
                  </a:cubicBezTo>
                  <a:cubicBezTo>
                    <a:pt x="308632" y="343238"/>
                    <a:pt x="308632" y="341617"/>
                    <a:pt x="308632" y="339995"/>
                  </a:cubicBezTo>
                  <a:cubicBezTo>
                    <a:pt x="308632" y="338373"/>
                    <a:pt x="308632" y="336752"/>
                    <a:pt x="308567" y="335130"/>
                  </a:cubicBezTo>
                  <a:cubicBezTo>
                    <a:pt x="307594" y="270362"/>
                    <a:pt x="286512" y="210328"/>
                    <a:pt x="251323" y="161062"/>
                  </a:cubicBezTo>
                  <a:cubicBezTo>
                    <a:pt x="248987" y="157754"/>
                    <a:pt x="246587" y="154511"/>
                    <a:pt x="244090" y="151332"/>
                  </a:cubicBezTo>
                  <a:cubicBezTo>
                    <a:pt x="205690" y="101742"/>
                    <a:pt x="152532" y="64120"/>
                    <a:pt x="91266" y="45114"/>
                  </a:cubicBezTo>
                  <a:cubicBezTo>
                    <a:pt x="63795" y="16379"/>
                    <a:pt x="32594" y="779"/>
                    <a:pt x="0" y="65"/>
                  </a:cubicBezTo>
                  <a:lnTo>
                    <a:pt x="0" y="0"/>
                  </a:lnTo>
                  <a:cubicBezTo>
                    <a:pt x="187494" y="0"/>
                    <a:pt x="339994" y="152500"/>
                    <a:pt x="339994" y="339995"/>
                  </a:cubicBezTo>
                  <a:close/>
                </a:path>
              </a:pathLst>
            </a:custGeom>
            <a:solidFill>
              <a:schemeClr val="tx2"/>
            </a:solidFill>
            <a:ln w="3243" cap="flat">
              <a:noFill/>
              <a:prstDash val="solid"/>
              <a:miter/>
            </a:ln>
          </p:spPr>
          <p:txBody>
            <a:bodyPr rtlCol="0" anchor="ctr"/>
            <a:lstStyle/>
            <a:p>
              <a:endParaRPr lang="en-US"/>
            </a:p>
          </p:txBody>
        </p:sp>
      </p:grpSp>
      <p:grpSp>
        <p:nvGrpSpPr>
          <p:cNvPr id="32" name="Group 1150"/>
          <p:cNvGrpSpPr/>
          <p:nvPr/>
        </p:nvGrpSpPr>
        <p:grpSpPr>
          <a:xfrm>
            <a:off x="7731731" y="1477349"/>
            <a:ext cx="676184" cy="653297"/>
            <a:chOff x="16335482" y="2594008"/>
            <a:chExt cx="654431" cy="632280"/>
          </a:xfrm>
          <a:solidFill>
            <a:schemeClr val="tx1"/>
          </a:solidFill>
        </p:grpSpPr>
        <p:sp>
          <p:nvSpPr>
            <p:cNvPr id="33" name="Freeform: Shape 1045"/>
            <p:cNvSpPr/>
            <p:nvPr/>
          </p:nvSpPr>
          <p:spPr>
            <a:xfrm>
              <a:off x="16786625" y="2622925"/>
              <a:ext cx="174780" cy="155983"/>
            </a:xfrm>
            <a:custGeom>
              <a:avLst/>
              <a:gdLst>
                <a:gd name="connsiteX0" fmla="*/ 17578 w 174780"/>
                <a:gd name="connsiteY0" fmla="*/ 122188 h 155983"/>
                <a:gd name="connsiteX1" fmla="*/ 30876 w 174780"/>
                <a:gd name="connsiteY1" fmla="*/ 123485 h 155983"/>
                <a:gd name="connsiteX2" fmla="*/ 38433 w 174780"/>
                <a:gd name="connsiteY2" fmla="*/ 125788 h 155983"/>
                <a:gd name="connsiteX3" fmla="*/ 41708 w 174780"/>
                <a:gd name="connsiteY3" fmla="*/ 126956 h 155983"/>
                <a:gd name="connsiteX4" fmla="*/ 95319 w 174780"/>
                <a:gd name="connsiteY4" fmla="*/ 149561 h 155983"/>
                <a:gd name="connsiteX5" fmla="*/ 103882 w 174780"/>
                <a:gd name="connsiteY5" fmla="*/ 152318 h 155983"/>
                <a:gd name="connsiteX6" fmla="*/ 114586 w 174780"/>
                <a:gd name="connsiteY6" fmla="*/ 154718 h 155983"/>
                <a:gd name="connsiteX7" fmla="*/ 125808 w 174780"/>
                <a:gd name="connsiteY7" fmla="*/ 155983 h 155983"/>
                <a:gd name="connsiteX8" fmla="*/ 139915 w 174780"/>
                <a:gd name="connsiteY8" fmla="*/ 153972 h 155983"/>
                <a:gd name="connsiteX9" fmla="*/ 142380 w 174780"/>
                <a:gd name="connsiteY9" fmla="*/ 153259 h 155983"/>
                <a:gd name="connsiteX10" fmla="*/ 163851 w 174780"/>
                <a:gd name="connsiteY10" fmla="*/ 140772 h 155983"/>
                <a:gd name="connsiteX11" fmla="*/ 174780 w 174780"/>
                <a:gd name="connsiteY11" fmla="*/ 130102 h 155983"/>
                <a:gd name="connsiteX12" fmla="*/ 174780 w 174780"/>
                <a:gd name="connsiteY12" fmla="*/ 5591 h 155983"/>
                <a:gd name="connsiteX13" fmla="*/ 155808 w 174780"/>
                <a:gd name="connsiteY13" fmla="*/ 22294 h 155983"/>
                <a:gd name="connsiteX14" fmla="*/ 141861 w 174780"/>
                <a:gd name="connsiteY14" fmla="*/ 30695 h 155983"/>
                <a:gd name="connsiteX15" fmla="*/ 140954 w 174780"/>
                <a:gd name="connsiteY15" fmla="*/ 31019 h 155983"/>
                <a:gd name="connsiteX16" fmla="*/ 120844 w 174780"/>
                <a:gd name="connsiteY16" fmla="*/ 33678 h 155983"/>
                <a:gd name="connsiteX17" fmla="*/ 118380 w 174780"/>
                <a:gd name="connsiteY17" fmla="*/ 33451 h 155983"/>
                <a:gd name="connsiteX18" fmla="*/ 104433 w 174780"/>
                <a:gd name="connsiteY18" fmla="*/ 29786 h 155983"/>
                <a:gd name="connsiteX19" fmla="*/ 55168 w 174780"/>
                <a:gd name="connsiteY19" fmla="*/ 7927 h 155983"/>
                <a:gd name="connsiteX20" fmla="*/ 47514 w 174780"/>
                <a:gd name="connsiteY20" fmla="*/ 5202 h 155983"/>
                <a:gd name="connsiteX21" fmla="*/ 35871 w 174780"/>
                <a:gd name="connsiteY21" fmla="*/ 1959 h 155983"/>
                <a:gd name="connsiteX22" fmla="*/ 9665 w 174780"/>
                <a:gd name="connsiteY22" fmla="*/ 1245 h 155983"/>
                <a:gd name="connsiteX23" fmla="*/ 0 w 174780"/>
                <a:gd name="connsiteY23" fmla="*/ 4294 h 155983"/>
                <a:gd name="connsiteX24" fmla="*/ 0 w 174780"/>
                <a:gd name="connsiteY24" fmla="*/ 15029 h 155983"/>
                <a:gd name="connsiteX25" fmla="*/ 11708 w 174780"/>
                <a:gd name="connsiteY25" fmla="*/ 10748 h 155983"/>
                <a:gd name="connsiteX26" fmla="*/ 33275 w 174780"/>
                <a:gd name="connsiteY26" fmla="*/ 11364 h 155983"/>
                <a:gd name="connsiteX27" fmla="*/ 44920 w 174780"/>
                <a:gd name="connsiteY27" fmla="*/ 14575 h 155983"/>
                <a:gd name="connsiteX28" fmla="*/ 51212 w 174780"/>
                <a:gd name="connsiteY28" fmla="*/ 16813 h 155983"/>
                <a:gd name="connsiteX29" fmla="*/ 100477 w 174780"/>
                <a:gd name="connsiteY29" fmla="*/ 38673 h 155983"/>
                <a:gd name="connsiteX30" fmla="*/ 117440 w 174780"/>
                <a:gd name="connsiteY30" fmla="*/ 43149 h 155983"/>
                <a:gd name="connsiteX31" fmla="*/ 119904 w 174780"/>
                <a:gd name="connsiteY31" fmla="*/ 43376 h 155983"/>
                <a:gd name="connsiteX32" fmla="*/ 144358 w 174780"/>
                <a:gd name="connsiteY32" fmla="*/ 40133 h 155983"/>
                <a:gd name="connsiteX33" fmla="*/ 145299 w 174780"/>
                <a:gd name="connsiteY33" fmla="*/ 39776 h 155983"/>
                <a:gd name="connsiteX34" fmla="*/ 162261 w 174780"/>
                <a:gd name="connsiteY34" fmla="*/ 29592 h 155983"/>
                <a:gd name="connsiteX35" fmla="*/ 165050 w 174780"/>
                <a:gd name="connsiteY35" fmla="*/ 27127 h 155983"/>
                <a:gd name="connsiteX36" fmla="*/ 165050 w 174780"/>
                <a:gd name="connsiteY36" fmla="*/ 125983 h 155983"/>
                <a:gd name="connsiteX37" fmla="*/ 157072 w 174780"/>
                <a:gd name="connsiteY37" fmla="*/ 133799 h 155983"/>
                <a:gd name="connsiteX38" fmla="*/ 139688 w 174780"/>
                <a:gd name="connsiteY38" fmla="*/ 143918 h 155983"/>
                <a:gd name="connsiteX39" fmla="*/ 137224 w 174780"/>
                <a:gd name="connsiteY39" fmla="*/ 144632 h 155983"/>
                <a:gd name="connsiteX40" fmla="*/ 116725 w 174780"/>
                <a:gd name="connsiteY40" fmla="*/ 145215 h 155983"/>
                <a:gd name="connsiteX41" fmla="*/ 106023 w 174780"/>
                <a:gd name="connsiteY41" fmla="*/ 142815 h 155983"/>
                <a:gd name="connsiteX42" fmla="*/ 99115 w 174780"/>
                <a:gd name="connsiteY42" fmla="*/ 140577 h 155983"/>
                <a:gd name="connsiteX43" fmla="*/ 45471 w 174780"/>
                <a:gd name="connsiteY43" fmla="*/ 118004 h 155983"/>
                <a:gd name="connsiteX44" fmla="*/ 41254 w 174780"/>
                <a:gd name="connsiteY44" fmla="*/ 116447 h 155983"/>
                <a:gd name="connsiteX45" fmla="*/ 33697 w 174780"/>
                <a:gd name="connsiteY45" fmla="*/ 114177 h 155983"/>
                <a:gd name="connsiteX46" fmla="*/ 16573 w 174780"/>
                <a:gd name="connsiteY46" fmla="*/ 112523 h 155983"/>
                <a:gd name="connsiteX47" fmla="*/ 0 w 174780"/>
                <a:gd name="connsiteY47" fmla="*/ 117745 h 155983"/>
                <a:gd name="connsiteX48" fmla="*/ 0 w 174780"/>
                <a:gd name="connsiteY48" fmla="*/ 129193 h 155983"/>
                <a:gd name="connsiteX49" fmla="*/ 2789 w 174780"/>
                <a:gd name="connsiteY49" fmla="*/ 127410 h 155983"/>
                <a:gd name="connsiteX50" fmla="*/ 17578 w 174780"/>
                <a:gd name="connsiteY50" fmla="*/ 122188 h 155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4780" h="155983">
                  <a:moveTo>
                    <a:pt x="17578" y="122188"/>
                  </a:moveTo>
                  <a:cubicBezTo>
                    <a:pt x="22054" y="121734"/>
                    <a:pt x="26529" y="122188"/>
                    <a:pt x="30876" y="123485"/>
                  </a:cubicBezTo>
                  <a:lnTo>
                    <a:pt x="38433" y="125788"/>
                  </a:lnTo>
                  <a:cubicBezTo>
                    <a:pt x="39536" y="126112"/>
                    <a:pt x="40638" y="126501"/>
                    <a:pt x="41708" y="126956"/>
                  </a:cubicBezTo>
                  <a:lnTo>
                    <a:pt x="95319" y="149561"/>
                  </a:lnTo>
                  <a:cubicBezTo>
                    <a:pt x="98076" y="150729"/>
                    <a:pt x="100963" y="151637"/>
                    <a:pt x="103882" y="152318"/>
                  </a:cubicBezTo>
                  <a:lnTo>
                    <a:pt x="114586" y="154718"/>
                  </a:lnTo>
                  <a:cubicBezTo>
                    <a:pt x="118282" y="155561"/>
                    <a:pt x="122045" y="155983"/>
                    <a:pt x="125808" y="155983"/>
                  </a:cubicBezTo>
                  <a:cubicBezTo>
                    <a:pt x="130574" y="155983"/>
                    <a:pt x="135343" y="155302"/>
                    <a:pt x="139915" y="153972"/>
                  </a:cubicBezTo>
                  <a:lnTo>
                    <a:pt x="142380" y="153259"/>
                  </a:lnTo>
                  <a:cubicBezTo>
                    <a:pt x="150424" y="150956"/>
                    <a:pt x="157851" y="146642"/>
                    <a:pt x="163851" y="140772"/>
                  </a:cubicBezTo>
                  <a:lnTo>
                    <a:pt x="174780" y="130102"/>
                  </a:lnTo>
                  <a:lnTo>
                    <a:pt x="174780" y="5591"/>
                  </a:lnTo>
                  <a:lnTo>
                    <a:pt x="155808" y="22294"/>
                  </a:lnTo>
                  <a:cubicBezTo>
                    <a:pt x="151689" y="25927"/>
                    <a:pt x="147019" y="28749"/>
                    <a:pt x="141861" y="30695"/>
                  </a:cubicBezTo>
                  <a:lnTo>
                    <a:pt x="140954" y="31019"/>
                  </a:lnTo>
                  <a:cubicBezTo>
                    <a:pt x="134564" y="33419"/>
                    <a:pt x="127624" y="34327"/>
                    <a:pt x="120844" y="33678"/>
                  </a:cubicBezTo>
                  <a:lnTo>
                    <a:pt x="118380" y="33451"/>
                  </a:lnTo>
                  <a:cubicBezTo>
                    <a:pt x="113547" y="32997"/>
                    <a:pt x="108877" y="31765"/>
                    <a:pt x="104433" y="29786"/>
                  </a:cubicBezTo>
                  <a:lnTo>
                    <a:pt x="55168" y="7927"/>
                  </a:lnTo>
                  <a:cubicBezTo>
                    <a:pt x="52670" y="6824"/>
                    <a:pt x="50108" y="5916"/>
                    <a:pt x="47514" y="5202"/>
                  </a:cubicBezTo>
                  <a:lnTo>
                    <a:pt x="35871" y="1959"/>
                  </a:lnTo>
                  <a:cubicBezTo>
                    <a:pt x="27340" y="-376"/>
                    <a:pt x="18291" y="-636"/>
                    <a:pt x="9665" y="1245"/>
                  </a:cubicBezTo>
                  <a:cubicBezTo>
                    <a:pt x="6323" y="1959"/>
                    <a:pt x="3113" y="2964"/>
                    <a:pt x="0" y="4294"/>
                  </a:cubicBezTo>
                  <a:lnTo>
                    <a:pt x="0" y="15029"/>
                  </a:lnTo>
                  <a:cubicBezTo>
                    <a:pt x="3696" y="13083"/>
                    <a:pt x="7622" y="11624"/>
                    <a:pt x="11708" y="10748"/>
                  </a:cubicBezTo>
                  <a:cubicBezTo>
                    <a:pt x="18810" y="9191"/>
                    <a:pt x="26271" y="9419"/>
                    <a:pt x="33275" y="11364"/>
                  </a:cubicBezTo>
                  <a:lnTo>
                    <a:pt x="44920" y="14575"/>
                  </a:lnTo>
                  <a:cubicBezTo>
                    <a:pt x="47059" y="15159"/>
                    <a:pt x="49167" y="15905"/>
                    <a:pt x="51212" y="16813"/>
                  </a:cubicBezTo>
                  <a:lnTo>
                    <a:pt x="100477" y="38673"/>
                  </a:lnTo>
                  <a:cubicBezTo>
                    <a:pt x="105860" y="41073"/>
                    <a:pt x="111569" y="42565"/>
                    <a:pt x="117440" y="43149"/>
                  </a:cubicBezTo>
                  <a:lnTo>
                    <a:pt x="119904" y="43376"/>
                  </a:lnTo>
                  <a:cubicBezTo>
                    <a:pt x="128142" y="44154"/>
                    <a:pt x="136606" y="43051"/>
                    <a:pt x="144358" y="40133"/>
                  </a:cubicBezTo>
                  <a:lnTo>
                    <a:pt x="145299" y="39776"/>
                  </a:lnTo>
                  <a:cubicBezTo>
                    <a:pt x="151526" y="37441"/>
                    <a:pt x="157235" y="34003"/>
                    <a:pt x="162261" y="29592"/>
                  </a:cubicBezTo>
                  <a:lnTo>
                    <a:pt x="165050" y="27127"/>
                  </a:lnTo>
                  <a:lnTo>
                    <a:pt x="165050" y="125983"/>
                  </a:lnTo>
                  <a:lnTo>
                    <a:pt x="157072" y="133799"/>
                  </a:lnTo>
                  <a:cubicBezTo>
                    <a:pt x="152207" y="138534"/>
                    <a:pt x="146208" y="142037"/>
                    <a:pt x="139688" y="143918"/>
                  </a:cubicBezTo>
                  <a:lnTo>
                    <a:pt x="137224" y="144632"/>
                  </a:lnTo>
                  <a:cubicBezTo>
                    <a:pt x="130574" y="146545"/>
                    <a:pt x="123472" y="146740"/>
                    <a:pt x="116725" y="145215"/>
                  </a:cubicBezTo>
                  <a:lnTo>
                    <a:pt x="106023" y="142815"/>
                  </a:lnTo>
                  <a:cubicBezTo>
                    <a:pt x="103656" y="142296"/>
                    <a:pt x="101353" y="141518"/>
                    <a:pt x="99115" y="140577"/>
                  </a:cubicBezTo>
                  <a:lnTo>
                    <a:pt x="45471" y="118004"/>
                  </a:lnTo>
                  <a:cubicBezTo>
                    <a:pt x="44109" y="117420"/>
                    <a:pt x="42681" y="116901"/>
                    <a:pt x="41254" y="116447"/>
                  </a:cubicBezTo>
                  <a:lnTo>
                    <a:pt x="33697" y="114177"/>
                  </a:lnTo>
                  <a:cubicBezTo>
                    <a:pt x="28119" y="112490"/>
                    <a:pt x="22378" y="111939"/>
                    <a:pt x="16573" y="112523"/>
                  </a:cubicBezTo>
                  <a:cubicBezTo>
                    <a:pt x="10800" y="113139"/>
                    <a:pt x="5091" y="114923"/>
                    <a:pt x="0" y="117745"/>
                  </a:cubicBezTo>
                  <a:lnTo>
                    <a:pt x="0" y="129193"/>
                  </a:lnTo>
                  <a:lnTo>
                    <a:pt x="2789" y="127410"/>
                  </a:lnTo>
                  <a:cubicBezTo>
                    <a:pt x="7232" y="124556"/>
                    <a:pt x="12324" y="122739"/>
                    <a:pt x="17578" y="122188"/>
                  </a:cubicBezTo>
                  <a:close/>
                </a:path>
              </a:pathLst>
            </a:custGeom>
            <a:grpFill/>
            <a:ln w="3243" cap="flat">
              <a:noFill/>
              <a:prstDash val="solid"/>
              <a:miter/>
            </a:ln>
          </p:spPr>
          <p:txBody>
            <a:bodyPr rtlCol="0" anchor="ctr"/>
            <a:lstStyle/>
            <a:p>
              <a:endParaRPr lang="en-US"/>
            </a:p>
          </p:txBody>
        </p:sp>
        <p:sp>
          <p:nvSpPr>
            <p:cNvPr id="34" name="Freeform: Shape 1046"/>
            <p:cNvSpPr/>
            <p:nvPr/>
          </p:nvSpPr>
          <p:spPr>
            <a:xfrm>
              <a:off x="16335482" y="2618138"/>
              <a:ext cx="654431" cy="608150"/>
            </a:xfrm>
            <a:custGeom>
              <a:avLst/>
              <a:gdLst>
                <a:gd name="connsiteX0" fmla="*/ 451143 w 654431"/>
                <a:gd name="connsiteY0" fmla="*/ 452180 h 608150"/>
                <a:gd name="connsiteX1" fmla="*/ 436450 w 654431"/>
                <a:gd name="connsiteY1" fmla="*/ 440926 h 608150"/>
                <a:gd name="connsiteX2" fmla="*/ 418710 w 654431"/>
                <a:gd name="connsiteY2" fmla="*/ 447607 h 608150"/>
                <a:gd name="connsiteX3" fmla="*/ 334514 w 654431"/>
                <a:gd name="connsiteY3" fmla="*/ 479229 h 608150"/>
                <a:gd name="connsiteX4" fmla="*/ 342038 w 654431"/>
                <a:gd name="connsiteY4" fmla="*/ 364806 h 608150"/>
                <a:gd name="connsiteX5" fmla="*/ 322740 w 654431"/>
                <a:gd name="connsiteY5" fmla="*/ 331854 h 608150"/>
                <a:gd name="connsiteX6" fmla="*/ 244220 w 654431"/>
                <a:gd name="connsiteY6" fmla="*/ 294297 h 608150"/>
                <a:gd name="connsiteX7" fmla="*/ 266501 w 654431"/>
                <a:gd name="connsiteY7" fmla="*/ 229788 h 608150"/>
                <a:gd name="connsiteX8" fmla="*/ 316513 w 654431"/>
                <a:gd name="connsiteY8" fmla="*/ 272988 h 608150"/>
                <a:gd name="connsiteX9" fmla="*/ 341682 w 654431"/>
                <a:gd name="connsiteY9" fmla="*/ 282459 h 608150"/>
                <a:gd name="connsiteX10" fmla="*/ 418710 w 654431"/>
                <a:gd name="connsiteY10" fmla="*/ 282945 h 608150"/>
                <a:gd name="connsiteX11" fmla="*/ 434537 w 654431"/>
                <a:gd name="connsiteY11" fmla="*/ 283042 h 608150"/>
                <a:gd name="connsiteX12" fmla="*/ 451143 w 654431"/>
                <a:gd name="connsiteY12" fmla="*/ 278437 h 608150"/>
                <a:gd name="connsiteX13" fmla="*/ 456915 w 654431"/>
                <a:gd name="connsiteY13" fmla="*/ 273896 h 608150"/>
                <a:gd name="connsiteX14" fmla="*/ 466191 w 654431"/>
                <a:gd name="connsiteY14" fmla="*/ 251550 h 608150"/>
                <a:gd name="connsiteX15" fmla="*/ 456980 w 654431"/>
                <a:gd name="connsiteY15" fmla="*/ 229301 h 608150"/>
                <a:gd name="connsiteX16" fmla="*/ 451143 w 654431"/>
                <a:gd name="connsiteY16" fmla="*/ 224696 h 608150"/>
                <a:gd name="connsiteX17" fmla="*/ 434731 w 654431"/>
                <a:gd name="connsiteY17" fmla="*/ 220090 h 608150"/>
                <a:gd name="connsiteX18" fmla="*/ 418710 w 654431"/>
                <a:gd name="connsiteY18" fmla="*/ 220090 h 608150"/>
                <a:gd name="connsiteX19" fmla="*/ 360752 w 654431"/>
                <a:gd name="connsiteY19" fmla="*/ 220187 h 608150"/>
                <a:gd name="connsiteX20" fmla="*/ 280805 w 654431"/>
                <a:gd name="connsiteY20" fmla="*/ 143094 h 608150"/>
                <a:gd name="connsiteX21" fmla="*/ 275161 w 654431"/>
                <a:gd name="connsiteY21" fmla="*/ 138391 h 608150"/>
                <a:gd name="connsiteX22" fmla="*/ 258523 w 654431"/>
                <a:gd name="connsiteY22" fmla="*/ 126456 h 608150"/>
                <a:gd name="connsiteX23" fmla="*/ 258037 w 654431"/>
                <a:gd name="connsiteY23" fmla="*/ 126099 h 608150"/>
                <a:gd name="connsiteX24" fmla="*/ 260794 w 654431"/>
                <a:gd name="connsiteY24" fmla="*/ 126197 h 608150"/>
                <a:gd name="connsiteX25" fmla="*/ 323908 w 654431"/>
                <a:gd name="connsiteY25" fmla="*/ 63115 h 608150"/>
                <a:gd name="connsiteX26" fmla="*/ 260794 w 654431"/>
                <a:gd name="connsiteY26" fmla="*/ 0 h 608150"/>
                <a:gd name="connsiteX27" fmla="*/ 197711 w 654431"/>
                <a:gd name="connsiteY27" fmla="*/ 63115 h 608150"/>
                <a:gd name="connsiteX28" fmla="*/ 225636 w 654431"/>
                <a:gd name="connsiteY28" fmla="*/ 115494 h 608150"/>
                <a:gd name="connsiteX29" fmla="*/ 205788 w 654431"/>
                <a:gd name="connsiteY29" fmla="*/ 118867 h 608150"/>
                <a:gd name="connsiteX30" fmla="*/ 184933 w 654431"/>
                <a:gd name="connsiteY30" fmla="*/ 133916 h 608150"/>
                <a:gd name="connsiteX31" fmla="*/ 178186 w 654431"/>
                <a:gd name="connsiteY31" fmla="*/ 142056 h 608150"/>
                <a:gd name="connsiteX32" fmla="*/ 168683 w 654431"/>
                <a:gd name="connsiteY32" fmla="*/ 159700 h 608150"/>
                <a:gd name="connsiteX33" fmla="*/ 125580 w 654431"/>
                <a:gd name="connsiteY33" fmla="*/ 301237 h 608150"/>
                <a:gd name="connsiteX34" fmla="*/ 121818 w 654431"/>
                <a:gd name="connsiteY34" fmla="*/ 319140 h 608150"/>
                <a:gd name="connsiteX35" fmla="*/ 120423 w 654431"/>
                <a:gd name="connsiteY35" fmla="*/ 319205 h 608150"/>
                <a:gd name="connsiteX36" fmla="*/ 121137 w 654431"/>
                <a:gd name="connsiteY36" fmla="*/ 333638 h 608150"/>
                <a:gd name="connsiteX37" fmla="*/ 121202 w 654431"/>
                <a:gd name="connsiteY37" fmla="*/ 334578 h 608150"/>
                <a:gd name="connsiteX38" fmla="*/ 121202 w 654431"/>
                <a:gd name="connsiteY38" fmla="*/ 334578 h 608150"/>
                <a:gd name="connsiteX39" fmla="*/ 121202 w 654431"/>
                <a:gd name="connsiteY39" fmla="*/ 334676 h 608150"/>
                <a:gd name="connsiteX40" fmla="*/ 121267 w 654431"/>
                <a:gd name="connsiteY40" fmla="*/ 336265 h 608150"/>
                <a:gd name="connsiteX41" fmla="*/ 126294 w 654431"/>
                <a:gd name="connsiteY41" fmla="*/ 438299 h 608150"/>
                <a:gd name="connsiteX42" fmla="*/ 69082 w 654431"/>
                <a:gd name="connsiteY42" fmla="*/ 581718 h 608150"/>
                <a:gd name="connsiteX43" fmla="*/ 0 w 654431"/>
                <a:gd name="connsiteY43" fmla="*/ 608150 h 608150"/>
                <a:gd name="connsiteX44" fmla="*/ 27243 w 654431"/>
                <a:gd name="connsiteY44" fmla="*/ 608150 h 608150"/>
                <a:gd name="connsiteX45" fmla="*/ 76542 w 654431"/>
                <a:gd name="connsiteY45" fmla="*/ 589274 h 608150"/>
                <a:gd name="connsiteX46" fmla="*/ 136089 w 654431"/>
                <a:gd name="connsiteY46" fmla="*/ 439921 h 608150"/>
                <a:gd name="connsiteX47" fmla="*/ 132131 w 654431"/>
                <a:gd name="connsiteY47" fmla="*/ 359455 h 608150"/>
                <a:gd name="connsiteX48" fmla="*/ 132229 w 654431"/>
                <a:gd name="connsiteY48" fmla="*/ 359552 h 608150"/>
                <a:gd name="connsiteX49" fmla="*/ 149678 w 654431"/>
                <a:gd name="connsiteY49" fmla="*/ 370352 h 608150"/>
                <a:gd name="connsiteX50" fmla="*/ 166770 w 654431"/>
                <a:gd name="connsiteY50" fmla="*/ 375574 h 608150"/>
                <a:gd name="connsiteX51" fmla="*/ 170533 w 654431"/>
                <a:gd name="connsiteY51" fmla="*/ 376547 h 608150"/>
                <a:gd name="connsiteX52" fmla="*/ 194857 w 654431"/>
                <a:gd name="connsiteY52" fmla="*/ 381509 h 608150"/>
                <a:gd name="connsiteX53" fmla="*/ 194857 w 654431"/>
                <a:gd name="connsiteY53" fmla="*/ 443067 h 608150"/>
                <a:gd name="connsiteX54" fmla="*/ 135181 w 654431"/>
                <a:gd name="connsiteY54" fmla="*/ 566150 h 608150"/>
                <a:gd name="connsiteX55" fmla="*/ 279118 w 654431"/>
                <a:gd name="connsiteY55" fmla="*/ 508938 h 608150"/>
                <a:gd name="connsiteX56" fmla="*/ 276135 w 654431"/>
                <a:gd name="connsiteY56" fmla="*/ 388158 h 608150"/>
                <a:gd name="connsiteX57" fmla="*/ 172479 w 654431"/>
                <a:gd name="connsiteY57" fmla="*/ 367011 h 608150"/>
                <a:gd name="connsiteX58" fmla="*/ 169624 w 654431"/>
                <a:gd name="connsiteY58" fmla="*/ 366265 h 608150"/>
                <a:gd name="connsiteX59" fmla="*/ 152532 w 654431"/>
                <a:gd name="connsiteY59" fmla="*/ 361044 h 608150"/>
                <a:gd name="connsiteX60" fmla="*/ 139267 w 654431"/>
                <a:gd name="connsiteY60" fmla="*/ 352838 h 608150"/>
                <a:gd name="connsiteX61" fmla="*/ 130932 w 654431"/>
                <a:gd name="connsiteY61" fmla="*/ 334189 h 608150"/>
                <a:gd name="connsiteX62" fmla="*/ 134888 w 654431"/>
                <a:gd name="connsiteY62" fmla="*/ 304059 h 608150"/>
                <a:gd name="connsiteX63" fmla="*/ 177992 w 654431"/>
                <a:gd name="connsiteY63" fmla="*/ 162554 h 608150"/>
                <a:gd name="connsiteX64" fmla="*/ 185679 w 654431"/>
                <a:gd name="connsiteY64" fmla="*/ 148284 h 608150"/>
                <a:gd name="connsiteX65" fmla="*/ 192425 w 654431"/>
                <a:gd name="connsiteY65" fmla="*/ 140110 h 608150"/>
                <a:gd name="connsiteX66" fmla="*/ 209289 w 654431"/>
                <a:gd name="connsiteY66" fmla="*/ 127948 h 608150"/>
                <a:gd name="connsiteX67" fmla="*/ 236501 w 654431"/>
                <a:gd name="connsiteY67" fmla="*/ 127040 h 608150"/>
                <a:gd name="connsiteX68" fmla="*/ 241106 w 654431"/>
                <a:gd name="connsiteY68" fmla="*/ 128499 h 608150"/>
                <a:gd name="connsiteX69" fmla="*/ 252847 w 654431"/>
                <a:gd name="connsiteY69" fmla="*/ 134370 h 608150"/>
                <a:gd name="connsiteX70" fmla="*/ 269485 w 654431"/>
                <a:gd name="connsiteY70" fmla="*/ 146305 h 608150"/>
                <a:gd name="connsiteX71" fmla="*/ 274059 w 654431"/>
                <a:gd name="connsiteY71" fmla="*/ 150100 h 608150"/>
                <a:gd name="connsiteX72" fmla="*/ 356827 w 654431"/>
                <a:gd name="connsiteY72" fmla="*/ 229917 h 608150"/>
                <a:gd name="connsiteX73" fmla="*/ 434698 w 654431"/>
                <a:gd name="connsiteY73" fmla="*/ 229820 h 608150"/>
                <a:gd name="connsiteX74" fmla="*/ 434731 w 654431"/>
                <a:gd name="connsiteY74" fmla="*/ 229820 h 608150"/>
                <a:gd name="connsiteX75" fmla="*/ 450104 w 654431"/>
                <a:gd name="connsiteY75" fmla="*/ 236177 h 608150"/>
                <a:gd name="connsiteX76" fmla="*/ 456461 w 654431"/>
                <a:gd name="connsiteY76" fmla="*/ 251550 h 608150"/>
                <a:gd name="connsiteX77" fmla="*/ 450072 w 654431"/>
                <a:gd name="connsiteY77" fmla="*/ 266988 h 608150"/>
                <a:gd name="connsiteX78" fmla="*/ 434602 w 654431"/>
                <a:gd name="connsiteY78" fmla="*/ 273313 h 608150"/>
                <a:gd name="connsiteX79" fmla="*/ 341746 w 654431"/>
                <a:gd name="connsiteY79" fmla="*/ 272729 h 608150"/>
                <a:gd name="connsiteX80" fmla="*/ 322869 w 654431"/>
                <a:gd name="connsiteY80" fmla="*/ 265626 h 608150"/>
                <a:gd name="connsiteX81" fmla="*/ 239290 w 654431"/>
                <a:gd name="connsiteY81" fmla="*/ 193463 h 608150"/>
                <a:gd name="connsiteX82" fmla="*/ 232933 w 654431"/>
                <a:gd name="connsiteY82" fmla="*/ 200825 h 608150"/>
                <a:gd name="connsiteX83" fmla="*/ 258555 w 654431"/>
                <a:gd name="connsiteY83" fmla="*/ 222944 h 608150"/>
                <a:gd name="connsiteX84" fmla="*/ 232220 w 654431"/>
                <a:gd name="connsiteY84" fmla="*/ 299324 h 608150"/>
                <a:gd name="connsiteX85" fmla="*/ 318524 w 654431"/>
                <a:gd name="connsiteY85" fmla="*/ 340643 h 608150"/>
                <a:gd name="connsiteX86" fmla="*/ 332308 w 654431"/>
                <a:gd name="connsiteY86" fmla="*/ 364190 h 608150"/>
                <a:gd name="connsiteX87" fmla="*/ 323810 w 654431"/>
                <a:gd name="connsiteY87" fmla="*/ 493759 h 608150"/>
                <a:gd name="connsiteX88" fmla="*/ 418710 w 654431"/>
                <a:gd name="connsiteY88" fmla="*/ 457337 h 608150"/>
                <a:gd name="connsiteX89" fmla="*/ 426234 w 654431"/>
                <a:gd name="connsiteY89" fmla="*/ 454451 h 608150"/>
                <a:gd name="connsiteX90" fmla="*/ 418710 w 654431"/>
                <a:gd name="connsiteY90" fmla="*/ 473035 h 608150"/>
                <a:gd name="connsiteX91" fmla="*/ 381930 w 654431"/>
                <a:gd name="connsiteY91" fmla="*/ 564009 h 608150"/>
                <a:gd name="connsiteX92" fmla="*/ 327152 w 654431"/>
                <a:gd name="connsiteY92" fmla="*/ 555706 h 608150"/>
                <a:gd name="connsiteX93" fmla="*/ 284404 w 654431"/>
                <a:gd name="connsiteY93" fmla="*/ 608150 h 608150"/>
                <a:gd name="connsiteX94" fmla="*/ 296956 w 654431"/>
                <a:gd name="connsiteY94" fmla="*/ 608150 h 608150"/>
                <a:gd name="connsiteX95" fmla="*/ 331206 w 654431"/>
                <a:gd name="connsiteY95" fmla="*/ 566182 h 608150"/>
                <a:gd name="connsiteX96" fmla="*/ 388093 w 654431"/>
                <a:gd name="connsiteY96" fmla="*/ 574809 h 608150"/>
                <a:gd name="connsiteX97" fmla="*/ 428634 w 654431"/>
                <a:gd name="connsiteY97" fmla="*/ 474429 h 608150"/>
                <a:gd name="connsiteX98" fmla="*/ 437034 w 654431"/>
                <a:gd name="connsiteY98" fmla="*/ 453640 h 608150"/>
                <a:gd name="connsiteX99" fmla="*/ 451143 w 654431"/>
                <a:gd name="connsiteY99" fmla="*/ 464472 h 608150"/>
                <a:gd name="connsiteX100" fmla="*/ 638475 w 654431"/>
                <a:gd name="connsiteY100" fmla="*/ 608150 h 608150"/>
                <a:gd name="connsiteX101" fmla="*/ 654432 w 654431"/>
                <a:gd name="connsiteY101" fmla="*/ 608150 h 608150"/>
                <a:gd name="connsiteX102" fmla="*/ 451143 w 654431"/>
                <a:gd name="connsiteY102" fmla="*/ 452180 h 608150"/>
                <a:gd name="connsiteX103" fmla="*/ 204587 w 654431"/>
                <a:gd name="connsiteY103" fmla="*/ 383487 h 608150"/>
                <a:gd name="connsiteX104" fmla="*/ 266600 w 654431"/>
                <a:gd name="connsiteY104" fmla="*/ 396136 h 608150"/>
                <a:gd name="connsiteX105" fmla="*/ 269225 w 654431"/>
                <a:gd name="connsiteY105" fmla="*/ 502386 h 608150"/>
                <a:gd name="connsiteX106" fmla="*/ 154867 w 654431"/>
                <a:gd name="connsiteY106" fmla="*/ 547858 h 608150"/>
                <a:gd name="connsiteX107" fmla="*/ 204587 w 654431"/>
                <a:gd name="connsiteY107" fmla="*/ 445305 h 608150"/>
                <a:gd name="connsiteX108" fmla="*/ 204587 w 654431"/>
                <a:gd name="connsiteY108" fmla="*/ 383487 h 608150"/>
                <a:gd name="connsiteX109" fmla="*/ 207441 w 654431"/>
                <a:gd name="connsiteY109" fmla="*/ 63115 h 608150"/>
                <a:gd name="connsiteX110" fmla="*/ 260794 w 654431"/>
                <a:gd name="connsiteY110" fmla="*/ 9730 h 608150"/>
                <a:gd name="connsiteX111" fmla="*/ 314178 w 654431"/>
                <a:gd name="connsiteY111" fmla="*/ 63115 h 608150"/>
                <a:gd name="connsiteX112" fmla="*/ 260794 w 654431"/>
                <a:gd name="connsiteY112" fmla="*/ 116467 h 608150"/>
                <a:gd name="connsiteX113" fmla="*/ 207441 w 654431"/>
                <a:gd name="connsiteY113" fmla="*/ 63115 h 60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54431" h="608150">
                  <a:moveTo>
                    <a:pt x="451143" y="452180"/>
                  </a:moveTo>
                  <a:lnTo>
                    <a:pt x="436450" y="440926"/>
                  </a:lnTo>
                  <a:lnTo>
                    <a:pt x="418710" y="447607"/>
                  </a:lnTo>
                  <a:lnTo>
                    <a:pt x="334514" y="479229"/>
                  </a:lnTo>
                  <a:lnTo>
                    <a:pt x="342038" y="364806"/>
                  </a:lnTo>
                  <a:cubicBezTo>
                    <a:pt x="342945" y="350827"/>
                    <a:pt x="335356" y="337887"/>
                    <a:pt x="322740" y="331854"/>
                  </a:cubicBezTo>
                  <a:lnTo>
                    <a:pt x="244220" y="294297"/>
                  </a:lnTo>
                  <a:lnTo>
                    <a:pt x="266501" y="229788"/>
                  </a:lnTo>
                  <a:lnTo>
                    <a:pt x="316513" y="272988"/>
                  </a:lnTo>
                  <a:cubicBezTo>
                    <a:pt x="323486" y="279053"/>
                    <a:pt x="332438" y="282394"/>
                    <a:pt x="341682" y="282459"/>
                  </a:cubicBezTo>
                  <a:lnTo>
                    <a:pt x="418710" y="282945"/>
                  </a:lnTo>
                  <a:lnTo>
                    <a:pt x="434537" y="283042"/>
                  </a:lnTo>
                  <a:cubicBezTo>
                    <a:pt x="440602" y="283107"/>
                    <a:pt x="446245" y="281486"/>
                    <a:pt x="451143" y="278437"/>
                  </a:cubicBezTo>
                  <a:cubicBezTo>
                    <a:pt x="453217" y="277172"/>
                    <a:pt x="455132" y="275648"/>
                    <a:pt x="456915" y="273896"/>
                  </a:cubicBezTo>
                  <a:cubicBezTo>
                    <a:pt x="462916" y="267929"/>
                    <a:pt x="466191" y="260015"/>
                    <a:pt x="466191" y="251550"/>
                  </a:cubicBezTo>
                  <a:cubicBezTo>
                    <a:pt x="466191" y="243085"/>
                    <a:pt x="462916" y="235236"/>
                    <a:pt x="456980" y="229301"/>
                  </a:cubicBezTo>
                  <a:cubicBezTo>
                    <a:pt x="455197" y="227550"/>
                    <a:pt x="453251" y="225993"/>
                    <a:pt x="451143" y="224696"/>
                  </a:cubicBezTo>
                  <a:cubicBezTo>
                    <a:pt x="446245" y="221712"/>
                    <a:pt x="440634" y="220090"/>
                    <a:pt x="434731" y="220090"/>
                  </a:cubicBezTo>
                  <a:lnTo>
                    <a:pt x="418710" y="220090"/>
                  </a:lnTo>
                  <a:cubicBezTo>
                    <a:pt x="418710" y="220090"/>
                    <a:pt x="360752" y="220187"/>
                    <a:pt x="360752" y="220187"/>
                  </a:cubicBezTo>
                  <a:lnTo>
                    <a:pt x="280805" y="143094"/>
                  </a:lnTo>
                  <a:cubicBezTo>
                    <a:pt x="279053" y="141408"/>
                    <a:pt x="277140" y="139818"/>
                    <a:pt x="275161" y="138391"/>
                  </a:cubicBezTo>
                  <a:lnTo>
                    <a:pt x="258523" y="126456"/>
                  </a:lnTo>
                  <a:cubicBezTo>
                    <a:pt x="258523" y="126456"/>
                    <a:pt x="258198" y="126229"/>
                    <a:pt x="258037" y="126099"/>
                  </a:cubicBezTo>
                  <a:cubicBezTo>
                    <a:pt x="258944" y="126164"/>
                    <a:pt x="259853" y="126197"/>
                    <a:pt x="260794" y="126197"/>
                  </a:cubicBezTo>
                  <a:cubicBezTo>
                    <a:pt x="295594" y="126197"/>
                    <a:pt x="323908" y="97915"/>
                    <a:pt x="323908" y="63115"/>
                  </a:cubicBezTo>
                  <a:cubicBezTo>
                    <a:pt x="323908" y="28314"/>
                    <a:pt x="295594" y="0"/>
                    <a:pt x="260794" y="0"/>
                  </a:cubicBezTo>
                  <a:cubicBezTo>
                    <a:pt x="225993" y="0"/>
                    <a:pt x="197711" y="28314"/>
                    <a:pt x="197711" y="63115"/>
                  </a:cubicBezTo>
                  <a:cubicBezTo>
                    <a:pt x="197711" y="84909"/>
                    <a:pt x="208803" y="104142"/>
                    <a:pt x="225636" y="115494"/>
                  </a:cubicBezTo>
                  <a:cubicBezTo>
                    <a:pt x="218889" y="115299"/>
                    <a:pt x="212111" y="116434"/>
                    <a:pt x="205788" y="118867"/>
                  </a:cubicBezTo>
                  <a:cubicBezTo>
                    <a:pt x="197680" y="122013"/>
                    <a:pt x="190479" y="127234"/>
                    <a:pt x="184933" y="133916"/>
                  </a:cubicBezTo>
                  <a:lnTo>
                    <a:pt x="178186" y="142056"/>
                  </a:lnTo>
                  <a:cubicBezTo>
                    <a:pt x="173841" y="147310"/>
                    <a:pt x="170663" y="153246"/>
                    <a:pt x="168683" y="159700"/>
                  </a:cubicBezTo>
                  <a:lnTo>
                    <a:pt x="125580" y="301237"/>
                  </a:lnTo>
                  <a:cubicBezTo>
                    <a:pt x="123796" y="307108"/>
                    <a:pt x="122531" y="313075"/>
                    <a:pt x="121818" y="319140"/>
                  </a:cubicBezTo>
                  <a:lnTo>
                    <a:pt x="120423" y="319205"/>
                  </a:lnTo>
                  <a:lnTo>
                    <a:pt x="121137" y="333638"/>
                  </a:lnTo>
                  <a:cubicBezTo>
                    <a:pt x="121137" y="333962"/>
                    <a:pt x="121169" y="334254"/>
                    <a:pt x="121202" y="334578"/>
                  </a:cubicBezTo>
                  <a:lnTo>
                    <a:pt x="121202" y="334578"/>
                  </a:lnTo>
                  <a:lnTo>
                    <a:pt x="121202" y="334676"/>
                  </a:lnTo>
                  <a:cubicBezTo>
                    <a:pt x="121202" y="335195"/>
                    <a:pt x="121234" y="335746"/>
                    <a:pt x="121267" y="336265"/>
                  </a:cubicBezTo>
                  <a:lnTo>
                    <a:pt x="126294" y="438299"/>
                  </a:lnTo>
                  <a:lnTo>
                    <a:pt x="69082" y="581718"/>
                  </a:lnTo>
                  <a:lnTo>
                    <a:pt x="0" y="608150"/>
                  </a:lnTo>
                  <a:lnTo>
                    <a:pt x="27243" y="608150"/>
                  </a:lnTo>
                  <a:lnTo>
                    <a:pt x="76542" y="589274"/>
                  </a:lnTo>
                  <a:lnTo>
                    <a:pt x="136089" y="439921"/>
                  </a:lnTo>
                  <a:lnTo>
                    <a:pt x="132131" y="359455"/>
                  </a:lnTo>
                  <a:lnTo>
                    <a:pt x="132229" y="359552"/>
                  </a:lnTo>
                  <a:cubicBezTo>
                    <a:pt x="137029" y="364579"/>
                    <a:pt x="143061" y="368309"/>
                    <a:pt x="149678" y="370352"/>
                  </a:cubicBezTo>
                  <a:lnTo>
                    <a:pt x="166770" y="375574"/>
                  </a:lnTo>
                  <a:cubicBezTo>
                    <a:pt x="168002" y="375963"/>
                    <a:pt x="169267" y="376287"/>
                    <a:pt x="170533" y="376547"/>
                  </a:cubicBezTo>
                  <a:lnTo>
                    <a:pt x="194857" y="381509"/>
                  </a:lnTo>
                  <a:lnTo>
                    <a:pt x="194857" y="443067"/>
                  </a:lnTo>
                  <a:lnTo>
                    <a:pt x="135181" y="566150"/>
                  </a:lnTo>
                  <a:lnTo>
                    <a:pt x="279118" y="508938"/>
                  </a:lnTo>
                  <a:lnTo>
                    <a:pt x="276135" y="388158"/>
                  </a:lnTo>
                  <a:lnTo>
                    <a:pt x="172479" y="367011"/>
                  </a:lnTo>
                  <a:cubicBezTo>
                    <a:pt x="171505" y="366817"/>
                    <a:pt x="170564" y="366557"/>
                    <a:pt x="169624" y="366265"/>
                  </a:cubicBezTo>
                  <a:lnTo>
                    <a:pt x="152532" y="361044"/>
                  </a:lnTo>
                  <a:cubicBezTo>
                    <a:pt x="147505" y="359487"/>
                    <a:pt x="142900" y="356665"/>
                    <a:pt x="139267" y="352838"/>
                  </a:cubicBezTo>
                  <a:cubicBezTo>
                    <a:pt x="134435" y="347779"/>
                    <a:pt x="131483" y="341162"/>
                    <a:pt x="130932" y="334189"/>
                  </a:cubicBezTo>
                  <a:cubicBezTo>
                    <a:pt x="130574" y="323973"/>
                    <a:pt x="131938" y="313821"/>
                    <a:pt x="134888" y="304059"/>
                  </a:cubicBezTo>
                  <a:lnTo>
                    <a:pt x="177992" y="162554"/>
                  </a:lnTo>
                  <a:cubicBezTo>
                    <a:pt x="179582" y="157300"/>
                    <a:pt x="182176" y="152500"/>
                    <a:pt x="185679" y="148284"/>
                  </a:cubicBezTo>
                  <a:lnTo>
                    <a:pt x="192425" y="140110"/>
                  </a:lnTo>
                  <a:cubicBezTo>
                    <a:pt x="196900" y="134694"/>
                    <a:pt x="202738" y="130478"/>
                    <a:pt x="209289" y="127948"/>
                  </a:cubicBezTo>
                  <a:cubicBezTo>
                    <a:pt x="217982" y="124607"/>
                    <a:pt x="227615" y="124283"/>
                    <a:pt x="236501" y="127040"/>
                  </a:cubicBezTo>
                  <a:lnTo>
                    <a:pt x="241106" y="128499"/>
                  </a:lnTo>
                  <a:cubicBezTo>
                    <a:pt x="245290" y="129797"/>
                    <a:pt x="249248" y="131775"/>
                    <a:pt x="252847" y="134370"/>
                  </a:cubicBezTo>
                  <a:lnTo>
                    <a:pt x="269485" y="146305"/>
                  </a:lnTo>
                  <a:cubicBezTo>
                    <a:pt x="271075" y="147440"/>
                    <a:pt x="272632" y="148738"/>
                    <a:pt x="274059" y="150100"/>
                  </a:cubicBezTo>
                  <a:lnTo>
                    <a:pt x="356827" y="229917"/>
                  </a:lnTo>
                  <a:lnTo>
                    <a:pt x="434698" y="229820"/>
                  </a:lnTo>
                  <a:lnTo>
                    <a:pt x="434731" y="229820"/>
                  </a:lnTo>
                  <a:cubicBezTo>
                    <a:pt x="440537" y="229820"/>
                    <a:pt x="445985" y="232058"/>
                    <a:pt x="450104" y="236177"/>
                  </a:cubicBezTo>
                  <a:cubicBezTo>
                    <a:pt x="454223" y="240296"/>
                    <a:pt x="456461" y="245745"/>
                    <a:pt x="456461" y="251550"/>
                  </a:cubicBezTo>
                  <a:cubicBezTo>
                    <a:pt x="456461" y="257356"/>
                    <a:pt x="454191" y="262869"/>
                    <a:pt x="450072" y="266988"/>
                  </a:cubicBezTo>
                  <a:cubicBezTo>
                    <a:pt x="445920" y="271107"/>
                    <a:pt x="440407" y="273313"/>
                    <a:pt x="434602" y="273313"/>
                  </a:cubicBezTo>
                  <a:lnTo>
                    <a:pt x="341746" y="272729"/>
                  </a:lnTo>
                  <a:cubicBezTo>
                    <a:pt x="334805" y="272729"/>
                    <a:pt x="328124" y="270167"/>
                    <a:pt x="322869" y="265626"/>
                  </a:cubicBezTo>
                  <a:lnTo>
                    <a:pt x="239290" y="193463"/>
                  </a:lnTo>
                  <a:lnTo>
                    <a:pt x="232933" y="200825"/>
                  </a:lnTo>
                  <a:lnTo>
                    <a:pt x="258555" y="222944"/>
                  </a:lnTo>
                  <a:lnTo>
                    <a:pt x="232220" y="299324"/>
                  </a:lnTo>
                  <a:lnTo>
                    <a:pt x="318524" y="340643"/>
                  </a:lnTo>
                  <a:cubicBezTo>
                    <a:pt x="327573" y="344957"/>
                    <a:pt x="332957" y="354200"/>
                    <a:pt x="332308" y="364190"/>
                  </a:cubicBezTo>
                  <a:lnTo>
                    <a:pt x="323810" y="493759"/>
                  </a:lnTo>
                  <a:lnTo>
                    <a:pt x="418710" y="457337"/>
                  </a:lnTo>
                  <a:lnTo>
                    <a:pt x="426234" y="454451"/>
                  </a:lnTo>
                  <a:lnTo>
                    <a:pt x="418710" y="473035"/>
                  </a:lnTo>
                  <a:lnTo>
                    <a:pt x="381930" y="564009"/>
                  </a:lnTo>
                  <a:lnTo>
                    <a:pt x="327152" y="555706"/>
                  </a:lnTo>
                  <a:lnTo>
                    <a:pt x="284404" y="608150"/>
                  </a:lnTo>
                  <a:lnTo>
                    <a:pt x="296956" y="608150"/>
                  </a:lnTo>
                  <a:lnTo>
                    <a:pt x="331206" y="566182"/>
                  </a:lnTo>
                  <a:lnTo>
                    <a:pt x="388093" y="574809"/>
                  </a:lnTo>
                  <a:lnTo>
                    <a:pt x="428634" y="474429"/>
                  </a:lnTo>
                  <a:lnTo>
                    <a:pt x="437034" y="453640"/>
                  </a:lnTo>
                  <a:lnTo>
                    <a:pt x="451143" y="464472"/>
                  </a:lnTo>
                  <a:lnTo>
                    <a:pt x="638475" y="608150"/>
                  </a:lnTo>
                  <a:lnTo>
                    <a:pt x="654432" y="608150"/>
                  </a:lnTo>
                  <a:lnTo>
                    <a:pt x="451143" y="452180"/>
                  </a:lnTo>
                  <a:close/>
                  <a:moveTo>
                    <a:pt x="204587" y="383487"/>
                  </a:moveTo>
                  <a:lnTo>
                    <a:pt x="266600" y="396136"/>
                  </a:lnTo>
                  <a:lnTo>
                    <a:pt x="269225" y="502386"/>
                  </a:lnTo>
                  <a:lnTo>
                    <a:pt x="154867" y="547858"/>
                  </a:lnTo>
                  <a:lnTo>
                    <a:pt x="204587" y="445305"/>
                  </a:lnTo>
                  <a:lnTo>
                    <a:pt x="204587" y="383487"/>
                  </a:lnTo>
                  <a:close/>
                  <a:moveTo>
                    <a:pt x="207441" y="63115"/>
                  </a:moveTo>
                  <a:cubicBezTo>
                    <a:pt x="207441" y="33665"/>
                    <a:pt x="231376" y="9730"/>
                    <a:pt x="260794" y="9730"/>
                  </a:cubicBezTo>
                  <a:cubicBezTo>
                    <a:pt x="290210" y="9730"/>
                    <a:pt x="314178" y="33665"/>
                    <a:pt x="314178" y="63115"/>
                  </a:cubicBezTo>
                  <a:cubicBezTo>
                    <a:pt x="314178" y="92564"/>
                    <a:pt x="290242" y="116467"/>
                    <a:pt x="260794" y="116467"/>
                  </a:cubicBezTo>
                  <a:cubicBezTo>
                    <a:pt x="231345" y="116467"/>
                    <a:pt x="207441" y="92531"/>
                    <a:pt x="207441" y="63115"/>
                  </a:cubicBezTo>
                  <a:close/>
                </a:path>
              </a:pathLst>
            </a:custGeom>
            <a:grpFill/>
            <a:ln w="3243" cap="flat">
              <a:noFill/>
              <a:prstDash val="solid"/>
              <a:miter/>
            </a:ln>
          </p:spPr>
          <p:txBody>
            <a:bodyPr rtlCol="0" anchor="ctr"/>
            <a:lstStyle/>
            <a:p>
              <a:endParaRPr lang="en-US"/>
            </a:p>
          </p:txBody>
        </p:sp>
        <p:sp>
          <p:nvSpPr>
            <p:cNvPr id="35" name="Freeform: Shape 1131"/>
            <p:cNvSpPr/>
            <p:nvPr/>
          </p:nvSpPr>
          <p:spPr>
            <a:xfrm>
              <a:off x="16754192" y="2594008"/>
              <a:ext cx="32432" cy="248825"/>
            </a:xfrm>
            <a:custGeom>
              <a:avLst/>
              <a:gdLst>
                <a:gd name="connsiteX0" fmla="*/ 0 w 32432"/>
                <a:gd name="connsiteY0" fmla="*/ 0 h 248825"/>
                <a:gd name="connsiteX1" fmla="*/ 0 w 32432"/>
                <a:gd name="connsiteY1" fmla="*/ 244253 h 248825"/>
                <a:gd name="connsiteX2" fmla="*/ 15988 w 32432"/>
                <a:gd name="connsiteY2" fmla="*/ 244253 h 248825"/>
                <a:gd name="connsiteX3" fmla="*/ 16022 w 32432"/>
                <a:gd name="connsiteY3" fmla="*/ 244220 h 248825"/>
                <a:gd name="connsiteX4" fmla="*/ 32433 w 32432"/>
                <a:gd name="connsiteY4" fmla="*/ 248826 h 248825"/>
                <a:gd name="connsiteX5" fmla="*/ 32433 w 32432"/>
                <a:gd name="connsiteY5" fmla="*/ 0 h 248825"/>
                <a:gd name="connsiteX6" fmla="*/ 0 w 32432"/>
                <a:gd name="connsiteY6" fmla="*/ 0 h 24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2" h="248825">
                  <a:moveTo>
                    <a:pt x="0" y="0"/>
                  </a:moveTo>
                  <a:lnTo>
                    <a:pt x="0" y="244253"/>
                  </a:lnTo>
                  <a:lnTo>
                    <a:pt x="15988" y="244253"/>
                  </a:lnTo>
                  <a:cubicBezTo>
                    <a:pt x="15988" y="244253"/>
                    <a:pt x="16022" y="244220"/>
                    <a:pt x="16022" y="244220"/>
                  </a:cubicBezTo>
                  <a:cubicBezTo>
                    <a:pt x="21924" y="244220"/>
                    <a:pt x="27535" y="245842"/>
                    <a:pt x="32433" y="248826"/>
                  </a:cubicBezTo>
                  <a:lnTo>
                    <a:pt x="32433" y="0"/>
                  </a:lnTo>
                  <a:lnTo>
                    <a:pt x="0" y="0"/>
                  </a:lnTo>
                  <a:close/>
                </a:path>
              </a:pathLst>
            </a:custGeom>
            <a:solidFill>
              <a:schemeClr val="tx2"/>
            </a:solidFill>
            <a:ln w="3243" cap="flat">
              <a:noFill/>
              <a:prstDash val="solid"/>
              <a:miter/>
            </a:ln>
          </p:spPr>
          <p:txBody>
            <a:bodyPr rtlCol="0" anchor="ctr"/>
            <a:lstStyle/>
            <a:p>
              <a:endParaRPr lang="en-US"/>
            </a:p>
          </p:txBody>
        </p:sp>
        <p:sp>
          <p:nvSpPr>
            <p:cNvPr id="36" name="Freeform: Shape 1132"/>
            <p:cNvSpPr/>
            <p:nvPr/>
          </p:nvSpPr>
          <p:spPr>
            <a:xfrm>
              <a:off x="16754192" y="2896575"/>
              <a:ext cx="32432" cy="173743"/>
            </a:xfrm>
            <a:custGeom>
              <a:avLst/>
              <a:gdLst>
                <a:gd name="connsiteX0" fmla="*/ 0 w 32432"/>
                <a:gd name="connsiteY0" fmla="*/ 4508 h 173743"/>
                <a:gd name="connsiteX1" fmla="*/ 0 w 32432"/>
                <a:gd name="connsiteY1" fmla="*/ 169170 h 173743"/>
                <a:gd name="connsiteX2" fmla="*/ 17740 w 32432"/>
                <a:gd name="connsiteY2" fmla="*/ 162489 h 173743"/>
                <a:gd name="connsiteX3" fmla="*/ 32433 w 32432"/>
                <a:gd name="connsiteY3" fmla="*/ 173743 h 173743"/>
                <a:gd name="connsiteX4" fmla="*/ 32433 w 32432"/>
                <a:gd name="connsiteY4" fmla="*/ 0 h 173743"/>
                <a:gd name="connsiteX5" fmla="*/ 15827 w 32432"/>
                <a:gd name="connsiteY5" fmla="*/ 4605 h 173743"/>
                <a:gd name="connsiteX6" fmla="*/ 0 w 32432"/>
                <a:gd name="connsiteY6" fmla="*/ 4508 h 17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2" h="173743">
                  <a:moveTo>
                    <a:pt x="0" y="4508"/>
                  </a:moveTo>
                  <a:lnTo>
                    <a:pt x="0" y="169170"/>
                  </a:lnTo>
                  <a:lnTo>
                    <a:pt x="17740" y="162489"/>
                  </a:lnTo>
                  <a:lnTo>
                    <a:pt x="32433" y="173743"/>
                  </a:lnTo>
                  <a:lnTo>
                    <a:pt x="32433" y="0"/>
                  </a:lnTo>
                  <a:cubicBezTo>
                    <a:pt x="27535" y="3049"/>
                    <a:pt x="21892" y="4670"/>
                    <a:pt x="15827" y="4605"/>
                  </a:cubicBezTo>
                  <a:lnTo>
                    <a:pt x="0" y="4508"/>
                  </a:lnTo>
                  <a:close/>
                </a:path>
              </a:pathLst>
            </a:custGeom>
            <a:solidFill>
              <a:schemeClr val="tx2"/>
            </a:solidFill>
            <a:ln w="3243" cap="flat">
              <a:noFill/>
              <a:prstDash val="solid"/>
              <a:miter/>
            </a:ln>
          </p:spPr>
          <p:txBody>
            <a:bodyPr rtlCol="0" anchor="ctr"/>
            <a:lstStyle/>
            <a:p>
              <a:endParaRPr lang="en-US"/>
            </a:p>
          </p:txBody>
        </p:sp>
      </p:grpSp>
      <p:grpSp>
        <p:nvGrpSpPr>
          <p:cNvPr id="37" name="Group 1146"/>
          <p:cNvGrpSpPr/>
          <p:nvPr/>
        </p:nvGrpSpPr>
        <p:grpSpPr>
          <a:xfrm>
            <a:off x="9086123" y="1449963"/>
            <a:ext cx="692940" cy="680683"/>
            <a:chOff x="17500538" y="1281549"/>
            <a:chExt cx="691600" cy="679367"/>
          </a:xfrm>
          <a:solidFill>
            <a:schemeClr val="tx1"/>
          </a:solidFill>
        </p:grpSpPr>
        <p:sp>
          <p:nvSpPr>
            <p:cNvPr id="38" name="Freeform: Shape 1039"/>
            <p:cNvSpPr/>
            <p:nvPr/>
          </p:nvSpPr>
          <p:spPr>
            <a:xfrm>
              <a:off x="17609513" y="1391134"/>
              <a:ext cx="463791" cy="463791"/>
            </a:xfrm>
            <a:custGeom>
              <a:avLst/>
              <a:gdLst>
                <a:gd name="connsiteX0" fmla="*/ 231896 w 463791"/>
                <a:gd name="connsiteY0" fmla="*/ 0 h 463791"/>
                <a:gd name="connsiteX1" fmla="*/ 0 w 463791"/>
                <a:gd name="connsiteY1" fmla="*/ 231896 h 463791"/>
                <a:gd name="connsiteX2" fmla="*/ 231896 w 463791"/>
                <a:gd name="connsiteY2" fmla="*/ 463791 h 463791"/>
                <a:gd name="connsiteX3" fmla="*/ 463791 w 463791"/>
                <a:gd name="connsiteY3" fmla="*/ 231896 h 463791"/>
                <a:gd name="connsiteX4" fmla="*/ 231896 w 463791"/>
                <a:gd name="connsiteY4" fmla="*/ 0 h 463791"/>
                <a:gd name="connsiteX5" fmla="*/ 140532 w 463791"/>
                <a:gd name="connsiteY5" fmla="*/ 434342 h 463791"/>
                <a:gd name="connsiteX6" fmla="*/ 31331 w 463791"/>
                <a:gd name="connsiteY6" fmla="*/ 327443 h 463791"/>
                <a:gd name="connsiteX7" fmla="*/ 31331 w 463791"/>
                <a:gd name="connsiteY7" fmla="*/ 299616 h 463791"/>
                <a:gd name="connsiteX8" fmla="*/ 51342 w 463791"/>
                <a:gd name="connsiteY8" fmla="*/ 273118 h 463791"/>
                <a:gd name="connsiteX9" fmla="*/ 102164 w 463791"/>
                <a:gd name="connsiteY9" fmla="*/ 258588 h 463791"/>
                <a:gd name="connsiteX10" fmla="*/ 152986 w 463791"/>
                <a:gd name="connsiteY10" fmla="*/ 273118 h 463791"/>
                <a:gd name="connsiteX11" fmla="*/ 172998 w 463791"/>
                <a:gd name="connsiteY11" fmla="*/ 299616 h 463791"/>
                <a:gd name="connsiteX12" fmla="*/ 172998 w 463791"/>
                <a:gd name="connsiteY12" fmla="*/ 328286 h 463791"/>
                <a:gd name="connsiteX13" fmla="*/ 140566 w 463791"/>
                <a:gd name="connsiteY13" fmla="*/ 373757 h 463791"/>
                <a:gd name="connsiteX14" fmla="*/ 140566 w 463791"/>
                <a:gd name="connsiteY14" fmla="*/ 434310 h 463791"/>
                <a:gd name="connsiteX15" fmla="*/ 102099 w 463791"/>
                <a:gd name="connsiteY15" fmla="*/ 248664 h 463791"/>
                <a:gd name="connsiteX16" fmla="*/ 74531 w 463791"/>
                <a:gd name="connsiteY16" fmla="*/ 221095 h 463791"/>
                <a:gd name="connsiteX17" fmla="*/ 74531 w 463791"/>
                <a:gd name="connsiteY17" fmla="*/ 199463 h 463791"/>
                <a:gd name="connsiteX18" fmla="*/ 102099 w 463791"/>
                <a:gd name="connsiteY18" fmla="*/ 171895 h 463791"/>
                <a:gd name="connsiteX19" fmla="*/ 129667 w 463791"/>
                <a:gd name="connsiteY19" fmla="*/ 199463 h 463791"/>
                <a:gd name="connsiteX20" fmla="*/ 129667 w 463791"/>
                <a:gd name="connsiteY20" fmla="*/ 221095 h 463791"/>
                <a:gd name="connsiteX21" fmla="*/ 102099 w 463791"/>
                <a:gd name="connsiteY21" fmla="*/ 248664 h 463791"/>
                <a:gd name="connsiteX22" fmla="*/ 313529 w 463791"/>
                <a:gd name="connsiteY22" fmla="*/ 438461 h 463791"/>
                <a:gd name="connsiteX23" fmla="*/ 231896 w 463791"/>
                <a:gd name="connsiteY23" fmla="*/ 454061 h 463791"/>
                <a:gd name="connsiteX24" fmla="*/ 150262 w 463791"/>
                <a:gd name="connsiteY24" fmla="*/ 438461 h 463791"/>
                <a:gd name="connsiteX25" fmla="*/ 150262 w 463791"/>
                <a:gd name="connsiteY25" fmla="*/ 373757 h 463791"/>
                <a:gd name="connsiteX26" fmla="*/ 179322 w 463791"/>
                <a:gd name="connsiteY26" fmla="*/ 336524 h 463791"/>
                <a:gd name="connsiteX27" fmla="*/ 231864 w 463791"/>
                <a:gd name="connsiteY27" fmla="*/ 323389 h 463791"/>
                <a:gd name="connsiteX28" fmla="*/ 284404 w 463791"/>
                <a:gd name="connsiteY28" fmla="*/ 336524 h 463791"/>
                <a:gd name="connsiteX29" fmla="*/ 313464 w 463791"/>
                <a:gd name="connsiteY29" fmla="*/ 373757 h 463791"/>
                <a:gd name="connsiteX30" fmla="*/ 313464 w 463791"/>
                <a:gd name="connsiteY30" fmla="*/ 438461 h 463791"/>
                <a:gd name="connsiteX31" fmla="*/ 231831 w 463791"/>
                <a:gd name="connsiteY31" fmla="*/ 313529 h 463791"/>
                <a:gd name="connsiteX32" fmla="*/ 193462 w 463791"/>
                <a:gd name="connsiteY32" fmla="*/ 275161 h 463791"/>
                <a:gd name="connsiteX33" fmla="*/ 193462 w 463791"/>
                <a:gd name="connsiteY33" fmla="*/ 253528 h 463791"/>
                <a:gd name="connsiteX34" fmla="*/ 231831 w 463791"/>
                <a:gd name="connsiteY34" fmla="*/ 215160 h 463791"/>
                <a:gd name="connsiteX35" fmla="*/ 270199 w 463791"/>
                <a:gd name="connsiteY35" fmla="*/ 253528 h 463791"/>
                <a:gd name="connsiteX36" fmla="*/ 270199 w 463791"/>
                <a:gd name="connsiteY36" fmla="*/ 275161 h 463791"/>
                <a:gd name="connsiteX37" fmla="*/ 231831 w 463791"/>
                <a:gd name="connsiteY37" fmla="*/ 313529 h 463791"/>
                <a:gd name="connsiteX38" fmla="*/ 432429 w 463791"/>
                <a:gd name="connsiteY38" fmla="*/ 327443 h 463791"/>
                <a:gd name="connsiteX39" fmla="*/ 323227 w 463791"/>
                <a:gd name="connsiteY39" fmla="*/ 434342 h 463791"/>
                <a:gd name="connsiteX40" fmla="*/ 323227 w 463791"/>
                <a:gd name="connsiteY40" fmla="*/ 373790 h 463791"/>
                <a:gd name="connsiteX41" fmla="*/ 290794 w 463791"/>
                <a:gd name="connsiteY41" fmla="*/ 328319 h 463791"/>
                <a:gd name="connsiteX42" fmla="*/ 290794 w 463791"/>
                <a:gd name="connsiteY42" fmla="*/ 299648 h 463791"/>
                <a:gd name="connsiteX43" fmla="*/ 310805 w 463791"/>
                <a:gd name="connsiteY43" fmla="*/ 273150 h 463791"/>
                <a:gd name="connsiteX44" fmla="*/ 361627 w 463791"/>
                <a:gd name="connsiteY44" fmla="*/ 258620 h 463791"/>
                <a:gd name="connsiteX45" fmla="*/ 412450 w 463791"/>
                <a:gd name="connsiteY45" fmla="*/ 273150 h 463791"/>
                <a:gd name="connsiteX46" fmla="*/ 432462 w 463791"/>
                <a:gd name="connsiteY46" fmla="*/ 299648 h 463791"/>
                <a:gd name="connsiteX47" fmla="*/ 432462 w 463791"/>
                <a:gd name="connsiteY47" fmla="*/ 327476 h 463791"/>
                <a:gd name="connsiteX48" fmla="*/ 334124 w 463791"/>
                <a:gd name="connsiteY48" fmla="*/ 221095 h 463791"/>
                <a:gd name="connsiteX49" fmla="*/ 334124 w 463791"/>
                <a:gd name="connsiteY49" fmla="*/ 199463 h 463791"/>
                <a:gd name="connsiteX50" fmla="*/ 361692 w 463791"/>
                <a:gd name="connsiteY50" fmla="*/ 171895 h 463791"/>
                <a:gd name="connsiteX51" fmla="*/ 389260 w 463791"/>
                <a:gd name="connsiteY51" fmla="*/ 199463 h 463791"/>
                <a:gd name="connsiteX52" fmla="*/ 389260 w 463791"/>
                <a:gd name="connsiteY52" fmla="*/ 221095 h 463791"/>
                <a:gd name="connsiteX53" fmla="*/ 361692 w 463791"/>
                <a:gd name="connsiteY53" fmla="*/ 248664 h 463791"/>
                <a:gd name="connsiteX54" fmla="*/ 334124 w 463791"/>
                <a:gd name="connsiteY54" fmla="*/ 221095 h 463791"/>
                <a:gd name="connsiteX55" fmla="*/ 415110 w 463791"/>
                <a:gd name="connsiteY55" fmla="*/ 263745 h 463791"/>
                <a:gd name="connsiteX56" fmla="*/ 379824 w 463791"/>
                <a:gd name="connsiteY56" fmla="*/ 253658 h 463791"/>
                <a:gd name="connsiteX57" fmla="*/ 398990 w 463791"/>
                <a:gd name="connsiteY57" fmla="*/ 221095 h 463791"/>
                <a:gd name="connsiteX58" fmla="*/ 398990 w 463791"/>
                <a:gd name="connsiteY58" fmla="*/ 199463 h 463791"/>
                <a:gd name="connsiteX59" fmla="*/ 361692 w 463791"/>
                <a:gd name="connsiteY59" fmla="*/ 162165 h 463791"/>
                <a:gd name="connsiteX60" fmla="*/ 324395 w 463791"/>
                <a:gd name="connsiteY60" fmla="*/ 199463 h 463791"/>
                <a:gd name="connsiteX61" fmla="*/ 324395 w 463791"/>
                <a:gd name="connsiteY61" fmla="*/ 221095 h 463791"/>
                <a:gd name="connsiteX62" fmla="*/ 343530 w 463791"/>
                <a:gd name="connsiteY62" fmla="*/ 253626 h 463791"/>
                <a:gd name="connsiteX63" fmla="*/ 308146 w 463791"/>
                <a:gd name="connsiteY63" fmla="*/ 263745 h 463791"/>
                <a:gd name="connsiteX64" fmla="*/ 281096 w 463791"/>
                <a:gd name="connsiteY64" fmla="*/ 299616 h 463791"/>
                <a:gd name="connsiteX65" fmla="*/ 281096 w 463791"/>
                <a:gd name="connsiteY65" fmla="*/ 325692 h 463791"/>
                <a:gd name="connsiteX66" fmla="*/ 252491 w 463791"/>
                <a:gd name="connsiteY66" fmla="*/ 318557 h 463791"/>
                <a:gd name="connsiteX67" fmla="*/ 279929 w 463791"/>
                <a:gd name="connsiteY67" fmla="*/ 275161 h 463791"/>
                <a:gd name="connsiteX68" fmla="*/ 279929 w 463791"/>
                <a:gd name="connsiteY68" fmla="*/ 253528 h 463791"/>
                <a:gd name="connsiteX69" fmla="*/ 231831 w 463791"/>
                <a:gd name="connsiteY69" fmla="*/ 205430 h 463791"/>
                <a:gd name="connsiteX70" fmla="*/ 183732 w 463791"/>
                <a:gd name="connsiteY70" fmla="*/ 253528 h 463791"/>
                <a:gd name="connsiteX71" fmla="*/ 183732 w 463791"/>
                <a:gd name="connsiteY71" fmla="*/ 275161 h 463791"/>
                <a:gd name="connsiteX72" fmla="*/ 211237 w 463791"/>
                <a:gd name="connsiteY72" fmla="*/ 318557 h 463791"/>
                <a:gd name="connsiteX73" fmla="*/ 182728 w 463791"/>
                <a:gd name="connsiteY73" fmla="*/ 325692 h 463791"/>
                <a:gd name="connsiteX74" fmla="*/ 182728 w 463791"/>
                <a:gd name="connsiteY74" fmla="*/ 299616 h 463791"/>
                <a:gd name="connsiteX75" fmla="*/ 155678 w 463791"/>
                <a:gd name="connsiteY75" fmla="*/ 263745 h 463791"/>
                <a:gd name="connsiteX76" fmla="*/ 120295 w 463791"/>
                <a:gd name="connsiteY76" fmla="*/ 253626 h 463791"/>
                <a:gd name="connsiteX77" fmla="*/ 139430 w 463791"/>
                <a:gd name="connsiteY77" fmla="*/ 221095 h 463791"/>
                <a:gd name="connsiteX78" fmla="*/ 139430 w 463791"/>
                <a:gd name="connsiteY78" fmla="*/ 199463 h 463791"/>
                <a:gd name="connsiteX79" fmla="*/ 102132 w 463791"/>
                <a:gd name="connsiteY79" fmla="*/ 162165 h 463791"/>
                <a:gd name="connsiteX80" fmla="*/ 64834 w 463791"/>
                <a:gd name="connsiteY80" fmla="*/ 199463 h 463791"/>
                <a:gd name="connsiteX81" fmla="*/ 64834 w 463791"/>
                <a:gd name="connsiteY81" fmla="*/ 221095 h 463791"/>
                <a:gd name="connsiteX82" fmla="*/ 84001 w 463791"/>
                <a:gd name="connsiteY82" fmla="*/ 253658 h 463791"/>
                <a:gd name="connsiteX83" fmla="*/ 48714 w 463791"/>
                <a:gd name="connsiteY83" fmla="*/ 263745 h 463791"/>
                <a:gd name="connsiteX84" fmla="*/ 21666 w 463791"/>
                <a:gd name="connsiteY84" fmla="*/ 299616 h 463791"/>
                <a:gd name="connsiteX85" fmla="*/ 21666 w 463791"/>
                <a:gd name="connsiteY85" fmla="*/ 303475 h 463791"/>
                <a:gd name="connsiteX86" fmla="*/ 9763 w 463791"/>
                <a:gd name="connsiteY86" fmla="*/ 231928 h 463791"/>
                <a:gd name="connsiteX87" fmla="*/ 231929 w 463791"/>
                <a:gd name="connsiteY87" fmla="*/ 9762 h 463791"/>
                <a:gd name="connsiteX88" fmla="*/ 454095 w 463791"/>
                <a:gd name="connsiteY88" fmla="*/ 231928 h 463791"/>
                <a:gd name="connsiteX89" fmla="*/ 442192 w 463791"/>
                <a:gd name="connsiteY89" fmla="*/ 303475 h 463791"/>
                <a:gd name="connsiteX90" fmla="*/ 442192 w 463791"/>
                <a:gd name="connsiteY90" fmla="*/ 299616 h 463791"/>
                <a:gd name="connsiteX91" fmla="*/ 415142 w 463791"/>
                <a:gd name="connsiteY91" fmla="*/ 263745 h 46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63791" h="463791">
                  <a:moveTo>
                    <a:pt x="231896" y="0"/>
                  </a:moveTo>
                  <a:cubicBezTo>
                    <a:pt x="104014" y="0"/>
                    <a:pt x="0" y="104013"/>
                    <a:pt x="0" y="231896"/>
                  </a:cubicBezTo>
                  <a:cubicBezTo>
                    <a:pt x="0" y="359779"/>
                    <a:pt x="104014" y="463791"/>
                    <a:pt x="231896" y="463791"/>
                  </a:cubicBezTo>
                  <a:cubicBezTo>
                    <a:pt x="359779" y="463791"/>
                    <a:pt x="463791" y="359779"/>
                    <a:pt x="463791" y="231896"/>
                  </a:cubicBezTo>
                  <a:cubicBezTo>
                    <a:pt x="463791" y="104013"/>
                    <a:pt x="359779" y="0"/>
                    <a:pt x="231896" y="0"/>
                  </a:cubicBezTo>
                  <a:close/>
                  <a:moveTo>
                    <a:pt x="140532" y="434342"/>
                  </a:moveTo>
                  <a:cubicBezTo>
                    <a:pt x="92759" y="412709"/>
                    <a:pt x="53937" y="374666"/>
                    <a:pt x="31331" y="327443"/>
                  </a:cubicBezTo>
                  <a:lnTo>
                    <a:pt x="31331" y="299616"/>
                  </a:lnTo>
                  <a:cubicBezTo>
                    <a:pt x="31331" y="287388"/>
                    <a:pt x="39569" y="276459"/>
                    <a:pt x="51342" y="273118"/>
                  </a:cubicBezTo>
                  <a:lnTo>
                    <a:pt x="102164" y="258588"/>
                  </a:lnTo>
                  <a:lnTo>
                    <a:pt x="152986" y="273118"/>
                  </a:lnTo>
                  <a:cubicBezTo>
                    <a:pt x="164760" y="276491"/>
                    <a:pt x="172998" y="287388"/>
                    <a:pt x="172998" y="299616"/>
                  </a:cubicBezTo>
                  <a:lnTo>
                    <a:pt x="172998" y="328286"/>
                  </a:lnTo>
                  <a:cubicBezTo>
                    <a:pt x="153700" y="334903"/>
                    <a:pt x="140566" y="353065"/>
                    <a:pt x="140566" y="373757"/>
                  </a:cubicBezTo>
                  <a:lnTo>
                    <a:pt x="140566" y="434310"/>
                  </a:lnTo>
                  <a:close/>
                  <a:moveTo>
                    <a:pt x="102099" y="248664"/>
                  </a:moveTo>
                  <a:cubicBezTo>
                    <a:pt x="86888" y="248664"/>
                    <a:pt x="74531" y="236307"/>
                    <a:pt x="74531" y="221095"/>
                  </a:cubicBezTo>
                  <a:lnTo>
                    <a:pt x="74531" y="199463"/>
                  </a:lnTo>
                  <a:cubicBezTo>
                    <a:pt x="74531" y="184252"/>
                    <a:pt x="86888" y="171895"/>
                    <a:pt x="102099" y="171895"/>
                  </a:cubicBezTo>
                  <a:cubicBezTo>
                    <a:pt x="117310" y="171895"/>
                    <a:pt x="129667" y="184252"/>
                    <a:pt x="129667" y="199463"/>
                  </a:cubicBezTo>
                  <a:lnTo>
                    <a:pt x="129667" y="221095"/>
                  </a:lnTo>
                  <a:cubicBezTo>
                    <a:pt x="129667" y="236307"/>
                    <a:pt x="117310" y="248664"/>
                    <a:pt x="102099" y="248664"/>
                  </a:cubicBezTo>
                  <a:close/>
                  <a:moveTo>
                    <a:pt x="313529" y="438461"/>
                  </a:moveTo>
                  <a:cubicBezTo>
                    <a:pt x="288232" y="448483"/>
                    <a:pt x="260729" y="454061"/>
                    <a:pt x="231896" y="454061"/>
                  </a:cubicBezTo>
                  <a:cubicBezTo>
                    <a:pt x="203064" y="454061"/>
                    <a:pt x="175561" y="448483"/>
                    <a:pt x="150262" y="438461"/>
                  </a:cubicBezTo>
                  <a:lnTo>
                    <a:pt x="150262" y="373757"/>
                  </a:lnTo>
                  <a:cubicBezTo>
                    <a:pt x="150262" y="356114"/>
                    <a:pt x="162230" y="340806"/>
                    <a:pt x="179322" y="336524"/>
                  </a:cubicBezTo>
                  <a:lnTo>
                    <a:pt x="231864" y="323389"/>
                  </a:lnTo>
                  <a:lnTo>
                    <a:pt x="284404" y="336524"/>
                  </a:lnTo>
                  <a:cubicBezTo>
                    <a:pt x="301530" y="340806"/>
                    <a:pt x="313464" y="356114"/>
                    <a:pt x="313464" y="373757"/>
                  </a:cubicBezTo>
                  <a:lnTo>
                    <a:pt x="313464" y="438461"/>
                  </a:lnTo>
                  <a:close/>
                  <a:moveTo>
                    <a:pt x="231831" y="313529"/>
                  </a:moveTo>
                  <a:cubicBezTo>
                    <a:pt x="210684" y="313529"/>
                    <a:pt x="193462" y="296308"/>
                    <a:pt x="193462" y="275161"/>
                  </a:cubicBezTo>
                  <a:lnTo>
                    <a:pt x="193462" y="253528"/>
                  </a:lnTo>
                  <a:cubicBezTo>
                    <a:pt x="193462" y="232382"/>
                    <a:pt x="210684" y="215160"/>
                    <a:pt x="231831" y="215160"/>
                  </a:cubicBezTo>
                  <a:cubicBezTo>
                    <a:pt x="252977" y="215160"/>
                    <a:pt x="270199" y="232382"/>
                    <a:pt x="270199" y="253528"/>
                  </a:cubicBezTo>
                  <a:lnTo>
                    <a:pt x="270199" y="275161"/>
                  </a:lnTo>
                  <a:cubicBezTo>
                    <a:pt x="270199" y="296308"/>
                    <a:pt x="252977" y="313529"/>
                    <a:pt x="231831" y="313529"/>
                  </a:cubicBezTo>
                  <a:close/>
                  <a:moveTo>
                    <a:pt x="432429" y="327443"/>
                  </a:moveTo>
                  <a:cubicBezTo>
                    <a:pt x="409824" y="374698"/>
                    <a:pt x="371001" y="412709"/>
                    <a:pt x="323227" y="434342"/>
                  </a:cubicBezTo>
                  <a:lnTo>
                    <a:pt x="323227" y="373790"/>
                  </a:lnTo>
                  <a:cubicBezTo>
                    <a:pt x="323227" y="353065"/>
                    <a:pt x="310093" y="334935"/>
                    <a:pt x="290794" y="328319"/>
                  </a:cubicBezTo>
                  <a:lnTo>
                    <a:pt x="290794" y="299648"/>
                  </a:lnTo>
                  <a:cubicBezTo>
                    <a:pt x="290794" y="287421"/>
                    <a:pt x="299033" y="276491"/>
                    <a:pt x="310805" y="273150"/>
                  </a:cubicBezTo>
                  <a:lnTo>
                    <a:pt x="361627" y="258620"/>
                  </a:lnTo>
                  <a:lnTo>
                    <a:pt x="412450" y="273150"/>
                  </a:lnTo>
                  <a:cubicBezTo>
                    <a:pt x="424224" y="276523"/>
                    <a:pt x="432462" y="287421"/>
                    <a:pt x="432462" y="299648"/>
                  </a:cubicBezTo>
                  <a:lnTo>
                    <a:pt x="432462" y="327476"/>
                  </a:lnTo>
                  <a:close/>
                  <a:moveTo>
                    <a:pt x="334124" y="221095"/>
                  </a:moveTo>
                  <a:lnTo>
                    <a:pt x="334124" y="199463"/>
                  </a:lnTo>
                  <a:cubicBezTo>
                    <a:pt x="334124" y="184252"/>
                    <a:pt x="346482" y="171895"/>
                    <a:pt x="361692" y="171895"/>
                  </a:cubicBezTo>
                  <a:cubicBezTo>
                    <a:pt x="376903" y="171895"/>
                    <a:pt x="389260" y="184252"/>
                    <a:pt x="389260" y="199463"/>
                  </a:cubicBezTo>
                  <a:lnTo>
                    <a:pt x="389260" y="221095"/>
                  </a:lnTo>
                  <a:cubicBezTo>
                    <a:pt x="389260" y="236307"/>
                    <a:pt x="376903" y="248664"/>
                    <a:pt x="361692" y="248664"/>
                  </a:cubicBezTo>
                  <a:cubicBezTo>
                    <a:pt x="346482" y="248664"/>
                    <a:pt x="334124" y="236307"/>
                    <a:pt x="334124" y="221095"/>
                  </a:cubicBezTo>
                  <a:close/>
                  <a:moveTo>
                    <a:pt x="415110" y="263745"/>
                  </a:moveTo>
                  <a:lnTo>
                    <a:pt x="379824" y="253658"/>
                  </a:lnTo>
                  <a:cubicBezTo>
                    <a:pt x="391240" y="247269"/>
                    <a:pt x="398990" y="235074"/>
                    <a:pt x="398990" y="221095"/>
                  </a:cubicBezTo>
                  <a:lnTo>
                    <a:pt x="398990" y="199463"/>
                  </a:lnTo>
                  <a:cubicBezTo>
                    <a:pt x="398990" y="178900"/>
                    <a:pt x="382256" y="162165"/>
                    <a:pt x="361692" y="162165"/>
                  </a:cubicBezTo>
                  <a:cubicBezTo>
                    <a:pt x="341130" y="162165"/>
                    <a:pt x="324395" y="178900"/>
                    <a:pt x="324395" y="199463"/>
                  </a:cubicBezTo>
                  <a:lnTo>
                    <a:pt x="324395" y="221095"/>
                  </a:lnTo>
                  <a:cubicBezTo>
                    <a:pt x="324395" y="235074"/>
                    <a:pt x="332113" y="247236"/>
                    <a:pt x="343530" y="253626"/>
                  </a:cubicBezTo>
                  <a:lnTo>
                    <a:pt x="308146" y="263745"/>
                  </a:lnTo>
                  <a:cubicBezTo>
                    <a:pt x="292221" y="268285"/>
                    <a:pt x="281096" y="283042"/>
                    <a:pt x="281096" y="299616"/>
                  </a:cubicBezTo>
                  <a:lnTo>
                    <a:pt x="281096" y="325692"/>
                  </a:lnTo>
                  <a:lnTo>
                    <a:pt x="252491" y="318557"/>
                  </a:lnTo>
                  <a:cubicBezTo>
                    <a:pt x="268676" y="310805"/>
                    <a:pt x="279929" y="294297"/>
                    <a:pt x="279929" y="275161"/>
                  </a:cubicBezTo>
                  <a:lnTo>
                    <a:pt x="279929" y="253528"/>
                  </a:lnTo>
                  <a:cubicBezTo>
                    <a:pt x="279929" y="226998"/>
                    <a:pt x="258361" y="205430"/>
                    <a:pt x="231831" y="205430"/>
                  </a:cubicBezTo>
                  <a:cubicBezTo>
                    <a:pt x="205302" y="205430"/>
                    <a:pt x="183732" y="226998"/>
                    <a:pt x="183732" y="253528"/>
                  </a:cubicBezTo>
                  <a:lnTo>
                    <a:pt x="183732" y="275161"/>
                  </a:lnTo>
                  <a:cubicBezTo>
                    <a:pt x="183732" y="294297"/>
                    <a:pt x="194987" y="310805"/>
                    <a:pt x="211237" y="318557"/>
                  </a:cubicBezTo>
                  <a:lnTo>
                    <a:pt x="182728" y="325692"/>
                  </a:lnTo>
                  <a:lnTo>
                    <a:pt x="182728" y="299616"/>
                  </a:lnTo>
                  <a:cubicBezTo>
                    <a:pt x="182728" y="283042"/>
                    <a:pt x="171603" y="268318"/>
                    <a:pt x="155678" y="263745"/>
                  </a:cubicBezTo>
                  <a:lnTo>
                    <a:pt x="120295" y="253626"/>
                  </a:lnTo>
                  <a:cubicBezTo>
                    <a:pt x="131678" y="247236"/>
                    <a:pt x="139430" y="235042"/>
                    <a:pt x="139430" y="221095"/>
                  </a:cubicBezTo>
                  <a:lnTo>
                    <a:pt x="139430" y="199463"/>
                  </a:lnTo>
                  <a:cubicBezTo>
                    <a:pt x="139430" y="178900"/>
                    <a:pt x="122694" y="162165"/>
                    <a:pt x="102132" y="162165"/>
                  </a:cubicBezTo>
                  <a:cubicBezTo>
                    <a:pt x="81569" y="162165"/>
                    <a:pt x="64834" y="178900"/>
                    <a:pt x="64834" y="199463"/>
                  </a:cubicBezTo>
                  <a:lnTo>
                    <a:pt x="64834" y="221095"/>
                  </a:lnTo>
                  <a:cubicBezTo>
                    <a:pt x="64834" y="235074"/>
                    <a:pt x="72586" y="247269"/>
                    <a:pt x="84001" y="253658"/>
                  </a:cubicBezTo>
                  <a:lnTo>
                    <a:pt x="48714" y="263745"/>
                  </a:lnTo>
                  <a:cubicBezTo>
                    <a:pt x="32791" y="268285"/>
                    <a:pt x="21666" y="283042"/>
                    <a:pt x="21666" y="299616"/>
                  </a:cubicBezTo>
                  <a:lnTo>
                    <a:pt x="21666" y="303475"/>
                  </a:lnTo>
                  <a:cubicBezTo>
                    <a:pt x="14012" y="280999"/>
                    <a:pt x="9763" y="256966"/>
                    <a:pt x="9763" y="231928"/>
                  </a:cubicBezTo>
                  <a:cubicBezTo>
                    <a:pt x="9763" y="109429"/>
                    <a:pt x="109430" y="9762"/>
                    <a:pt x="231929" y="9762"/>
                  </a:cubicBezTo>
                  <a:cubicBezTo>
                    <a:pt x="354428" y="9762"/>
                    <a:pt x="454095" y="109429"/>
                    <a:pt x="454095" y="231928"/>
                  </a:cubicBezTo>
                  <a:cubicBezTo>
                    <a:pt x="454095" y="256966"/>
                    <a:pt x="449877" y="280999"/>
                    <a:pt x="442192" y="303475"/>
                  </a:cubicBezTo>
                  <a:lnTo>
                    <a:pt x="442192" y="299616"/>
                  </a:lnTo>
                  <a:cubicBezTo>
                    <a:pt x="442192" y="283042"/>
                    <a:pt x="431067" y="268318"/>
                    <a:pt x="415142" y="263745"/>
                  </a:cubicBezTo>
                  <a:close/>
                </a:path>
              </a:pathLst>
            </a:custGeom>
            <a:grpFill/>
            <a:ln w="3243" cap="flat">
              <a:noFill/>
              <a:prstDash val="solid"/>
              <a:miter/>
            </a:ln>
          </p:spPr>
          <p:txBody>
            <a:bodyPr rtlCol="0" anchor="ctr"/>
            <a:lstStyle/>
            <a:p>
              <a:endParaRPr lang="en-US"/>
            </a:p>
          </p:txBody>
        </p:sp>
        <p:sp>
          <p:nvSpPr>
            <p:cNvPr id="39" name="Freeform: Shape 1040"/>
            <p:cNvSpPr/>
            <p:nvPr/>
          </p:nvSpPr>
          <p:spPr>
            <a:xfrm>
              <a:off x="17749981" y="1456000"/>
              <a:ext cx="74595" cy="96228"/>
            </a:xfrm>
            <a:custGeom>
              <a:avLst/>
              <a:gdLst>
                <a:gd name="connsiteX0" fmla="*/ 37298 w 74595"/>
                <a:gd name="connsiteY0" fmla="*/ 0 h 96228"/>
                <a:gd name="connsiteX1" fmla="*/ 0 w 74595"/>
                <a:gd name="connsiteY1" fmla="*/ 37298 h 96228"/>
                <a:gd name="connsiteX2" fmla="*/ 0 w 74595"/>
                <a:gd name="connsiteY2" fmla="*/ 58931 h 96228"/>
                <a:gd name="connsiteX3" fmla="*/ 37298 w 74595"/>
                <a:gd name="connsiteY3" fmla="*/ 96229 h 96228"/>
                <a:gd name="connsiteX4" fmla="*/ 74596 w 74595"/>
                <a:gd name="connsiteY4" fmla="*/ 58931 h 96228"/>
                <a:gd name="connsiteX5" fmla="*/ 74596 w 74595"/>
                <a:gd name="connsiteY5" fmla="*/ 37298 h 96228"/>
                <a:gd name="connsiteX6" fmla="*/ 37298 w 74595"/>
                <a:gd name="connsiteY6" fmla="*/ 0 h 96228"/>
                <a:gd name="connsiteX7" fmla="*/ 64866 w 74595"/>
                <a:gd name="connsiteY7" fmla="*/ 58931 h 96228"/>
                <a:gd name="connsiteX8" fmla="*/ 37298 w 74595"/>
                <a:gd name="connsiteY8" fmla="*/ 86499 h 96228"/>
                <a:gd name="connsiteX9" fmla="*/ 9730 w 74595"/>
                <a:gd name="connsiteY9" fmla="*/ 58931 h 96228"/>
                <a:gd name="connsiteX10" fmla="*/ 9730 w 74595"/>
                <a:gd name="connsiteY10" fmla="*/ 37298 h 96228"/>
                <a:gd name="connsiteX11" fmla="*/ 37298 w 74595"/>
                <a:gd name="connsiteY11" fmla="*/ 9730 h 96228"/>
                <a:gd name="connsiteX12" fmla="*/ 64866 w 74595"/>
                <a:gd name="connsiteY12" fmla="*/ 37298 h 96228"/>
                <a:gd name="connsiteX13" fmla="*/ 64866 w 74595"/>
                <a:gd name="connsiteY13" fmla="*/ 58931 h 9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595" h="96228">
                  <a:moveTo>
                    <a:pt x="37298" y="0"/>
                  </a:moveTo>
                  <a:cubicBezTo>
                    <a:pt x="16736" y="0"/>
                    <a:pt x="0" y="16735"/>
                    <a:pt x="0" y="37298"/>
                  </a:cubicBezTo>
                  <a:lnTo>
                    <a:pt x="0" y="58931"/>
                  </a:lnTo>
                  <a:cubicBezTo>
                    <a:pt x="0" y="79493"/>
                    <a:pt x="16736" y="96229"/>
                    <a:pt x="37298" y="96229"/>
                  </a:cubicBezTo>
                  <a:cubicBezTo>
                    <a:pt x="57860" y="96229"/>
                    <a:pt x="74596" y="79493"/>
                    <a:pt x="74596" y="58931"/>
                  </a:cubicBezTo>
                  <a:lnTo>
                    <a:pt x="74596" y="37298"/>
                  </a:lnTo>
                  <a:cubicBezTo>
                    <a:pt x="74596" y="16735"/>
                    <a:pt x="57860" y="0"/>
                    <a:pt x="37298" y="0"/>
                  </a:cubicBezTo>
                  <a:close/>
                  <a:moveTo>
                    <a:pt x="64866" y="58931"/>
                  </a:moveTo>
                  <a:cubicBezTo>
                    <a:pt x="64866" y="74142"/>
                    <a:pt x="52509" y="86499"/>
                    <a:pt x="37298" y="86499"/>
                  </a:cubicBezTo>
                  <a:cubicBezTo>
                    <a:pt x="22087" y="86499"/>
                    <a:pt x="9730" y="74142"/>
                    <a:pt x="9730" y="58931"/>
                  </a:cubicBezTo>
                  <a:lnTo>
                    <a:pt x="9730" y="37298"/>
                  </a:lnTo>
                  <a:cubicBezTo>
                    <a:pt x="9730" y="22087"/>
                    <a:pt x="22087" y="9730"/>
                    <a:pt x="37298" y="9730"/>
                  </a:cubicBezTo>
                  <a:cubicBezTo>
                    <a:pt x="52509" y="9730"/>
                    <a:pt x="64866" y="22087"/>
                    <a:pt x="64866" y="37298"/>
                  </a:cubicBezTo>
                  <a:lnTo>
                    <a:pt x="64866" y="58931"/>
                  </a:lnTo>
                  <a:close/>
                </a:path>
              </a:pathLst>
            </a:custGeom>
            <a:grpFill/>
            <a:ln w="3243" cap="flat">
              <a:noFill/>
              <a:prstDash val="solid"/>
              <a:miter/>
            </a:ln>
          </p:spPr>
          <p:txBody>
            <a:bodyPr rtlCol="0" anchor="ctr"/>
            <a:lstStyle/>
            <a:p>
              <a:endParaRPr lang="en-US"/>
            </a:p>
          </p:txBody>
        </p:sp>
        <p:sp>
          <p:nvSpPr>
            <p:cNvPr id="40" name="Freeform: Shape 1041"/>
            <p:cNvSpPr/>
            <p:nvPr/>
          </p:nvSpPr>
          <p:spPr>
            <a:xfrm>
              <a:off x="17858176" y="1456000"/>
              <a:ext cx="74595" cy="96228"/>
            </a:xfrm>
            <a:custGeom>
              <a:avLst/>
              <a:gdLst>
                <a:gd name="connsiteX0" fmla="*/ 37298 w 74595"/>
                <a:gd name="connsiteY0" fmla="*/ 0 h 96228"/>
                <a:gd name="connsiteX1" fmla="*/ 0 w 74595"/>
                <a:gd name="connsiteY1" fmla="*/ 37298 h 96228"/>
                <a:gd name="connsiteX2" fmla="*/ 0 w 74595"/>
                <a:gd name="connsiteY2" fmla="*/ 58931 h 96228"/>
                <a:gd name="connsiteX3" fmla="*/ 37298 w 74595"/>
                <a:gd name="connsiteY3" fmla="*/ 96229 h 96228"/>
                <a:gd name="connsiteX4" fmla="*/ 74596 w 74595"/>
                <a:gd name="connsiteY4" fmla="*/ 58931 h 96228"/>
                <a:gd name="connsiteX5" fmla="*/ 74596 w 74595"/>
                <a:gd name="connsiteY5" fmla="*/ 37298 h 96228"/>
                <a:gd name="connsiteX6" fmla="*/ 37298 w 74595"/>
                <a:gd name="connsiteY6" fmla="*/ 0 h 96228"/>
                <a:gd name="connsiteX7" fmla="*/ 64866 w 74595"/>
                <a:gd name="connsiteY7" fmla="*/ 58931 h 96228"/>
                <a:gd name="connsiteX8" fmla="*/ 37298 w 74595"/>
                <a:gd name="connsiteY8" fmla="*/ 86499 h 96228"/>
                <a:gd name="connsiteX9" fmla="*/ 9730 w 74595"/>
                <a:gd name="connsiteY9" fmla="*/ 58931 h 96228"/>
                <a:gd name="connsiteX10" fmla="*/ 9730 w 74595"/>
                <a:gd name="connsiteY10" fmla="*/ 37298 h 96228"/>
                <a:gd name="connsiteX11" fmla="*/ 37298 w 74595"/>
                <a:gd name="connsiteY11" fmla="*/ 9730 h 96228"/>
                <a:gd name="connsiteX12" fmla="*/ 64866 w 74595"/>
                <a:gd name="connsiteY12" fmla="*/ 37298 h 96228"/>
                <a:gd name="connsiteX13" fmla="*/ 64866 w 74595"/>
                <a:gd name="connsiteY13" fmla="*/ 58931 h 9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595" h="96228">
                  <a:moveTo>
                    <a:pt x="37298" y="0"/>
                  </a:moveTo>
                  <a:cubicBezTo>
                    <a:pt x="16736" y="0"/>
                    <a:pt x="0" y="16735"/>
                    <a:pt x="0" y="37298"/>
                  </a:cubicBezTo>
                  <a:lnTo>
                    <a:pt x="0" y="58931"/>
                  </a:lnTo>
                  <a:cubicBezTo>
                    <a:pt x="0" y="79493"/>
                    <a:pt x="16736" y="96229"/>
                    <a:pt x="37298" y="96229"/>
                  </a:cubicBezTo>
                  <a:cubicBezTo>
                    <a:pt x="57861" y="96229"/>
                    <a:pt x="74596" y="79493"/>
                    <a:pt x="74596" y="58931"/>
                  </a:cubicBezTo>
                  <a:lnTo>
                    <a:pt x="74596" y="37298"/>
                  </a:lnTo>
                  <a:cubicBezTo>
                    <a:pt x="74596" y="16735"/>
                    <a:pt x="57861" y="0"/>
                    <a:pt x="37298" y="0"/>
                  </a:cubicBezTo>
                  <a:close/>
                  <a:moveTo>
                    <a:pt x="64866" y="58931"/>
                  </a:moveTo>
                  <a:cubicBezTo>
                    <a:pt x="64866" y="74142"/>
                    <a:pt x="52510" y="86499"/>
                    <a:pt x="37298" y="86499"/>
                  </a:cubicBezTo>
                  <a:cubicBezTo>
                    <a:pt x="22087" y="86499"/>
                    <a:pt x="9730" y="74142"/>
                    <a:pt x="9730" y="58931"/>
                  </a:cubicBezTo>
                  <a:lnTo>
                    <a:pt x="9730" y="37298"/>
                  </a:lnTo>
                  <a:cubicBezTo>
                    <a:pt x="9730" y="22087"/>
                    <a:pt x="22087" y="9730"/>
                    <a:pt x="37298" y="9730"/>
                  </a:cubicBezTo>
                  <a:cubicBezTo>
                    <a:pt x="52510" y="9730"/>
                    <a:pt x="64866" y="22087"/>
                    <a:pt x="64866" y="37298"/>
                  </a:cubicBezTo>
                  <a:lnTo>
                    <a:pt x="64866" y="58931"/>
                  </a:lnTo>
                  <a:close/>
                </a:path>
              </a:pathLst>
            </a:custGeom>
            <a:grpFill/>
            <a:ln w="3243" cap="flat">
              <a:noFill/>
              <a:prstDash val="solid"/>
              <a:miter/>
            </a:ln>
          </p:spPr>
          <p:txBody>
            <a:bodyPr rtlCol="0" anchor="ctr"/>
            <a:lstStyle/>
            <a:p>
              <a:endParaRPr lang="en-US"/>
            </a:p>
          </p:txBody>
        </p:sp>
        <p:sp>
          <p:nvSpPr>
            <p:cNvPr id="41" name="Freeform: Shape 1042"/>
            <p:cNvSpPr/>
            <p:nvPr/>
          </p:nvSpPr>
          <p:spPr>
            <a:xfrm>
              <a:off x="17500538" y="1281549"/>
              <a:ext cx="386861" cy="679367"/>
            </a:xfrm>
            <a:custGeom>
              <a:avLst/>
              <a:gdLst>
                <a:gd name="connsiteX0" fmla="*/ 280189 w 386861"/>
                <a:gd name="connsiteY0" fmla="*/ 663508 h 679367"/>
                <a:gd name="connsiteX1" fmla="*/ 280189 w 386861"/>
                <a:gd name="connsiteY1" fmla="*/ 619497 h 679367"/>
                <a:gd name="connsiteX2" fmla="*/ 276103 w 386861"/>
                <a:gd name="connsiteY2" fmla="*/ 618589 h 679367"/>
                <a:gd name="connsiteX3" fmla="*/ 187463 w 386861"/>
                <a:gd name="connsiteY3" fmla="*/ 581842 h 679367"/>
                <a:gd name="connsiteX4" fmla="*/ 183896 w 386861"/>
                <a:gd name="connsiteY4" fmla="*/ 579604 h 679367"/>
                <a:gd name="connsiteX5" fmla="*/ 152793 w 386861"/>
                <a:gd name="connsiteY5" fmla="*/ 610740 h 679367"/>
                <a:gd name="connsiteX6" fmla="*/ 68662 w 386861"/>
                <a:gd name="connsiteY6" fmla="*/ 526641 h 679367"/>
                <a:gd name="connsiteX7" fmla="*/ 99796 w 386861"/>
                <a:gd name="connsiteY7" fmla="*/ 495506 h 679367"/>
                <a:gd name="connsiteX8" fmla="*/ 97559 w 386861"/>
                <a:gd name="connsiteY8" fmla="*/ 491970 h 679367"/>
                <a:gd name="connsiteX9" fmla="*/ 60812 w 386861"/>
                <a:gd name="connsiteY9" fmla="*/ 403331 h 679367"/>
                <a:gd name="connsiteX10" fmla="*/ 59904 w 386861"/>
                <a:gd name="connsiteY10" fmla="*/ 399212 h 679367"/>
                <a:gd name="connsiteX11" fmla="*/ 15893 w 386861"/>
                <a:gd name="connsiteY11" fmla="*/ 399212 h 679367"/>
                <a:gd name="connsiteX12" fmla="*/ 10509 w 386861"/>
                <a:gd name="connsiteY12" fmla="*/ 339730 h 679367"/>
                <a:gd name="connsiteX13" fmla="*/ 15893 w 386861"/>
                <a:gd name="connsiteY13" fmla="*/ 280248 h 679367"/>
                <a:gd name="connsiteX14" fmla="*/ 59904 w 386861"/>
                <a:gd name="connsiteY14" fmla="*/ 280248 h 679367"/>
                <a:gd name="connsiteX15" fmla="*/ 60812 w 386861"/>
                <a:gd name="connsiteY15" fmla="*/ 276161 h 679367"/>
                <a:gd name="connsiteX16" fmla="*/ 97559 w 386861"/>
                <a:gd name="connsiteY16" fmla="*/ 187522 h 679367"/>
                <a:gd name="connsiteX17" fmla="*/ 99796 w 386861"/>
                <a:gd name="connsiteY17" fmla="*/ 183954 h 679367"/>
                <a:gd name="connsiteX18" fmla="*/ 68662 w 386861"/>
                <a:gd name="connsiteY18" fmla="*/ 152851 h 679367"/>
                <a:gd name="connsiteX19" fmla="*/ 152793 w 386861"/>
                <a:gd name="connsiteY19" fmla="*/ 68720 h 679367"/>
                <a:gd name="connsiteX20" fmla="*/ 183896 w 386861"/>
                <a:gd name="connsiteY20" fmla="*/ 99856 h 679367"/>
                <a:gd name="connsiteX21" fmla="*/ 187463 w 386861"/>
                <a:gd name="connsiteY21" fmla="*/ 97618 h 679367"/>
                <a:gd name="connsiteX22" fmla="*/ 276103 w 386861"/>
                <a:gd name="connsiteY22" fmla="*/ 60871 h 679367"/>
                <a:gd name="connsiteX23" fmla="*/ 280189 w 386861"/>
                <a:gd name="connsiteY23" fmla="*/ 59931 h 679367"/>
                <a:gd name="connsiteX24" fmla="*/ 280189 w 386861"/>
                <a:gd name="connsiteY24" fmla="*/ 15952 h 679367"/>
                <a:gd name="connsiteX25" fmla="*/ 386861 w 386861"/>
                <a:gd name="connsiteY25" fmla="*/ 13941 h 679367"/>
                <a:gd name="connsiteX26" fmla="*/ 386861 w 386861"/>
                <a:gd name="connsiteY26" fmla="*/ 3303 h 679367"/>
                <a:gd name="connsiteX27" fmla="*/ 273930 w 386861"/>
                <a:gd name="connsiteY27" fmla="*/ 6384 h 679367"/>
                <a:gd name="connsiteX28" fmla="*/ 269681 w 386861"/>
                <a:gd name="connsiteY28" fmla="*/ 7227 h 679367"/>
                <a:gd name="connsiteX29" fmla="*/ 269681 w 386861"/>
                <a:gd name="connsiteY29" fmla="*/ 51531 h 679367"/>
                <a:gd name="connsiteX30" fmla="*/ 185421 w 386861"/>
                <a:gd name="connsiteY30" fmla="*/ 86461 h 679367"/>
                <a:gd name="connsiteX31" fmla="*/ 154090 w 386861"/>
                <a:gd name="connsiteY31" fmla="*/ 55066 h 679367"/>
                <a:gd name="connsiteX32" fmla="*/ 150490 w 386861"/>
                <a:gd name="connsiteY32" fmla="*/ 57498 h 679367"/>
                <a:gd name="connsiteX33" fmla="*/ 57505 w 386861"/>
                <a:gd name="connsiteY33" fmla="*/ 150484 h 679367"/>
                <a:gd name="connsiteX34" fmla="*/ 55104 w 386861"/>
                <a:gd name="connsiteY34" fmla="*/ 154084 h 679367"/>
                <a:gd name="connsiteX35" fmla="*/ 86467 w 386861"/>
                <a:gd name="connsiteY35" fmla="*/ 185414 h 679367"/>
                <a:gd name="connsiteX36" fmla="*/ 51536 w 386861"/>
                <a:gd name="connsiteY36" fmla="*/ 269675 h 679367"/>
                <a:gd name="connsiteX37" fmla="*/ 7234 w 386861"/>
                <a:gd name="connsiteY37" fmla="*/ 269675 h 679367"/>
                <a:gd name="connsiteX38" fmla="*/ 6423 w 386861"/>
                <a:gd name="connsiteY38" fmla="*/ 273923 h 679367"/>
                <a:gd name="connsiteX39" fmla="*/ 0 w 386861"/>
                <a:gd name="connsiteY39" fmla="*/ 339665 h 679367"/>
                <a:gd name="connsiteX40" fmla="*/ 6423 w 386861"/>
                <a:gd name="connsiteY40" fmla="*/ 405407 h 679367"/>
                <a:gd name="connsiteX41" fmla="*/ 7234 w 386861"/>
                <a:gd name="connsiteY41" fmla="*/ 409655 h 679367"/>
                <a:gd name="connsiteX42" fmla="*/ 51536 w 386861"/>
                <a:gd name="connsiteY42" fmla="*/ 409655 h 679367"/>
                <a:gd name="connsiteX43" fmla="*/ 86467 w 386861"/>
                <a:gd name="connsiteY43" fmla="*/ 493916 h 679367"/>
                <a:gd name="connsiteX44" fmla="*/ 55104 w 386861"/>
                <a:gd name="connsiteY44" fmla="*/ 525247 h 679367"/>
                <a:gd name="connsiteX45" fmla="*/ 57505 w 386861"/>
                <a:gd name="connsiteY45" fmla="*/ 528814 h 679367"/>
                <a:gd name="connsiteX46" fmla="*/ 150490 w 386861"/>
                <a:gd name="connsiteY46" fmla="*/ 621799 h 679367"/>
                <a:gd name="connsiteX47" fmla="*/ 154090 w 386861"/>
                <a:gd name="connsiteY47" fmla="*/ 624232 h 679367"/>
                <a:gd name="connsiteX48" fmla="*/ 185421 w 386861"/>
                <a:gd name="connsiteY48" fmla="*/ 592902 h 679367"/>
                <a:gd name="connsiteX49" fmla="*/ 269681 w 386861"/>
                <a:gd name="connsiteY49" fmla="*/ 627832 h 679367"/>
                <a:gd name="connsiteX50" fmla="*/ 269681 w 386861"/>
                <a:gd name="connsiteY50" fmla="*/ 672103 h 679367"/>
                <a:gd name="connsiteX51" fmla="*/ 273930 w 386861"/>
                <a:gd name="connsiteY51" fmla="*/ 672946 h 679367"/>
                <a:gd name="connsiteX52" fmla="*/ 339672 w 386861"/>
                <a:gd name="connsiteY52" fmla="*/ 679368 h 679367"/>
                <a:gd name="connsiteX53" fmla="*/ 386861 w 386861"/>
                <a:gd name="connsiteY53" fmla="*/ 676060 h 679367"/>
                <a:gd name="connsiteX54" fmla="*/ 386861 w 386861"/>
                <a:gd name="connsiteY54" fmla="*/ 665422 h 679367"/>
                <a:gd name="connsiteX55" fmla="*/ 280189 w 386861"/>
                <a:gd name="connsiteY55" fmla="*/ 663411 h 67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86861" h="679367">
                  <a:moveTo>
                    <a:pt x="280189" y="663508"/>
                  </a:moveTo>
                  <a:lnTo>
                    <a:pt x="280189" y="619497"/>
                  </a:lnTo>
                  <a:lnTo>
                    <a:pt x="276103" y="618589"/>
                  </a:lnTo>
                  <a:cubicBezTo>
                    <a:pt x="244642" y="611421"/>
                    <a:pt x="214805" y="599096"/>
                    <a:pt x="187463" y="581842"/>
                  </a:cubicBezTo>
                  <a:lnTo>
                    <a:pt x="183896" y="579604"/>
                  </a:lnTo>
                  <a:lnTo>
                    <a:pt x="152793" y="610740"/>
                  </a:lnTo>
                  <a:cubicBezTo>
                    <a:pt x="119744" y="587907"/>
                    <a:pt x="91462" y="559658"/>
                    <a:pt x="68662" y="526641"/>
                  </a:cubicBezTo>
                  <a:lnTo>
                    <a:pt x="99796" y="495506"/>
                  </a:lnTo>
                  <a:lnTo>
                    <a:pt x="97559" y="491970"/>
                  </a:lnTo>
                  <a:cubicBezTo>
                    <a:pt x="80305" y="464629"/>
                    <a:pt x="67981" y="434791"/>
                    <a:pt x="60812" y="403331"/>
                  </a:cubicBezTo>
                  <a:lnTo>
                    <a:pt x="59904" y="399212"/>
                  </a:lnTo>
                  <a:lnTo>
                    <a:pt x="15893" y="399212"/>
                  </a:lnTo>
                  <a:cubicBezTo>
                    <a:pt x="12292" y="379558"/>
                    <a:pt x="10509" y="359547"/>
                    <a:pt x="10509" y="339730"/>
                  </a:cubicBezTo>
                  <a:cubicBezTo>
                    <a:pt x="10509" y="319913"/>
                    <a:pt x="12292" y="299935"/>
                    <a:pt x="15893" y="280248"/>
                  </a:cubicBezTo>
                  <a:lnTo>
                    <a:pt x="59904" y="280248"/>
                  </a:lnTo>
                  <a:lnTo>
                    <a:pt x="60812" y="276161"/>
                  </a:lnTo>
                  <a:cubicBezTo>
                    <a:pt x="67981" y="244669"/>
                    <a:pt x="80305" y="214831"/>
                    <a:pt x="97559" y="187522"/>
                  </a:cubicBezTo>
                  <a:lnTo>
                    <a:pt x="99796" y="183954"/>
                  </a:lnTo>
                  <a:lnTo>
                    <a:pt x="68662" y="152851"/>
                  </a:lnTo>
                  <a:cubicBezTo>
                    <a:pt x="91495" y="119835"/>
                    <a:pt x="119744" y="91521"/>
                    <a:pt x="152793" y="68720"/>
                  </a:cubicBezTo>
                  <a:lnTo>
                    <a:pt x="183896" y="99856"/>
                  </a:lnTo>
                  <a:lnTo>
                    <a:pt x="187463" y="97618"/>
                  </a:lnTo>
                  <a:cubicBezTo>
                    <a:pt x="214772" y="80364"/>
                    <a:pt x="244611" y="68039"/>
                    <a:pt x="276103" y="60871"/>
                  </a:cubicBezTo>
                  <a:lnTo>
                    <a:pt x="280189" y="59931"/>
                  </a:lnTo>
                  <a:lnTo>
                    <a:pt x="280189" y="15952"/>
                  </a:lnTo>
                  <a:cubicBezTo>
                    <a:pt x="315475" y="9498"/>
                    <a:pt x="351476" y="8849"/>
                    <a:pt x="386861" y="13941"/>
                  </a:cubicBezTo>
                  <a:lnTo>
                    <a:pt x="386861" y="3303"/>
                  </a:lnTo>
                  <a:cubicBezTo>
                    <a:pt x="349337" y="-1951"/>
                    <a:pt x="311195" y="-946"/>
                    <a:pt x="273930" y="6384"/>
                  </a:cubicBezTo>
                  <a:lnTo>
                    <a:pt x="269681" y="7227"/>
                  </a:lnTo>
                  <a:lnTo>
                    <a:pt x="269681" y="51531"/>
                  </a:lnTo>
                  <a:cubicBezTo>
                    <a:pt x="239876" y="58731"/>
                    <a:pt x="211593" y="70472"/>
                    <a:pt x="185421" y="86461"/>
                  </a:cubicBezTo>
                  <a:lnTo>
                    <a:pt x="154090" y="55066"/>
                  </a:lnTo>
                  <a:lnTo>
                    <a:pt x="150490" y="57498"/>
                  </a:lnTo>
                  <a:cubicBezTo>
                    <a:pt x="113614" y="82310"/>
                    <a:pt x="82316" y="113607"/>
                    <a:pt x="57505" y="150484"/>
                  </a:cubicBezTo>
                  <a:lnTo>
                    <a:pt x="55104" y="154084"/>
                  </a:lnTo>
                  <a:lnTo>
                    <a:pt x="86467" y="185414"/>
                  </a:lnTo>
                  <a:cubicBezTo>
                    <a:pt x="70478" y="211555"/>
                    <a:pt x="58737" y="239869"/>
                    <a:pt x="51536" y="269675"/>
                  </a:cubicBezTo>
                  <a:lnTo>
                    <a:pt x="7234" y="269675"/>
                  </a:lnTo>
                  <a:lnTo>
                    <a:pt x="6423" y="273923"/>
                  </a:lnTo>
                  <a:cubicBezTo>
                    <a:pt x="2141" y="295621"/>
                    <a:pt x="0" y="317740"/>
                    <a:pt x="0" y="339665"/>
                  </a:cubicBezTo>
                  <a:cubicBezTo>
                    <a:pt x="0" y="361590"/>
                    <a:pt x="2141" y="383709"/>
                    <a:pt x="6423" y="405407"/>
                  </a:cubicBezTo>
                  <a:lnTo>
                    <a:pt x="7234" y="409655"/>
                  </a:lnTo>
                  <a:lnTo>
                    <a:pt x="51536" y="409655"/>
                  </a:lnTo>
                  <a:cubicBezTo>
                    <a:pt x="58737" y="439429"/>
                    <a:pt x="70478" y="467710"/>
                    <a:pt x="86467" y="493916"/>
                  </a:cubicBezTo>
                  <a:lnTo>
                    <a:pt x="55104" y="525247"/>
                  </a:lnTo>
                  <a:lnTo>
                    <a:pt x="57505" y="528814"/>
                  </a:lnTo>
                  <a:cubicBezTo>
                    <a:pt x="82283" y="565723"/>
                    <a:pt x="113614" y="597021"/>
                    <a:pt x="150490" y="621799"/>
                  </a:cubicBezTo>
                  <a:lnTo>
                    <a:pt x="154090" y="624232"/>
                  </a:lnTo>
                  <a:lnTo>
                    <a:pt x="185421" y="592902"/>
                  </a:lnTo>
                  <a:cubicBezTo>
                    <a:pt x="211625" y="608891"/>
                    <a:pt x="239907" y="620632"/>
                    <a:pt x="269681" y="627832"/>
                  </a:cubicBezTo>
                  <a:lnTo>
                    <a:pt x="269681" y="672103"/>
                  </a:lnTo>
                  <a:lnTo>
                    <a:pt x="273930" y="672946"/>
                  </a:lnTo>
                  <a:cubicBezTo>
                    <a:pt x="295628" y="677227"/>
                    <a:pt x="317746" y="679368"/>
                    <a:pt x="339672" y="679368"/>
                  </a:cubicBezTo>
                  <a:cubicBezTo>
                    <a:pt x="355369" y="679368"/>
                    <a:pt x="371196" y="678265"/>
                    <a:pt x="386861" y="676060"/>
                  </a:cubicBezTo>
                  <a:lnTo>
                    <a:pt x="386861" y="665422"/>
                  </a:lnTo>
                  <a:cubicBezTo>
                    <a:pt x="351476" y="670514"/>
                    <a:pt x="315475" y="669833"/>
                    <a:pt x="280189" y="663411"/>
                  </a:cubicBezTo>
                  <a:close/>
                </a:path>
              </a:pathLst>
            </a:custGeom>
            <a:grpFill/>
            <a:ln w="3243" cap="flat">
              <a:noFill/>
              <a:prstDash val="solid"/>
              <a:miter/>
            </a:ln>
          </p:spPr>
          <p:txBody>
            <a:bodyPr rtlCol="0" anchor="ctr"/>
            <a:lstStyle/>
            <a:p>
              <a:endParaRPr lang="en-US"/>
            </a:p>
          </p:txBody>
        </p:sp>
        <p:sp>
          <p:nvSpPr>
            <p:cNvPr id="42" name="Freeform: Shape 1123"/>
            <p:cNvSpPr/>
            <p:nvPr/>
          </p:nvSpPr>
          <p:spPr>
            <a:xfrm>
              <a:off x="17887334" y="1284916"/>
              <a:ext cx="304804" cy="672756"/>
            </a:xfrm>
            <a:custGeom>
              <a:avLst/>
              <a:gdLst>
                <a:gd name="connsiteX0" fmla="*/ 304805 w 304804"/>
                <a:gd name="connsiteY0" fmla="*/ 336395 h 672756"/>
                <a:gd name="connsiteX1" fmla="*/ 298188 w 304804"/>
                <a:gd name="connsiteY1" fmla="*/ 404471 h 672756"/>
                <a:gd name="connsiteX2" fmla="*/ 295431 w 304804"/>
                <a:gd name="connsiteY2" fmla="*/ 418645 h 672756"/>
                <a:gd name="connsiteX3" fmla="*/ 250511 w 304804"/>
                <a:gd name="connsiteY3" fmla="*/ 418645 h 672756"/>
                <a:gd name="connsiteX4" fmla="*/ 221485 w 304804"/>
                <a:gd name="connsiteY4" fmla="*/ 488667 h 672756"/>
                <a:gd name="connsiteX5" fmla="*/ 253237 w 304804"/>
                <a:gd name="connsiteY5" fmla="*/ 520419 h 672756"/>
                <a:gd name="connsiteX6" fmla="*/ 245193 w 304804"/>
                <a:gd name="connsiteY6" fmla="*/ 532420 h 672756"/>
                <a:gd name="connsiteX7" fmla="*/ 148867 w 304804"/>
                <a:gd name="connsiteY7" fmla="*/ 628745 h 672756"/>
                <a:gd name="connsiteX8" fmla="*/ 136899 w 304804"/>
                <a:gd name="connsiteY8" fmla="*/ 636789 h 672756"/>
                <a:gd name="connsiteX9" fmla="*/ 105082 w 304804"/>
                <a:gd name="connsiteY9" fmla="*/ 605037 h 672756"/>
                <a:gd name="connsiteX10" fmla="*/ 35060 w 304804"/>
                <a:gd name="connsiteY10" fmla="*/ 634064 h 672756"/>
                <a:gd name="connsiteX11" fmla="*/ 35060 w 304804"/>
                <a:gd name="connsiteY11" fmla="*/ 664519 h 672756"/>
                <a:gd name="connsiteX12" fmla="*/ 34055 w 304804"/>
                <a:gd name="connsiteY12" fmla="*/ 664843 h 672756"/>
                <a:gd name="connsiteX13" fmla="*/ 260 w 304804"/>
                <a:gd name="connsiteY13" fmla="*/ 672757 h 672756"/>
                <a:gd name="connsiteX14" fmla="*/ 0 w 304804"/>
                <a:gd name="connsiteY14" fmla="*/ 672757 h 672756"/>
                <a:gd name="connsiteX15" fmla="*/ 0 w 304804"/>
                <a:gd name="connsiteY15" fmla="*/ 606367 h 672756"/>
                <a:gd name="connsiteX16" fmla="*/ 13687 w 304804"/>
                <a:gd name="connsiteY16" fmla="*/ 603253 h 672756"/>
                <a:gd name="connsiteX17" fmla="*/ 98499 w 304804"/>
                <a:gd name="connsiteY17" fmla="*/ 568128 h 672756"/>
                <a:gd name="connsiteX18" fmla="*/ 110337 w 304804"/>
                <a:gd name="connsiteY18" fmla="*/ 560669 h 672756"/>
                <a:gd name="connsiteX19" fmla="*/ 141018 w 304804"/>
                <a:gd name="connsiteY19" fmla="*/ 591383 h 672756"/>
                <a:gd name="connsiteX20" fmla="*/ 207766 w 304804"/>
                <a:gd name="connsiteY20" fmla="*/ 524636 h 672756"/>
                <a:gd name="connsiteX21" fmla="*/ 177051 w 304804"/>
                <a:gd name="connsiteY21" fmla="*/ 493922 h 672756"/>
                <a:gd name="connsiteX22" fmla="*/ 184512 w 304804"/>
                <a:gd name="connsiteY22" fmla="*/ 482116 h 672756"/>
                <a:gd name="connsiteX23" fmla="*/ 219668 w 304804"/>
                <a:gd name="connsiteY23" fmla="*/ 397271 h 672756"/>
                <a:gd name="connsiteX24" fmla="*/ 222750 w 304804"/>
                <a:gd name="connsiteY24" fmla="*/ 383617 h 672756"/>
                <a:gd name="connsiteX25" fmla="*/ 266112 w 304804"/>
                <a:gd name="connsiteY25" fmla="*/ 383617 h 672756"/>
                <a:gd name="connsiteX26" fmla="*/ 269648 w 304804"/>
                <a:gd name="connsiteY26" fmla="*/ 336427 h 672756"/>
                <a:gd name="connsiteX27" fmla="*/ 266112 w 304804"/>
                <a:gd name="connsiteY27" fmla="*/ 289237 h 672756"/>
                <a:gd name="connsiteX28" fmla="*/ 222750 w 304804"/>
                <a:gd name="connsiteY28" fmla="*/ 289237 h 672756"/>
                <a:gd name="connsiteX29" fmla="*/ 219668 w 304804"/>
                <a:gd name="connsiteY29" fmla="*/ 275550 h 672756"/>
                <a:gd name="connsiteX30" fmla="*/ 184512 w 304804"/>
                <a:gd name="connsiteY30" fmla="*/ 190738 h 672756"/>
                <a:gd name="connsiteX31" fmla="*/ 177051 w 304804"/>
                <a:gd name="connsiteY31" fmla="*/ 178900 h 672756"/>
                <a:gd name="connsiteX32" fmla="*/ 207766 w 304804"/>
                <a:gd name="connsiteY32" fmla="*/ 148219 h 672756"/>
                <a:gd name="connsiteX33" fmla="*/ 141018 w 304804"/>
                <a:gd name="connsiteY33" fmla="*/ 81472 h 672756"/>
                <a:gd name="connsiteX34" fmla="*/ 110304 w 304804"/>
                <a:gd name="connsiteY34" fmla="*/ 112186 h 672756"/>
                <a:gd name="connsiteX35" fmla="*/ 98499 w 304804"/>
                <a:gd name="connsiteY35" fmla="*/ 104726 h 672756"/>
                <a:gd name="connsiteX36" fmla="*/ 13687 w 304804"/>
                <a:gd name="connsiteY36" fmla="*/ 69569 h 672756"/>
                <a:gd name="connsiteX37" fmla="*/ 0 w 304804"/>
                <a:gd name="connsiteY37" fmla="*/ 66488 h 672756"/>
                <a:gd name="connsiteX38" fmla="*/ 0 w 304804"/>
                <a:gd name="connsiteY38" fmla="*/ 0 h 672756"/>
                <a:gd name="connsiteX39" fmla="*/ 7817 w 304804"/>
                <a:gd name="connsiteY39" fmla="*/ 1168 h 672756"/>
                <a:gd name="connsiteX40" fmla="*/ 31331 w 304804"/>
                <a:gd name="connsiteY40" fmla="*/ 6941 h 672756"/>
                <a:gd name="connsiteX41" fmla="*/ 35060 w 304804"/>
                <a:gd name="connsiteY41" fmla="*/ 8303 h 672756"/>
                <a:gd name="connsiteX42" fmla="*/ 35060 w 304804"/>
                <a:gd name="connsiteY42" fmla="*/ 38757 h 672756"/>
                <a:gd name="connsiteX43" fmla="*/ 105082 w 304804"/>
                <a:gd name="connsiteY43" fmla="*/ 67752 h 672756"/>
                <a:gd name="connsiteX44" fmla="*/ 136834 w 304804"/>
                <a:gd name="connsiteY44" fmla="*/ 36001 h 672756"/>
                <a:gd name="connsiteX45" fmla="*/ 148835 w 304804"/>
                <a:gd name="connsiteY45" fmla="*/ 44076 h 672756"/>
                <a:gd name="connsiteX46" fmla="*/ 245160 w 304804"/>
                <a:gd name="connsiteY46" fmla="*/ 140402 h 672756"/>
                <a:gd name="connsiteX47" fmla="*/ 253204 w 304804"/>
                <a:gd name="connsiteY47" fmla="*/ 152402 h 672756"/>
                <a:gd name="connsiteX48" fmla="*/ 221452 w 304804"/>
                <a:gd name="connsiteY48" fmla="*/ 184122 h 672756"/>
                <a:gd name="connsiteX49" fmla="*/ 250480 w 304804"/>
                <a:gd name="connsiteY49" fmla="*/ 254177 h 672756"/>
                <a:gd name="connsiteX50" fmla="*/ 295400 w 304804"/>
                <a:gd name="connsiteY50" fmla="*/ 254177 h 672756"/>
                <a:gd name="connsiteX51" fmla="*/ 298157 w 304804"/>
                <a:gd name="connsiteY51" fmla="*/ 268318 h 672756"/>
                <a:gd name="connsiteX52" fmla="*/ 304773 w 304804"/>
                <a:gd name="connsiteY52" fmla="*/ 336460 h 67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04804" h="672756">
                  <a:moveTo>
                    <a:pt x="304805" y="336395"/>
                  </a:moveTo>
                  <a:cubicBezTo>
                    <a:pt x="304805" y="359065"/>
                    <a:pt x="302599" y="381995"/>
                    <a:pt x="298188" y="404471"/>
                  </a:cubicBezTo>
                  <a:lnTo>
                    <a:pt x="295431" y="418645"/>
                  </a:lnTo>
                  <a:lnTo>
                    <a:pt x="250511" y="418645"/>
                  </a:lnTo>
                  <a:cubicBezTo>
                    <a:pt x="243767" y="443099"/>
                    <a:pt x="234068" y="466581"/>
                    <a:pt x="221485" y="488667"/>
                  </a:cubicBezTo>
                  <a:lnTo>
                    <a:pt x="253237" y="520419"/>
                  </a:lnTo>
                  <a:lnTo>
                    <a:pt x="245193" y="532420"/>
                  </a:lnTo>
                  <a:cubicBezTo>
                    <a:pt x="219539" y="570626"/>
                    <a:pt x="187106" y="603026"/>
                    <a:pt x="148867" y="628745"/>
                  </a:cubicBezTo>
                  <a:lnTo>
                    <a:pt x="136899" y="636789"/>
                  </a:lnTo>
                  <a:lnTo>
                    <a:pt x="105082" y="605037"/>
                  </a:lnTo>
                  <a:cubicBezTo>
                    <a:pt x="82995" y="617588"/>
                    <a:pt x="59546" y="627351"/>
                    <a:pt x="35060" y="634064"/>
                  </a:cubicBezTo>
                  <a:lnTo>
                    <a:pt x="35060" y="664519"/>
                  </a:lnTo>
                  <a:cubicBezTo>
                    <a:pt x="34769" y="664616"/>
                    <a:pt x="34411" y="664746"/>
                    <a:pt x="34055" y="664843"/>
                  </a:cubicBezTo>
                  <a:cubicBezTo>
                    <a:pt x="23028" y="668411"/>
                    <a:pt x="11741" y="671135"/>
                    <a:pt x="260" y="672757"/>
                  </a:cubicBezTo>
                  <a:lnTo>
                    <a:pt x="0" y="672757"/>
                  </a:lnTo>
                  <a:cubicBezTo>
                    <a:pt x="0" y="672757"/>
                    <a:pt x="0" y="606367"/>
                    <a:pt x="0" y="606367"/>
                  </a:cubicBezTo>
                  <a:lnTo>
                    <a:pt x="13687" y="603253"/>
                  </a:lnTo>
                  <a:cubicBezTo>
                    <a:pt x="43784" y="596442"/>
                    <a:pt x="72325" y="584604"/>
                    <a:pt x="98499" y="568128"/>
                  </a:cubicBezTo>
                  <a:lnTo>
                    <a:pt x="110337" y="560669"/>
                  </a:lnTo>
                  <a:lnTo>
                    <a:pt x="141018" y="591383"/>
                  </a:lnTo>
                  <a:cubicBezTo>
                    <a:pt x="166544" y="572507"/>
                    <a:pt x="188922" y="550160"/>
                    <a:pt x="207766" y="524636"/>
                  </a:cubicBezTo>
                  <a:lnTo>
                    <a:pt x="177051" y="493922"/>
                  </a:lnTo>
                  <a:lnTo>
                    <a:pt x="184512" y="482116"/>
                  </a:lnTo>
                  <a:cubicBezTo>
                    <a:pt x="201019" y="455878"/>
                    <a:pt x="212857" y="427337"/>
                    <a:pt x="219668" y="397271"/>
                  </a:cubicBezTo>
                  <a:lnTo>
                    <a:pt x="222750" y="383617"/>
                  </a:lnTo>
                  <a:lnTo>
                    <a:pt x="266112" y="383617"/>
                  </a:lnTo>
                  <a:cubicBezTo>
                    <a:pt x="268479" y="367952"/>
                    <a:pt x="269648" y="352125"/>
                    <a:pt x="269648" y="336427"/>
                  </a:cubicBezTo>
                  <a:cubicBezTo>
                    <a:pt x="269648" y="320730"/>
                    <a:pt x="268479" y="304902"/>
                    <a:pt x="266112" y="289237"/>
                  </a:cubicBezTo>
                  <a:lnTo>
                    <a:pt x="222750" y="289237"/>
                  </a:lnTo>
                  <a:lnTo>
                    <a:pt x="219668" y="275550"/>
                  </a:lnTo>
                  <a:cubicBezTo>
                    <a:pt x="212825" y="245453"/>
                    <a:pt x="200988" y="216912"/>
                    <a:pt x="184512" y="190738"/>
                  </a:cubicBezTo>
                  <a:lnTo>
                    <a:pt x="177051" y="178900"/>
                  </a:lnTo>
                  <a:lnTo>
                    <a:pt x="207766" y="148219"/>
                  </a:lnTo>
                  <a:cubicBezTo>
                    <a:pt x="188889" y="122661"/>
                    <a:pt x="166544" y="100283"/>
                    <a:pt x="141018" y="81472"/>
                  </a:cubicBezTo>
                  <a:lnTo>
                    <a:pt x="110304" y="112186"/>
                  </a:lnTo>
                  <a:lnTo>
                    <a:pt x="98499" y="104726"/>
                  </a:lnTo>
                  <a:cubicBezTo>
                    <a:pt x="72293" y="88218"/>
                    <a:pt x="43751" y="76380"/>
                    <a:pt x="13687" y="69569"/>
                  </a:cubicBezTo>
                  <a:lnTo>
                    <a:pt x="0" y="66488"/>
                  </a:lnTo>
                  <a:lnTo>
                    <a:pt x="0" y="0"/>
                  </a:lnTo>
                  <a:cubicBezTo>
                    <a:pt x="2594" y="357"/>
                    <a:pt x="5221" y="746"/>
                    <a:pt x="7817" y="1168"/>
                  </a:cubicBezTo>
                  <a:cubicBezTo>
                    <a:pt x="15795" y="2465"/>
                    <a:pt x="23675" y="4378"/>
                    <a:pt x="31331" y="6941"/>
                  </a:cubicBezTo>
                  <a:cubicBezTo>
                    <a:pt x="32789" y="7427"/>
                    <a:pt x="34086" y="7881"/>
                    <a:pt x="35060" y="8303"/>
                  </a:cubicBezTo>
                  <a:lnTo>
                    <a:pt x="35060" y="38757"/>
                  </a:lnTo>
                  <a:cubicBezTo>
                    <a:pt x="59546" y="45503"/>
                    <a:pt x="82995" y="55201"/>
                    <a:pt x="105082" y="67752"/>
                  </a:cubicBezTo>
                  <a:lnTo>
                    <a:pt x="136834" y="36001"/>
                  </a:lnTo>
                  <a:lnTo>
                    <a:pt x="148835" y="44076"/>
                  </a:lnTo>
                  <a:cubicBezTo>
                    <a:pt x="187041" y="69731"/>
                    <a:pt x="219442" y="102131"/>
                    <a:pt x="245160" y="140402"/>
                  </a:cubicBezTo>
                  <a:lnTo>
                    <a:pt x="253204" y="152402"/>
                  </a:lnTo>
                  <a:lnTo>
                    <a:pt x="221452" y="184122"/>
                  </a:lnTo>
                  <a:cubicBezTo>
                    <a:pt x="234037" y="206241"/>
                    <a:pt x="243767" y="229690"/>
                    <a:pt x="250480" y="254177"/>
                  </a:cubicBezTo>
                  <a:lnTo>
                    <a:pt x="295400" y="254177"/>
                  </a:lnTo>
                  <a:lnTo>
                    <a:pt x="298157" y="268318"/>
                  </a:lnTo>
                  <a:cubicBezTo>
                    <a:pt x="302567" y="290826"/>
                    <a:pt x="304773" y="313724"/>
                    <a:pt x="304773" y="336460"/>
                  </a:cubicBezTo>
                  <a:close/>
                </a:path>
              </a:pathLst>
            </a:custGeom>
            <a:solidFill>
              <a:schemeClr val="tx2"/>
            </a:solidFill>
            <a:ln w="3243" cap="flat">
              <a:noFill/>
              <a:prstDash val="solid"/>
              <a:miter/>
            </a:ln>
          </p:spPr>
          <p:txBody>
            <a:bodyPr rtlCol="0" anchor="ctr"/>
            <a:lstStyle/>
            <a:p>
              <a:endParaRPr lang="en-US"/>
            </a:p>
          </p:txBody>
        </p:sp>
      </p:grpSp>
      <p:grpSp>
        <p:nvGrpSpPr>
          <p:cNvPr id="43" name="Group 111"/>
          <p:cNvGrpSpPr/>
          <p:nvPr/>
        </p:nvGrpSpPr>
        <p:grpSpPr>
          <a:xfrm>
            <a:off x="10556619" y="1455870"/>
            <a:ext cx="520063" cy="628453"/>
            <a:chOff x="9803128" y="2607078"/>
            <a:chExt cx="520063" cy="628453"/>
          </a:xfrm>
          <a:solidFill>
            <a:schemeClr val="tx1"/>
          </a:solidFill>
        </p:grpSpPr>
        <p:sp>
          <p:nvSpPr>
            <p:cNvPr id="44" name="Freeform: Shape 819"/>
            <p:cNvSpPr/>
            <p:nvPr/>
          </p:nvSpPr>
          <p:spPr>
            <a:xfrm>
              <a:off x="9803128" y="2607078"/>
              <a:ext cx="388871" cy="628453"/>
            </a:xfrm>
            <a:custGeom>
              <a:avLst/>
              <a:gdLst>
                <a:gd name="connsiteX0" fmla="*/ 388872 w 388871"/>
                <a:gd name="connsiteY0" fmla="*/ 54747 h 628453"/>
                <a:gd name="connsiteX1" fmla="*/ 334092 w 388871"/>
                <a:gd name="connsiteY1" fmla="*/ 0 h 628453"/>
                <a:gd name="connsiteX2" fmla="*/ 279345 w 388871"/>
                <a:gd name="connsiteY2" fmla="*/ 54747 h 628453"/>
                <a:gd name="connsiteX3" fmla="*/ 279345 w 388871"/>
                <a:gd name="connsiteY3" fmla="*/ 74726 h 628453"/>
                <a:gd name="connsiteX4" fmla="*/ 310870 w 388871"/>
                <a:gd name="connsiteY4" fmla="*/ 124283 h 628453"/>
                <a:gd name="connsiteX5" fmla="*/ 261540 w 388871"/>
                <a:gd name="connsiteY5" fmla="*/ 134175 h 628453"/>
                <a:gd name="connsiteX6" fmla="*/ 212371 w 388871"/>
                <a:gd name="connsiteY6" fmla="*/ 163884 h 628453"/>
                <a:gd name="connsiteX7" fmla="*/ 177798 w 388871"/>
                <a:gd name="connsiteY7" fmla="*/ 209582 h 628453"/>
                <a:gd name="connsiteX8" fmla="*/ 174327 w 388871"/>
                <a:gd name="connsiteY8" fmla="*/ 239874 h 628453"/>
                <a:gd name="connsiteX9" fmla="*/ 124640 w 388871"/>
                <a:gd name="connsiteY9" fmla="*/ 229528 h 628453"/>
                <a:gd name="connsiteX10" fmla="*/ 124608 w 388871"/>
                <a:gd name="connsiteY10" fmla="*/ 229528 h 628453"/>
                <a:gd name="connsiteX11" fmla="*/ 0 w 388871"/>
                <a:gd name="connsiteY11" fmla="*/ 354135 h 628453"/>
                <a:gd name="connsiteX12" fmla="*/ 25655 w 388871"/>
                <a:gd name="connsiteY12" fmla="*/ 429120 h 628453"/>
                <a:gd name="connsiteX13" fmla="*/ 59871 w 388871"/>
                <a:gd name="connsiteY13" fmla="*/ 503814 h 628453"/>
                <a:gd name="connsiteX14" fmla="*/ 59871 w 388871"/>
                <a:gd name="connsiteY14" fmla="*/ 508679 h 628453"/>
                <a:gd name="connsiteX15" fmla="*/ 59871 w 388871"/>
                <a:gd name="connsiteY15" fmla="*/ 508679 h 628453"/>
                <a:gd name="connsiteX16" fmla="*/ 59871 w 388871"/>
                <a:gd name="connsiteY16" fmla="*/ 588528 h 628453"/>
                <a:gd name="connsiteX17" fmla="*/ 79818 w 388871"/>
                <a:gd name="connsiteY17" fmla="*/ 588528 h 628453"/>
                <a:gd name="connsiteX18" fmla="*/ 79818 w 388871"/>
                <a:gd name="connsiteY18" fmla="*/ 603610 h 628453"/>
                <a:gd name="connsiteX19" fmla="*/ 104629 w 388871"/>
                <a:gd name="connsiteY19" fmla="*/ 628421 h 628453"/>
                <a:gd name="connsiteX20" fmla="*/ 144554 w 388871"/>
                <a:gd name="connsiteY20" fmla="*/ 628421 h 628453"/>
                <a:gd name="connsiteX21" fmla="*/ 169365 w 388871"/>
                <a:gd name="connsiteY21" fmla="*/ 603610 h 628453"/>
                <a:gd name="connsiteX22" fmla="*/ 169365 w 388871"/>
                <a:gd name="connsiteY22" fmla="*/ 588528 h 628453"/>
                <a:gd name="connsiteX23" fmla="*/ 189312 w 388871"/>
                <a:gd name="connsiteY23" fmla="*/ 588528 h 628453"/>
                <a:gd name="connsiteX24" fmla="*/ 189312 w 388871"/>
                <a:gd name="connsiteY24" fmla="*/ 508679 h 628453"/>
                <a:gd name="connsiteX25" fmla="*/ 189312 w 388871"/>
                <a:gd name="connsiteY25" fmla="*/ 508679 h 628453"/>
                <a:gd name="connsiteX26" fmla="*/ 189312 w 388871"/>
                <a:gd name="connsiteY26" fmla="*/ 503814 h 628453"/>
                <a:gd name="connsiteX27" fmla="*/ 223690 w 388871"/>
                <a:gd name="connsiteY27" fmla="*/ 428926 h 628453"/>
                <a:gd name="connsiteX28" fmla="*/ 246069 w 388871"/>
                <a:gd name="connsiteY28" fmla="*/ 381282 h 628453"/>
                <a:gd name="connsiteX29" fmla="*/ 270361 w 388871"/>
                <a:gd name="connsiteY29" fmla="*/ 515425 h 628453"/>
                <a:gd name="connsiteX30" fmla="*/ 331141 w 388871"/>
                <a:gd name="connsiteY30" fmla="*/ 628453 h 628453"/>
                <a:gd name="connsiteX31" fmla="*/ 375606 w 388871"/>
                <a:gd name="connsiteY31" fmla="*/ 628453 h 628453"/>
                <a:gd name="connsiteX32" fmla="*/ 376352 w 388871"/>
                <a:gd name="connsiteY32" fmla="*/ 618724 h 628453"/>
                <a:gd name="connsiteX33" fmla="*/ 336946 w 388871"/>
                <a:gd name="connsiteY33" fmla="*/ 618724 h 628453"/>
                <a:gd name="connsiteX34" fmla="*/ 279669 w 388871"/>
                <a:gd name="connsiteY34" fmla="*/ 512181 h 628453"/>
                <a:gd name="connsiteX35" fmla="*/ 249571 w 388871"/>
                <a:gd name="connsiteY35" fmla="*/ 345768 h 628453"/>
                <a:gd name="connsiteX36" fmla="*/ 258523 w 388871"/>
                <a:gd name="connsiteY36" fmla="*/ 336816 h 628453"/>
                <a:gd name="connsiteX37" fmla="*/ 265107 w 388871"/>
                <a:gd name="connsiteY37" fmla="*/ 238674 h 628453"/>
                <a:gd name="connsiteX38" fmla="*/ 251453 w 388871"/>
                <a:gd name="connsiteY38" fmla="*/ 224079 h 628453"/>
                <a:gd name="connsiteX39" fmla="*/ 267669 w 388871"/>
                <a:gd name="connsiteY39" fmla="*/ 207863 h 628453"/>
                <a:gd name="connsiteX40" fmla="*/ 260794 w 388871"/>
                <a:gd name="connsiteY40" fmla="*/ 200987 h 628453"/>
                <a:gd name="connsiteX41" fmla="*/ 236890 w 388871"/>
                <a:gd name="connsiteY41" fmla="*/ 224923 h 628453"/>
                <a:gd name="connsiteX42" fmla="*/ 241367 w 388871"/>
                <a:gd name="connsiteY42" fmla="*/ 228296 h 628453"/>
                <a:gd name="connsiteX43" fmla="*/ 257486 w 388871"/>
                <a:gd name="connsiteY43" fmla="*/ 244739 h 628453"/>
                <a:gd name="connsiteX44" fmla="*/ 251648 w 388871"/>
                <a:gd name="connsiteY44" fmla="*/ 329941 h 628453"/>
                <a:gd name="connsiteX45" fmla="*/ 247561 w 388871"/>
                <a:gd name="connsiteY45" fmla="*/ 334027 h 628453"/>
                <a:gd name="connsiteX46" fmla="*/ 247561 w 388871"/>
                <a:gd name="connsiteY46" fmla="*/ 334027 h 628453"/>
                <a:gd name="connsiteX47" fmla="*/ 189635 w 388871"/>
                <a:gd name="connsiteY47" fmla="*/ 247918 h 628453"/>
                <a:gd name="connsiteX48" fmla="*/ 190511 w 388871"/>
                <a:gd name="connsiteY48" fmla="*/ 246945 h 628453"/>
                <a:gd name="connsiteX49" fmla="*/ 185646 w 388871"/>
                <a:gd name="connsiteY49" fmla="*/ 215225 h 628453"/>
                <a:gd name="connsiteX50" fmla="*/ 219961 w 388871"/>
                <a:gd name="connsiteY50" fmla="*/ 169884 h 628453"/>
                <a:gd name="connsiteX51" fmla="*/ 263388 w 388871"/>
                <a:gd name="connsiteY51" fmla="*/ 143710 h 628453"/>
                <a:gd name="connsiteX52" fmla="*/ 329195 w 388871"/>
                <a:gd name="connsiteY52" fmla="*/ 130543 h 628453"/>
                <a:gd name="connsiteX53" fmla="*/ 329195 w 388871"/>
                <a:gd name="connsiteY53" fmla="*/ 310319 h 628453"/>
                <a:gd name="connsiteX54" fmla="*/ 338924 w 388871"/>
                <a:gd name="connsiteY54" fmla="*/ 310319 h 628453"/>
                <a:gd name="connsiteX55" fmla="*/ 338924 w 388871"/>
                <a:gd name="connsiteY55" fmla="*/ 129213 h 628453"/>
                <a:gd name="connsiteX56" fmla="*/ 377163 w 388871"/>
                <a:gd name="connsiteY56" fmla="*/ 108391 h 628453"/>
                <a:gd name="connsiteX57" fmla="*/ 383942 w 388871"/>
                <a:gd name="connsiteY57" fmla="*/ 97234 h 628453"/>
                <a:gd name="connsiteX58" fmla="*/ 388807 w 388871"/>
                <a:gd name="connsiteY58" fmla="*/ 74726 h 628453"/>
                <a:gd name="connsiteX59" fmla="*/ 388807 w 388871"/>
                <a:gd name="connsiteY59" fmla="*/ 54747 h 628453"/>
                <a:gd name="connsiteX60" fmla="*/ 159667 w 388871"/>
                <a:gd name="connsiteY60" fmla="*/ 603610 h 628453"/>
                <a:gd name="connsiteX61" fmla="*/ 144586 w 388871"/>
                <a:gd name="connsiteY61" fmla="*/ 618691 h 628453"/>
                <a:gd name="connsiteX62" fmla="*/ 104661 w 388871"/>
                <a:gd name="connsiteY62" fmla="*/ 618691 h 628453"/>
                <a:gd name="connsiteX63" fmla="*/ 89580 w 388871"/>
                <a:gd name="connsiteY63" fmla="*/ 603610 h 628453"/>
                <a:gd name="connsiteX64" fmla="*/ 89580 w 388871"/>
                <a:gd name="connsiteY64" fmla="*/ 588528 h 628453"/>
                <a:gd name="connsiteX65" fmla="*/ 159700 w 388871"/>
                <a:gd name="connsiteY65" fmla="*/ 588528 h 628453"/>
                <a:gd name="connsiteX66" fmla="*/ 159700 w 388871"/>
                <a:gd name="connsiteY66" fmla="*/ 603610 h 628453"/>
                <a:gd name="connsiteX67" fmla="*/ 69601 w 388871"/>
                <a:gd name="connsiteY67" fmla="*/ 578799 h 628453"/>
                <a:gd name="connsiteX68" fmla="*/ 69601 w 388871"/>
                <a:gd name="connsiteY68" fmla="*/ 548604 h 628453"/>
                <a:gd name="connsiteX69" fmla="*/ 179614 w 388871"/>
                <a:gd name="connsiteY69" fmla="*/ 548604 h 628453"/>
                <a:gd name="connsiteX70" fmla="*/ 179614 w 388871"/>
                <a:gd name="connsiteY70" fmla="*/ 578799 h 628453"/>
                <a:gd name="connsiteX71" fmla="*/ 69601 w 388871"/>
                <a:gd name="connsiteY71" fmla="*/ 578799 h 628453"/>
                <a:gd name="connsiteX72" fmla="*/ 179614 w 388871"/>
                <a:gd name="connsiteY72" fmla="*/ 538874 h 628453"/>
                <a:gd name="connsiteX73" fmla="*/ 69601 w 388871"/>
                <a:gd name="connsiteY73" fmla="*/ 538874 h 628453"/>
                <a:gd name="connsiteX74" fmla="*/ 69601 w 388871"/>
                <a:gd name="connsiteY74" fmla="*/ 508679 h 628453"/>
                <a:gd name="connsiteX75" fmla="*/ 179614 w 388871"/>
                <a:gd name="connsiteY75" fmla="*/ 508679 h 628453"/>
                <a:gd name="connsiteX76" fmla="*/ 179614 w 388871"/>
                <a:gd name="connsiteY76" fmla="*/ 538874 h 628453"/>
                <a:gd name="connsiteX77" fmla="*/ 239485 w 388871"/>
                <a:gd name="connsiteY77" fmla="*/ 354135 h 628453"/>
                <a:gd name="connsiteX78" fmla="*/ 216134 w 388871"/>
                <a:gd name="connsiteY78" fmla="*/ 422861 h 628453"/>
                <a:gd name="connsiteX79" fmla="*/ 179679 w 388871"/>
                <a:gd name="connsiteY79" fmla="*/ 498949 h 628453"/>
                <a:gd name="connsiteX80" fmla="*/ 69537 w 388871"/>
                <a:gd name="connsiteY80" fmla="*/ 498949 h 628453"/>
                <a:gd name="connsiteX81" fmla="*/ 33211 w 388871"/>
                <a:gd name="connsiteY81" fmla="*/ 423055 h 628453"/>
                <a:gd name="connsiteX82" fmla="*/ 9697 w 388871"/>
                <a:gd name="connsiteY82" fmla="*/ 354135 h 628453"/>
                <a:gd name="connsiteX83" fmla="*/ 124575 w 388871"/>
                <a:gd name="connsiteY83" fmla="*/ 239258 h 628453"/>
                <a:gd name="connsiteX84" fmla="*/ 124608 w 388871"/>
                <a:gd name="connsiteY84" fmla="*/ 239258 h 628453"/>
                <a:gd name="connsiteX85" fmla="*/ 239485 w 388871"/>
                <a:gd name="connsiteY85" fmla="*/ 354135 h 628453"/>
                <a:gd name="connsiteX86" fmla="*/ 379109 w 388871"/>
                <a:gd name="connsiteY86" fmla="*/ 74726 h 628453"/>
                <a:gd name="connsiteX87" fmla="*/ 373076 w 388871"/>
                <a:gd name="connsiteY87" fmla="*/ 97234 h 628453"/>
                <a:gd name="connsiteX88" fmla="*/ 363930 w 388871"/>
                <a:gd name="connsiteY88" fmla="*/ 108391 h 628453"/>
                <a:gd name="connsiteX89" fmla="*/ 334059 w 388871"/>
                <a:gd name="connsiteY89" fmla="*/ 119742 h 628453"/>
                <a:gd name="connsiteX90" fmla="*/ 289043 w 388871"/>
                <a:gd name="connsiteY90" fmla="*/ 74726 h 628453"/>
                <a:gd name="connsiteX91" fmla="*/ 289043 w 388871"/>
                <a:gd name="connsiteY91" fmla="*/ 54747 h 628453"/>
                <a:gd name="connsiteX92" fmla="*/ 334059 w 388871"/>
                <a:gd name="connsiteY92" fmla="*/ 9730 h 628453"/>
                <a:gd name="connsiteX93" fmla="*/ 379109 w 388871"/>
                <a:gd name="connsiteY93" fmla="*/ 54747 h 628453"/>
                <a:gd name="connsiteX94" fmla="*/ 379109 w 388871"/>
                <a:gd name="connsiteY94" fmla="*/ 74726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88871" h="628453">
                  <a:moveTo>
                    <a:pt x="388872" y="54747"/>
                  </a:moveTo>
                  <a:cubicBezTo>
                    <a:pt x="388872" y="24552"/>
                    <a:pt x="364287" y="0"/>
                    <a:pt x="334092" y="0"/>
                  </a:cubicBezTo>
                  <a:cubicBezTo>
                    <a:pt x="303897" y="0"/>
                    <a:pt x="279345" y="24552"/>
                    <a:pt x="279345" y="54747"/>
                  </a:cubicBezTo>
                  <a:lnTo>
                    <a:pt x="279345" y="74726"/>
                  </a:lnTo>
                  <a:cubicBezTo>
                    <a:pt x="279345" y="96618"/>
                    <a:pt x="292254" y="115559"/>
                    <a:pt x="310870" y="124283"/>
                  </a:cubicBezTo>
                  <a:lnTo>
                    <a:pt x="261540" y="134175"/>
                  </a:lnTo>
                  <a:cubicBezTo>
                    <a:pt x="242307" y="138035"/>
                    <a:pt x="224890" y="148511"/>
                    <a:pt x="212371" y="163884"/>
                  </a:cubicBezTo>
                  <a:lnTo>
                    <a:pt x="177798" y="209582"/>
                  </a:lnTo>
                  <a:cubicBezTo>
                    <a:pt x="171668" y="218793"/>
                    <a:pt x="170663" y="229982"/>
                    <a:pt x="174327" y="239874"/>
                  </a:cubicBezTo>
                  <a:cubicBezTo>
                    <a:pt x="159116" y="233225"/>
                    <a:pt x="142316" y="229528"/>
                    <a:pt x="124640" y="229528"/>
                  </a:cubicBezTo>
                  <a:lnTo>
                    <a:pt x="124608" y="229528"/>
                  </a:lnTo>
                  <a:cubicBezTo>
                    <a:pt x="55914" y="229528"/>
                    <a:pt x="0" y="285410"/>
                    <a:pt x="0" y="354135"/>
                  </a:cubicBezTo>
                  <a:cubicBezTo>
                    <a:pt x="0" y="380990"/>
                    <a:pt x="8822" y="406871"/>
                    <a:pt x="25655" y="429120"/>
                  </a:cubicBezTo>
                  <a:cubicBezTo>
                    <a:pt x="59871" y="469694"/>
                    <a:pt x="59871" y="492754"/>
                    <a:pt x="59871" y="503814"/>
                  </a:cubicBezTo>
                  <a:lnTo>
                    <a:pt x="59871" y="508679"/>
                  </a:lnTo>
                  <a:lnTo>
                    <a:pt x="59871" y="508679"/>
                  </a:lnTo>
                  <a:lnTo>
                    <a:pt x="59871" y="588528"/>
                  </a:lnTo>
                  <a:lnTo>
                    <a:pt x="79818" y="588528"/>
                  </a:lnTo>
                  <a:lnTo>
                    <a:pt x="79818" y="603610"/>
                  </a:lnTo>
                  <a:cubicBezTo>
                    <a:pt x="79818" y="617297"/>
                    <a:pt x="90942" y="628421"/>
                    <a:pt x="104629" y="628421"/>
                  </a:cubicBezTo>
                  <a:lnTo>
                    <a:pt x="144554" y="628421"/>
                  </a:lnTo>
                  <a:cubicBezTo>
                    <a:pt x="158241" y="628421"/>
                    <a:pt x="169365" y="617297"/>
                    <a:pt x="169365" y="603610"/>
                  </a:cubicBezTo>
                  <a:lnTo>
                    <a:pt x="169365" y="588528"/>
                  </a:lnTo>
                  <a:lnTo>
                    <a:pt x="189312" y="588528"/>
                  </a:lnTo>
                  <a:lnTo>
                    <a:pt x="189312" y="508679"/>
                  </a:lnTo>
                  <a:lnTo>
                    <a:pt x="189312" y="508679"/>
                  </a:lnTo>
                  <a:lnTo>
                    <a:pt x="189312" y="503814"/>
                  </a:lnTo>
                  <a:cubicBezTo>
                    <a:pt x="189312" y="492754"/>
                    <a:pt x="189312" y="469694"/>
                    <a:pt x="223690" y="428926"/>
                  </a:cubicBezTo>
                  <a:cubicBezTo>
                    <a:pt x="234653" y="414428"/>
                    <a:pt x="242210" y="398277"/>
                    <a:pt x="246069" y="381282"/>
                  </a:cubicBezTo>
                  <a:lnTo>
                    <a:pt x="270361" y="515425"/>
                  </a:lnTo>
                  <a:lnTo>
                    <a:pt x="331141" y="628453"/>
                  </a:lnTo>
                  <a:lnTo>
                    <a:pt x="375606" y="628453"/>
                  </a:lnTo>
                  <a:lnTo>
                    <a:pt x="376352" y="618724"/>
                  </a:lnTo>
                  <a:lnTo>
                    <a:pt x="336946" y="618724"/>
                  </a:lnTo>
                  <a:lnTo>
                    <a:pt x="279669" y="512181"/>
                  </a:lnTo>
                  <a:lnTo>
                    <a:pt x="249571" y="345768"/>
                  </a:lnTo>
                  <a:lnTo>
                    <a:pt x="258523" y="336816"/>
                  </a:lnTo>
                  <a:cubicBezTo>
                    <a:pt x="285345" y="309994"/>
                    <a:pt x="288200" y="267799"/>
                    <a:pt x="265107" y="238674"/>
                  </a:cubicBezTo>
                  <a:cubicBezTo>
                    <a:pt x="259853" y="232025"/>
                    <a:pt x="254826" y="227096"/>
                    <a:pt x="251453" y="224079"/>
                  </a:cubicBezTo>
                  <a:lnTo>
                    <a:pt x="267669" y="207863"/>
                  </a:lnTo>
                  <a:lnTo>
                    <a:pt x="260794" y="200987"/>
                  </a:lnTo>
                  <a:lnTo>
                    <a:pt x="236890" y="224923"/>
                  </a:lnTo>
                  <a:lnTo>
                    <a:pt x="241367" y="228296"/>
                  </a:lnTo>
                  <a:cubicBezTo>
                    <a:pt x="241367" y="228296"/>
                    <a:pt x="249118" y="234198"/>
                    <a:pt x="257486" y="244739"/>
                  </a:cubicBezTo>
                  <a:cubicBezTo>
                    <a:pt x="277497" y="269972"/>
                    <a:pt x="274967" y="306621"/>
                    <a:pt x="251648" y="329941"/>
                  </a:cubicBezTo>
                  <a:lnTo>
                    <a:pt x="247561" y="334027"/>
                  </a:lnTo>
                  <a:cubicBezTo>
                    <a:pt x="247561" y="334027"/>
                    <a:pt x="247561" y="334027"/>
                    <a:pt x="247561" y="334027"/>
                  </a:cubicBezTo>
                  <a:cubicBezTo>
                    <a:pt x="241658" y="297637"/>
                    <a:pt x="219896" y="266469"/>
                    <a:pt x="189635" y="247918"/>
                  </a:cubicBezTo>
                  <a:lnTo>
                    <a:pt x="190511" y="246945"/>
                  </a:lnTo>
                  <a:cubicBezTo>
                    <a:pt x="180944" y="238317"/>
                    <a:pt x="179030" y="225182"/>
                    <a:pt x="185646" y="215225"/>
                  </a:cubicBezTo>
                  <a:lnTo>
                    <a:pt x="219961" y="169884"/>
                  </a:lnTo>
                  <a:cubicBezTo>
                    <a:pt x="230923" y="156424"/>
                    <a:pt x="246361" y="147116"/>
                    <a:pt x="263388" y="143710"/>
                  </a:cubicBezTo>
                  <a:lnTo>
                    <a:pt x="329195" y="130543"/>
                  </a:lnTo>
                  <a:lnTo>
                    <a:pt x="329195" y="310319"/>
                  </a:lnTo>
                  <a:lnTo>
                    <a:pt x="338924" y="310319"/>
                  </a:lnTo>
                  <a:lnTo>
                    <a:pt x="338924" y="129213"/>
                  </a:lnTo>
                  <a:cubicBezTo>
                    <a:pt x="354427" y="127883"/>
                    <a:pt x="368082" y="120034"/>
                    <a:pt x="377163" y="108391"/>
                  </a:cubicBezTo>
                  <a:cubicBezTo>
                    <a:pt x="379823" y="104985"/>
                    <a:pt x="382125" y="101223"/>
                    <a:pt x="383942" y="97234"/>
                  </a:cubicBezTo>
                  <a:cubicBezTo>
                    <a:pt x="387055" y="90358"/>
                    <a:pt x="388807" y="82737"/>
                    <a:pt x="388807" y="74726"/>
                  </a:cubicBezTo>
                  <a:lnTo>
                    <a:pt x="388807" y="54747"/>
                  </a:lnTo>
                  <a:close/>
                  <a:moveTo>
                    <a:pt x="159667" y="603610"/>
                  </a:moveTo>
                  <a:cubicBezTo>
                    <a:pt x="159667" y="611945"/>
                    <a:pt x="152889" y="618691"/>
                    <a:pt x="144586" y="618691"/>
                  </a:cubicBezTo>
                  <a:lnTo>
                    <a:pt x="104661" y="618691"/>
                  </a:lnTo>
                  <a:cubicBezTo>
                    <a:pt x="96326" y="618691"/>
                    <a:pt x="89580" y="611913"/>
                    <a:pt x="89580" y="603610"/>
                  </a:cubicBezTo>
                  <a:lnTo>
                    <a:pt x="89580" y="588528"/>
                  </a:lnTo>
                  <a:lnTo>
                    <a:pt x="159700" y="588528"/>
                  </a:lnTo>
                  <a:lnTo>
                    <a:pt x="159700" y="603610"/>
                  </a:lnTo>
                  <a:close/>
                  <a:moveTo>
                    <a:pt x="69601" y="578799"/>
                  </a:moveTo>
                  <a:lnTo>
                    <a:pt x="69601" y="548604"/>
                  </a:lnTo>
                  <a:lnTo>
                    <a:pt x="179614" y="548604"/>
                  </a:lnTo>
                  <a:lnTo>
                    <a:pt x="179614" y="578799"/>
                  </a:lnTo>
                  <a:lnTo>
                    <a:pt x="69601" y="578799"/>
                  </a:lnTo>
                  <a:close/>
                  <a:moveTo>
                    <a:pt x="179614" y="538874"/>
                  </a:moveTo>
                  <a:lnTo>
                    <a:pt x="69601" y="538874"/>
                  </a:lnTo>
                  <a:lnTo>
                    <a:pt x="69601" y="508679"/>
                  </a:lnTo>
                  <a:lnTo>
                    <a:pt x="179614" y="508679"/>
                  </a:lnTo>
                  <a:lnTo>
                    <a:pt x="179614" y="538874"/>
                  </a:lnTo>
                  <a:close/>
                  <a:moveTo>
                    <a:pt x="239485" y="354135"/>
                  </a:moveTo>
                  <a:cubicBezTo>
                    <a:pt x="239485" y="378849"/>
                    <a:pt x="231345" y="402688"/>
                    <a:pt x="216134" y="422861"/>
                  </a:cubicBezTo>
                  <a:cubicBezTo>
                    <a:pt x="183895" y="461035"/>
                    <a:pt x="180100" y="485359"/>
                    <a:pt x="179679" y="498949"/>
                  </a:cubicBezTo>
                  <a:lnTo>
                    <a:pt x="69537" y="498949"/>
                  </a:lnTo>
                  <a:cubicBezTo>
                    <a:pt x="69082" y="485359"/>
                    <a:pt x="65320" y="461067"/>
                    <a:pt x="33211" y="423055"/>
                  </a:cubicBezTo>
                  <a:cubicBezTo>
                    <a:pt x="17838" y="402688"/>
                    <a:pt x="9697" y="378849"/>
                    <a:pt x="9697" y="354135"/>
                  </a:cubicBezTo>
                  <a:cubicBezTo>
                    <a:pt x="9697" y="290794"/>
                    <a:pt x="61234" y="239258"/>
                    <a:pt x="124575" y="239258"/>
                  </a:cubicBezTo>
                  <a:lnTo>
                    <a:pt x="124608" y="239258"/>
                  </a:lnTo>
                  <a:cubicBezTo>
                    <a:pt x="187949" y="239258"/>
                    <a:pt x="239485" y="290794"/>
                    <a:pt x="239485" y="354135"/>
                  </a:cubicBezTo>
                  <a:close/>
                  <a:moveTo>
                    <a:pt x="379109" y="74726"/>
                  </a:moveTo>
                  <a:cubicBezTo>
                    <a:pt x="379109" y="82931"/>
                    <a:pt x="376903" y="90618"/>
                    <a:pt x="373076" y="97234"/>
                  </a:cubicBezTo>
                  <a:cubicBezTo>
                    <a:pt x="370644" y="101418"/>
                    <a:pt x="367531" y="105180"/>
                    <a:pt x="363930" y="108391"/>
                  </a:cubicBezTo>
                  <a:cubicBezTo>
                    <a:pt x="355952" y="115461"/>
                    <a:pt x="345508" y="119742"/>
                    <a:pt x="334059" y="119742"/>
                  </a:cubicBezTo>
                  <a:cubicBezTo>
                    <a:pt x="309249" y="119742"/>
                    <a:pt x="289043" y="99537"/>
                    <a:pt x="289043" y="74726"/>
                  </a:cubicBezTo>
                  <a:lnTo>
                    <a:pt x="289043" y="54747"/>
                  </a:lnTo>
                  <a:cubicBezTo>
                    <a:pt x="289043" y="29936"/>
                    <a:pt x="309249" y="9730"/>
                    <a:pt x="334059" y="9730"/>
                  </a:cubicBezTo>
                  <a:cubicBezTo>
                    <a:pt x="358871" y="9730"/>
                    <a:pt x="379109" y="29936"/>
                    <a:pt x="379109" y="54747"/>
                  </a:cubicBezTo>
                  <a:lnTo>
                    <a:pt x="379109" y="74726"/>
                  </a:lnTo>
                  <a:close/>
                </a:path>
              </a:pathLst>
            </a:custGeom>
            <a:grpFill/>
            <a:ln w="3243" cap="flat">
              <a:noFill/>
              <a:prstDash val="solid"/>
              <a:miter/>
            </a:ln>
          </p:spPr>
          <p:txBody>
            <a:bodyPr rtlCol="0" anchor="ctr"/>
            <a:lstStyle/>
            <a:p>
              <a:endParaRPr lang="en-US"/>
            </a:p>
          </p:txBody>
        </p:sp>
        <p:sp>
          <p:nvSpPr>
            <p:cNvPr id="45" name="Freeform: Shape 820"/>
            <p:cNvSpPr/>
            <p:nvPr/>
          </p:nvSpPr>
          <p:spPr>
            <a:xfrm>
              <a:off x="10132355" y="2971203"/>
              <a:ext cx="50433" cy="229268"/>
            </a:xfrm>
            <a:custGeom>
              <a:avLst/>
              <a:gdLst>
                <a:gd name="connsiteX0" fmla="*/ 9730 w 50433"/>
                <a:gd name="connsiteY0" fmla="*/ 0 h 229268"/>
                <a:gd name="connsiteX1" fmla="*/ 0 w 50433"/>
                <a:gd name="connsiteY1" fmla="*/ 0 h 229268"/>
                <a:gd name="connsiteX2" fmla="*/ 0 w 50433"/>
                <a:gd name="connsiteY2" fmla="*/ 140954 h 229268"/>
                <a:gd name="connsiteX3" fmla="*/ 49104 w 50433"/>
                <a:gd name="connsiteY3" fmla="*/ 229269 h 229268"/>
                <a:gd name="connsiteX4" fmla="*/ 50433 w 50433"/>
                <a:gd name="connsiteY4" fmla="*/ 211690 h 229268"/>
                <a:gd name="connsiteX5" fmla="*/ 9730 w 50433"/>
                <a:gd name="connsiteY5" fmla="*/ 138424 h 229268"/>
                <a:gd name="connsiteX6" fmla="*/ 9730 w 50433"/>
                <a:gd name="connsiteY6" fmla="*/ 0 h 22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33" h="229268">
                  <a:moveTo>
                    <a:pt x="9730" y="0"/>
                  </a:moveTo>
                  <a:lnTo>
                    <a:pt x="0" y="0"/>
                  </a:lnTo>
                  <a:lnTo>
                    <a:pt x="0" y="140954"/>
                  </a:lnTo>
                  <a:lnTo>
                    <a:pt x="49104" y="229269"/>
                  </a:lnTo>
                  <a:lnTo>
                    <a:pt x="50433" y="211690"/>
                  </a:lnTo>
                  <a:lnTo>
                    <a:pt x="9730" y="138424"/>
                  </a:lnTo>
                  <a:lnTo>
                    <a:pt x="9730" y="0"/>
                  </a:lnTo>
                  <a:close/>
                </a:path>
              </a:pathLst>
            </a:custGeom>
            <a:grpFill/>
            <a:ln w="3243" cap="flat">
              <a:noFill/>
              <a:prstDash val="solid"/>
              <a:miter/>
            </a:ln>
          </p:spPr>
          <p:txBody>
            <a:bodyPr rtlCol="0" anchor="ctr"/>
            <a:lstStyle/>
            <a:p>
              <a:endParaRPr lang="en-US"/>
            </a:p>
          </p:txBody>
        </p:sp>
        <p:sp>
          <p:nvSpPr>
            <p:cNvPr id="46" name="Freeform: Shape 821"/>
            <p:cNvSpPr/>
            <p:nvPr/>
          </p:nvSpPr>
          <p:spPr>
            <a:xfrm>
              <a:off x="10190702" y="2780919"/>
              <a:ext cx="62887" cy="173256"/>
            </a:xfrm>
            <a:custGeom>
              <a:avLst/>
              <a:gdLst>
                <a:gd name="connsiteX0" fmla="*/ 20238 w 62887"/>
                <a:gd name="connsiteY0" fmla="*/ 113483 h 173256"/>
                <a:gd name="connsiteX1" fmla="*/ 62888 w 62887"/>
                <a:gd name="connsiteY1" fmla="*/ 60163 h 173256"/>
                <a:gd name="connsiteX2" fmla="*/ 9925 w 62887"/>
                <a:gd name="connsiteY2" fmla="*/ 0 h 173256"/>
                <a:gd name="connsiteX3" fmla="*/ 0 w 62887"/>
                <a:gd name="connsiteY3" fmla="*/ 162 h 173256"/>
                <a:gd name="connsiteX4" fmla="*/ 11514 w 62887"/>
                <a:gd name="connsiteY4" fmla="*/ 140402 h 173256"/>
                <a:gd name="connsiteX5" fmla="*/ 9374 w 62887"/>
                <a:gd name="connsiteY5" fmla="*/ 173257 h 173256"/>
                <a:gd name="connsiteX6" fmla="*/ 9568 w 62887"/>
                <a:gd name="connsiteY6" fmla="*/ 170857 h 173256"/>
                <a:gd name="connsiteX7" fmla="*/ 20173 w 62887"/>
                <a:gd name="connsiteY7" fmla="*/ 157624 h 173256"/>
                <a:gd name="connsiteX8" fmla="*/ 21276 w 62887"/>
                <a:gd name="connsiteY8" fmla="*/ 140337 h 173256"/>
                <a:gd name="connsiteX9" fmla="*/ 19136 w 62887"/>
                <a:gd name="connsiteY9" fmla="*/ 112607 h 173256"/>
                <a:gd name="connsiteX10" fmla="*/ 20238 w 62887"/>
                <a:gd name="connsiteY10" fmla="*/ 113483 h 173256"/>
                <a:gd name="connsiteX11" fmla="*/ 10898 w 62887"/>
                <a:gd name="connsiteY11" fmla="*/ 14724 h 173256"/>
                <a:gd name="connsiteX12" fmla="*/ 49850 w 62887"/>
                <a:gd name="connsiteY12" fmla="*/ 60909 h 173256"/>
                <a:gd name="connsiteX13" fmla="*/ 18228 w 62887"/>
                <a:gd name="connsiteY13" fmla="*/ 100445 h 173256"/>
                <a:gd name="connsiteX14" fmla="*/ 10898 w 62887"/>
                <a:gd name="connsiteY14" fmla="*/ 14724 h 17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87" h="173256">
                  <a:moveTo>
                    <a:pt x="20238" y="113483"/>
                  </a:moveTo>
                  <a:lnTo>
                    <a:pt x="62888" y="60163"/>
                  </a:lnTo>
                  <a:lnTo>
                    <a:pt x="9925" y="0"/>
                  </a:lnTo>
                  <a:lnTo>
                    <a:pt x="0" y="162"/>
                  </a:lnTo>
                  <a:lnTo>
                    <a:pt x="11514" y="140402"/>
                  </a:lnTo>
                  <a:lnTo>
                    <a:pt x="9374" y="173257"/>
                  </a:lnTo>
                  <a:lnTo>
                    <a:pt x="9568" y="170857"/>
                  </a:lnTo>
                  <a:lnTo>
                    <a:pt x="20173" y="157624"/>
                  </a:lnTo>
                  <a:lnTo>
                    <a:pt x="21276" y="140337"/>
                  </a:lnTo>
                  <a:lnTo>
                    <a:pt x="19136" y="112607"/>
                  </a:lnTo>
                  <a:lnTo>
                    <a:pt x="20238" y="113483"/>
                  </a:lnTo>
                  <a:close/>
                  <a:moveTo>
                    <a:pt x="10898" y="14724"/>
                  </a:moveTo>
                  <a:lnTo>
                    <a:pt x="49850" y="60909"/>
                  </a:lnTo>
                  <a:lnTo>
                    <a:pt x="18228" y="100445"/>
                  </a:lnTo>
                  <a:lnTo>
                    <a:pt x="10898" y="14724"/>
                  </a:lnTo>
                  <a:close/>
                </a:path>
              </a:pathLst>
            </a:custGeom>
            <a:grpFill/>
            <a:ln w="3243" cap="flat">
              <a:noFill/>
              <a:prstDash val="solid"/>
              <a:miter/>
            </a:ln>
          </p:spPr>
          <p:txBody>
            <a:bodyPr rtlCol="0" anchor="ctr"/>
            <a:lstStyle/>
            <a:p>
              <a:endParaRPr lang="en-US"/>
            </a:p>
          </p:txBody>
        </p:sp>
        <p:sp>
          <p:nvSpPr>
            <p:cNvPr id="47" name="Freeform: Shape 822"/>
            <p:cNvSpPr/>
            <p:nvPr/>
          </p:nvSpPr>
          <p:spPr>
            <a:xfrm>
              <a:off x="9857259" y="2956349"/>
              <a:ext cx="141018" cy="114618"/>
            </a:xfrm>
            <a:custGeom>
              <a:avLst/>
              <a:gdLst>
                <a:gd name="connsiteX0" fmla="*/ 18422 w 141018"/>
                <a:gd name="connsiteY0" fmla="*/ 9211 h 114618"/>
                <a:gd name="connsiteX1" fmla="*/ 45665 w 141018"/>
                <a:gd name="connsiteY1" fmla="*/ 114618 h 114618"/>
                <a:gd name="connsiteX2" fmla="*/ 55395 w 141018"/>
                <a:gd name="connsiteY2" fmla="*/ 114618 h 114618"/>
                <a:gd name="connsiteX3" fmla="*/ 32854 w 141018"/>
                <a:gd name="connsiteY3" fmla="*/ 9698 h 114618"/>
                <a:gd name="connsiteX4" fmla="*/ 108163 w 141018"/>
                <a:gd name="connsiteY4" fmla="*/ 9698 h 114618"/>
                <a:gd name="connsiteX5" fmla="*/ 85623 w 141018"/>
                <a:gd name="connsiteY5" fmla="*/ 114618 h 114618"/>
                <a:gd name="connsiteX6" fmla="*/ 95353 w 141018"/>
                <a:gd name="connsiteY6" fmla="*/ 114618 h 114618"/>
                <a:gd name="connsiteX7" fmla="*/ 122596 w 141018"/>
                <a:gd name="connsiteY7" fmla="*/ 9211 h 114618"/>
                <a:gd name="connsiteX8" fmla="*/ 141018 w 141018"/>
                <a:gd name="connsiteY8" fmla="*/ 0 h 114618"/>
                <a:gd name="connsiteX9" fmla="*/ 0 w 141018"/>
                <a:gd name="connsiteY9" fmla="*/ 0 h 114618"/>
                <a:gd name="connsiteX10" fmla="*/ 18422 w 141018"/>
                <a:gd name="connsiteY10" fmla="*/ 9211 h 11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018" h="114618">
                  <a:moveTo>
                    <a:pt x="18422" y="9211"/>
                  </a:moveTo>
                  <a:cubicBezTo>
                    <a:pt x="34476" y="17254"/>
                    <a:pt x="45665" y="71223"/>
                    <a:pt x="45665" y="114618"/>
                  </a:cubicBezTo>
                  <a:lnTo>
                    <a:pt x="55395" y="114618"/>
                  </a:lnTo>
                  <a:cubicBezTo>
                    <a:pt x="55395" y="87537"/>
                    <a:pt x="49654" y="33082"/>
                    <a:pt x="32854" y="9698"/>
                  </a:cubicBezTo>
                  <a:lnTo>
                    <a:pt x="108163" y="9698"/>
                  </a:lnTo>
                  <a:cubicBezTo>
                    <a:pt x="91363" y="33082"/>
                    <a:pt x="85623" y="87537"/>
                    <a:pt x="85623" y="114618"/>
                  </a:cubicBezTo>
                  <a:lnTo>
                    <a:pt x="95353" y="114618"/>
                  </a:lnTo>
                  <a:cubicBezTo>
                    <a:pt x="95353" y="71190"/>
                    <a:pt x="106542" y="17222"/>
                    <a:pt x="122596" y="9211"/>
                  </a:cubicBezTo>
                  <a:lnTo>
                    <a:pt x="141018" y="0"/>
                  </a:lnTo>
                  <a:lnTo>
                    <a:pt x="0" y="0"/>
                  </a:lnTo>
                  <a:lnTo>
                    <a:pt x="18422" y="9211"/>
                  </a:lnTo>
                  <a:close/>
                </a:path>
              </a:pathLst>
            </a:custGeom>
            <a:grpFill/>
            <a:ln w="3243" cap="flat">
              <a:noFill/>
              <a:prstDash val="solid"/>
              <a:miter/>
            </a:ln>
          </p:spPr>
          <p:txBody>
            <a:bodyPr rtlCol="0" anchor="ctr"/>
            <a:lstStyle/>
            <a:p>
              <a:endParaRPr lang="en-US"/>
            </a:p>
          </p:txBody>
        </p:sp>
        <p:sp>
          <p:nvSpPr>
            <p:cNvPr id="48" name="Freeform: Shape 1094"/>
            <p:cNvSpPr/>
            <p:nvPr/>
          </p:nvSpPr>
          <p:spPr>
            <a:xfrm>
              <a:off x="10142117" y="2704312"/>
              <a:ext cx="181074" cy="531219"/>
            </a:xfrm>
            <a:custGeom>
              <a:avLst/>
              <a:gdLst>
                <a:gd name="connsiteX0" fmla="*/ 171376 w 181074"/>
                <a:gd name="connsiteY0" fmla="*/ 157981 h 531219"/>
                <a:gd name="connsiteX1" fmla="*/ 89743 w 181074"/>
                <a:gd name="connsiteY1" fmla="*/ 259918 h 531219"/>
                <a:gd name="connsiteX2" fmla="*/ 69180 w 181074"/>
                <a:gd name="connsiteY2" fmla="*/ 531219 h 531219"/>
                <a:gd name="connsiteX3" fmla="*/ 36682 w 181074"/>
                <a:gd name="connsiteY3" fmla="*/ 531219 h 531219"/>
                <a:gd name="connsiteX4" fmla="*/ 37428 w 181074"/>
                <a:gd name="connsiteY4" fmla="*/ 521489 h 531219"/>
                <a:gd name="connsiteX5" fmla="*/ 39342 w 181074"/>
                <a:gd name="connsiteY5" fmla="*/ 496192 h 531219"/>
                <a:gd name="connsiteX6" fmla="*/ 39342 w 181074"/>
                <a:gd name="connsiteY6" fmla="*/ 496192 h 531219"/>
                <a:gd name="connsiteX7" fmla="*/ 40671 w 181074"/>
                <a:gd name="connsiteY7" fmla="*/ 478581 h 531219"/>
                <a:gd name="connsiteX8" fmla="*/ 57958 w 181074"/>
                <a:gd name="connsiteY8" fmla="*/ 249863 h 531219"/>
                <a:gd name="connsiteX9" fmla="*/ 58152 w 181074"/>
                <a:gd name="connsiteY9" fmla="*/ 247463 h 531219"/>
                <a:gd name="connsiteX10" fmla="*/ 68758 w 181074"/>
                <a:gd name="connsiteY10" fmla="*/ 234231 h 531219"/>
                <a:gd name="connsiteX11" fmla="*/ 145916 w 181074"/>
                <a:gd name="connsiteY11" fmla="*/ 137905 h 531219"/>
                <a:gd name="connsiteX12" fmla="*/ 144651 w 181074"/>
                <a:gd name="connsiteY12" fmla="*/ 119937 h 531219"/>
                <a:gd name="connsiteX13" fmla="*/ 81017 w 181074"/>
                <a:gd name="connsiteY13" fmla="*/ 45211 h 531219"/>
                <a:gd name="connsiteX14" fmla="*/ 50141 w 181074"/>
                <a:gd name="connsiteY14" fmla="*/ 32433 h 531219"/>
                <a:gd name="connsiteX15" fmla="*/ 0 w 181074"/>
                <a:gd name="connsiteY15" fmla="*/ 32433 h 531219"/>
                <a:gd name="connsiteX16" fmla="*/ 0 w 181074"/>
                <a:gd name="connsiteY16" fmla="*/ 31979 h 531219"/>
                <a:gd name="connsiteX17" fmla="*/ 38239 w 181074"/>
                <a:gd name="connsiteY17" fmla="*/ 11157 h 531219"/>
                <a:gd name="connsiteX18" fmla="*/ 45017 w 181074"/>
                <a:gd name="connsiteY18" fmla="*/ 0 h 531219"/>
                <a:gd name="connsiteX19" fmla="*/ 50141 w 181074"/>
                <a:gd name="connsiteY19" fmla="*/ 0 h 531219"/>
                <a:gd name="connsiteX20" fmla="*/ 103948 w 181074"/>
                <a:gd name="connsiteY20" fmla="*/ 22281 h 531219"/>
                <a:gd name="connsiteX21" fmla="*/ 167582 w 181074"/>
                <a:gd name="connsiteY21" fmla="*/ 97007 h 531219"/>
                <a:gd name="connsiteX22" fmla="*/ 171376 w 181074"/>
                <a:gd name="connsiteY22" fmla="*/ 157981 h 53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1074" h="531219">
                  <a:moveTo>
                    <a:pt x="171376" y="157981"/>
                  </a:moveTo>
                  <a:lnTo>
                    <a:pt x="89743" y="259918"/>
                  </a:lnTo>
                  <a:lnTo>
                    <a:pt x="69180" y="531219"/>
                  </a:lnTo>
                  <a:lnTo>
                    <a:pt x="36682" y="531219"/>
                  </a:lnTo>
                  <a:lnTo>
                    <a:pt x="37428" y="521489"/>
                  </a:lnTo>
                  <a:lnTo>
                    <a:pt x="39342" y="496192"/>
                  </a:lnTo>
                  <a:lnTo>
                    <a:pt x="39342" y="496192"/>
                  </a:lnTo>
                  <a:cubicBezTo>
                    <a:pt x="39342" y="496192"/>
                    <a:pt x="40671" y="478581"/>
                    <a:pt x="40671" y="478581"/>
                  </a:cubicBezTo>
                  <a:lnTo>
                    <a:pt x="57958" y="249863"/>
                  </a:lnTo>
                  <a:lnTo>
                    <a:pt x="58152" y="247463"/>
                  </a:lnTo>
                  <a:lnTo>
                    <a:pt x="68758" y="234231"/>
                  </a:lnTo>
                  <a:lnTo>
                    <a:pt x="145916" y="137905"/>
                  </a:lnTo>
                  <a:cubicBezTo>
                    <a:pt x="150002" y="132618"/>
                    <a:pt x="149516" y="124834"/>
                    <a:pt x="144651" y="119937"/>
                  </a:cubicBezTo>
                  <a:lnTo>
                    <a:pt x="81017" y="45211"/>
                  </a:lnTo>
                  <a:cubicBezTo>
                    <a:pt x="72779" y="36974"/>
                    <a:pt x="61817" y="32433"/>
                    <a:pt x="50141" y="32433"/>
                  </a:cubicBezTo>
                  <a:lnTo>
                    <a:pt x="0" y="32433"/>
                  </a:lnTo>
                  <a:lnTo>
                    <a:pt x="0" y="31979"/>
                  </a:lnTo>
                  <a:cubicBezTo>
                    <a:pt x="15503" y="30649"/>
                    <a:pt x="29157" y="22800"/>
                    <a:pt x="38239" y="11157"/>
                  </a:cubicBezTo>
                  <a:cubicBezTo>
                    <a:pt x="40898" y="7751"/>
                    <a:pt x="43201" y="3989"/>
                    <a:pt x="45017" y="0"/>
                  </a:cubicBezTo>
                  <a:lnTo>
                    <a:pt x="50141" y="0"/>
                  </a:lnTo>
                  <a:cubicBezTo>
                    <a:pt x="70477" y="0"/>
                    <a:pt x="89580" y="7914"/>
                    <a:pt x="103948" y="22281"/>
                  </a:cubicBezTo>
                  <a:lnTo>
                    <a:pt x="167582" y="97007"/>
                  </a:lnTo>
                  <a:cubicBezTo>
                    <a:pt x="183992" y="113418"/>
                    <a:pt x="185646" y="139656"/>
                    <a:pt x="171376" y="157981"/>
                  </a:cubicBezTo>
                  <a:close/>
                </a:path>
              </a:pathLst>
            </a:custGeom>
            <a:solidFill>
              <a:schemeClr val="tx2"/>
            </a:solidFill>
            <a:ln w="3243" cap="flat">
              <a:noFill/>
              <a:prstDash val="solid"/>
              <a:miter/>
            </a:ln>
          </p:spPr>
          <p:txBody>
            <a:bodyPr rtlCol="0" anchor="ctr"/>
            <a:lstStyle/>
            <a:p>
              <a:endParaRPr lang="en-US" dirty="0"/>
            </a:p>
          </p:txBody>
        </p:sp>
      </p:grpSp>
      <p:grpSp>
        <p:nvGrpSpPr>
          <p:cNvPr id="49" name="Group 81"/>
          <p:cNvGrpSpPr/>
          <p:nvPr/>
        </p:nvGrpSpPr>
        <p:grpSpPr>
          <a:xfrm>
            <a:off x="1134402" y="2433268"/>
            <a:ext cx="772126" cy="613950"/>
            <a:chOff x="3096511" y="1366680"/>
            <a:chExt cx="639772" cy="508710"/>
          </a:xfrm>
          <a:solidFill>
            <a:schemeClr val="tx1"/>
          </a:solidFill>
        </p:grpSpPr>
        <p:sp>
          <p:nvSpPr>
            <p:cNvPr id="50" name="Freeform: Shape 823"/>
            <p:cNvSpPr/>
            <p:nvPr/>
          </p:nvSpPr>
          <p:spPr>
            <a:xfrm>
              <a:off x="3206297" y="1466508"/>
              <a:ext cx="408882" cy="149418"/>
            </a:xfrm>
            <a:custGeom>
              <a:avLst/>
              <a:gdLst>
                <a:gd name="connsiteX0" fmla="*/ 24811 w 408882"/>
                <a:gd name="connsiteY0" fmla="*/ 149419 h 149418"/>
                <a:gd name="connsiteX1" fmla="*/ 49622 w 408882"/>
                <a:gd name="connsiteY1" fmla="*/ 124607 h 149418"/>
                <a:gd name="connsiteX2" fmla="*/ 49006 w 408882"/>
                <a:gd name="connsiteY2" fmla="*/ 119159 h 149418"/>
                <a:gd name="connsiteX3" fmla="*/ 94380 w 408882"/>
                <a:gd name="connsiteY3" fmla="*/ 98985 h 149418"/>
                <a:gd name="connsiteX4" fmla="*/ 114618 w 408882"/>
                <a:gd name="connsiteY4" fmla="*/ 109494 h 149418"/>
                <a:gd name="connsiteX5" fmla="*/ 136153 w 408882"/>
                <a:gd name="connsiteY5" fmla="*/ 96975 h 149418"/>
                <a:gd name="connsiteX6" fmla="*/ 179841 w 408882"/>
                <a:gd name="connsiteY6" fmla="*/ 111537 h 149418"/>
                <a:gd name="connsiteX7" fmla="*/ 179614 w 408882"/>
                <a:gd name="connsiteY7" fmla="*/ 114618 h 149418"/>
                <a:gd name="connsiteX8" fmla="*/ 204425 w 408882"/>
                <a:gd name="connsiteY8" fmla="*/ 139429 h 149418"/>
                <a:gd name="connsiteX9" fmla="*/ 229236 w 408882"/>
                <a:gd name="connsiteY9" fmla="*/ 114618 h 149418"/>
                <a:gd name="connsiteX10" fmla="*/ 226577 w 408882"/>
                <a:gd name="connsiteY10" fmla="*/ 103526 h 149418"/>
                <a:gd name="connsiteX11" fmla="*/ 278015 w 408882"/>
                <a:gd name="connsiteY11" fmla="*/ 63536 h 149418"/>
                <a:gd name="connsiteX12" fmla="*/ 294232 w 408882"/>
                <a:gd name="connsiteY12" fmla="*/ 69601 h 149418"/>
                <a:gd name="connsiteX13" fmla="*/ 319043 w 408882"/>
                <a:gd name="connsiteY13" fmla="*/ 44790 h 149418"/>
                <a:gd name="connsiteX14" fmla="*/ 319043 w 408882"/>
                <a:gd name="connsiteY14" fmla="*/ 44271 h 149418"/>
                <a:gd name="connsiteX15" fmla="*/ 361368 w 408882"/>
                <a:gd name="connsiteY15" fmla="*/ 34833 h 149418"/>
                <a:gd name="connsiteX16" fmla="*/ 384071 w 408882"/>
                <a:gd name="connsiteY16" fmla="*/ 49622 h 149418"/>
                <a:gd name="connsiteX17" fmla="*/ 408882 w 408882"/>
                <a:gd name="connsiteY17" fmla="*/ 24811 h 149418"/>
                <a:gd name="connsiteX18" fmla="*/ 384071 w 408882"/>
                <a:gd name="connsiteY18" fmla="*/ 0 h 149418"/>
                <a:gd name="connsiteX19" fmla="*/ 359260 w 408882"/>
                <a:gd name="connsiteY19" fmla="*/ 24811 h 149418"/>
                <a:gd name="connsiteX20" fmla="*/ 359260 w 408882"/>
                <a:gd name="connsiteY20" fmla="*/ 25330 h 149418"/>
                <a:gd name="connsiteX21" fmla="*/ 316935 w 408882"/>
                <a:gd name="connsiteY21" fmla="*/ 34768 h 149418"/>
                <a:gd name="connsiteX22" fmla="*/ 294232 w 408882"/>
                <a:gd name="connsiteY22" fmla="*/ 19946 h 149418"/>
                <a:gd name="connsiteX23" fmla="*/ 269421 w 408882"/>
                <a:gd name="connsiteY23" fmla="*/ 44757 h 149418"/>
                <a:gd name="connsiteX24" fmla="*/ 272080 w 408882"/>
                <a:gd name="connsiteY24" fmla="*/ 55850 h 149418"/>
                <a:gd name="connsiteX25" fmla="*/ 220641 w 408882"/>
                <a:gd name="connsiteY25" fmla="*/ 95839 h 149418"/>
                <a:gd name="connsiteX26" fmla="*/ 204425 w 408882"/>
                <a:gd name="connsiteY26" fmla="*/ 89774 h 149418"/>
                <a:gd name="connsiteX27" fmla="*/ 182889 w 408882"/>
                <a:gd name="connsiteY27" fmla="*/ 102294 h 149418"/>
                <a:gd name="connsiteX28" fmla="*/ 139202 w 408882"/>
                <a:gd name="connsiteY28" fmla="*/ 87731 h 149418"/>
                <a:gd name="connsiteX29" fmla="*/ 139429 w 408882"/>
                <a:gd name="connsiteY29" fmla="*/ 84650 h 149418"/>
                <a:gd name="connsiteX30" fmla="*/ 114618 w 408882"/>
                <a:gd name="connsiteY30" fmla="*/ 59839 h 149418"/>
                <a:gd name="connsiteX31" fmla="*/ 89807 w 408882"/>
                <a:gd name="connsiteY31" fmla="*/ 84650 h 149418"/>
                <a:gd name="connsiteX32" fmla="*/ 90423 w 408882"/>
                <a:gd name="connsiteY32" fmla="*/ 90066 h 149418"/>
                <a:gd name="connsiteX33" fmla="*/ 45049 w 408882"/>
                <a:gd name="connsiteY33" fmla="*/ 110240 h 149418"/>
                <a:gd name="connsiteX34" fmla="*/ 24811 w 408882"/>
                <a:gd name="connsiteY34" fmla="*/ 99731 h 149418"/>
                <a:gd name="connsiteX35" fmla="*/ 0 w 408882"/>
                <a:gd name="connsiteY35" fmla="*/ 124543 h 149418"/>
                <a:gd name="connsiteX36" fmla="*/ 24811 w 408882"/>
                <a:gd name="connsiteY36" fmla="*/ 149354 h 149418"/>
                <a:gd name="connsiteX37" fmla="*/ 384071 w 408882"/>
                <a:gd name="connsiteY37" fmla="*/ 9697 h 149418"/>
                <a:gd name="connsiteX38" fmla="*/ 399152 w 408882"/>
                <a:gd name="connsiteY38" fmla="*/ 24779 h 149418"/>
                <a:gd name="connsiteX39" fmla="*/ 384071 w 408882"/>
                <a:gd name="connsiteY39" fmla="*/ 39860 h 149418"/>
                <a:gd name="connsiteX40" fmla="*/ 368990 w 408882"/>
                <a:gd name="connsiteY40" fmla="*/ 24779 h 149418"/>
                <a:gd name="connsiteX41" fmla="*/ 384071 w 408882"/>
                <a:gd name="connsiteY41" fmla="*/ 9697 h 149418"/>
                <a:gd name="connsiteX42" fmla="*/ 294264 w 408882"/>
                <a:gd name="connsiteY42" fmla="*/ 29644 h 149418"/>
                <a:gd name="connsiteX43" fmla="*/ 309346 w 408882"/>
                <a:gd name="connsiteY43" fmla="*/ 44725 h 149418"/>
                <a:gd name="connsiteX44" fmla="*/ 294264 w 408882"/>
                <a:gd name="connsiteY44" fmla="*/ 59806 h 149418"/>
                <a:gd name="connsiteX45" fmla="*/ 279183 w 408882"/>
                <a:gd name="connsiteY45" fmla="*/ 44725 h 149418"/>
                <a:gd name="connsiteX46" fmla="*/ 294264 w 408882"/>
                <a:gd name="connsiteY46" fmla="*/ 29644 h 149418"/>
                <a:gd name="connsiteX47" fmla="*/ 204457 w 408882"/>
                <a:gd name="connsiteY47" fmla="*/ 99504 h 149418"/>
                <a:gd name="connsiteX48" fmla="*/ 219539 w 408882"/>
                <a:gd name="connsiteY48" fmla="*/ 114586 h 149418"/>
                <a:gd name="connsiteX49" fmla="*/ 204457 w 408882"/>
                <a:gd name="connsiteY49" fmla="*/ 129667 h 149418"/>
                <a:gd name="connsiteX50" fmla="*/ 189376 w 408882"/>
                <a:gd name="connsiteY50" fmla="*/ 114586 h 149418"/>
                <a:gd name="connsiteX51" fmla="*/ 204457 w 408882"/>
                <a:gd name="connsiteY51" fmla="*/ 99504 h 149418"/>
                <a:gd name="connsiteX52" fmla="*/ 114650 w 408882"/>
                <a:gd name="connsiteY52" fmla="*/ 69569 h 149418"/>
                <a:gd name="connsiteX53" fmla="*/ 129732 w 408882"/>
                <a:gd name="connsiteY53" fmla="*/ 84650 h 149418"/>
                <a:gd name="connsiteX54" fmla="*/ 114650 w 408882"/>
                <a:gd name="connsiteY54" fmla="*/ 99731 h 149418"/>
                <a:gd name="connsiteX55" fmla="*/ 99569 w 408882"/>
                <a:gd name="connsiteY55" fmla="*/ 84650 h 149418"/>
                <a:gd name="connsiteX56" fmla="*/ 114650 w 408882"/>
                <a:gd name="connsiteY56" fmla="*/ 69569 h 149418"/>
                <a:gd name="connsiteX57" fmla="*/ 24844 w 408882"/>
                <a:gd name="connsiteY57" fmla="*/ 109494 h 149418"/>
                <a:gd name="connsiteX58" fmla="*/ 39925 w 408882"/>
                <a:gd name="connsiteY58" fmla="*/ 124575 h 149418"/>
                <a:gd name="connsiteX59" fmla="*/ 24844 w 408882"/>
                <a:gd name="connsiteY59" fmla="*/ 139656 h 149418"/>
                <a:gd name="connsiteX60" fmla="*/ 9762 w 408882"/>
                <a:gd name="connsiteY60" fmla="*/ 124575 h 149418"/>
                <a:gd name="connsiteX61" fmla="*/ 24844 w 408882"/>
                <a:gd name="connsiteY61" fmla="*/ 109494 h 14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08882" h="149418">
                  <a:moveTo>
                    <a:pt x="24811" y="149419"/>
                  </a:moveTo>
                  <a:cubicBezTo>
                    <a:pt x="38498" y="149419"/>
                    <a:pt x="49622" y="138294"/>
                    <a:pt x="49622" y="124607"/>
                  </a:cubicBezTo>
                  <a:cubicBezTo>
                    <a:pt x="49622" y="122726"/>
                    <a:pt x="49395" y="120910"/>
                    <a:pt x="49006" y="119159"/>
                  </a:cubicBezTo>
                  <a:lnTo>
                    <a:pt x="94380" y="98985"/>
                  </a:lnTo>
                  <a:cubicBezTo>
                    <a:pt x="98888" y="105342"/>
                    <a:pt x="106283" y="109494"/>
                    <a:pt x="114618" y="109494"/>
                  </a:cubicBezTo>
                  <a:cubicBezTo>
                    <a:pt x="123829" y="109494"/>
                    <a:pt x="131872" y="104434"/>
                    <a:pt x="136153" y="96975"/>
                  </a:cubicBezTo>
                  <a:lnTo>
                    <a:pt x="179841" y="111537"/>
                  </a:lnTo>
                  <a:cubicBezTo>
                    <a:pt x="179711" y="112542"/>
                    <a:pt x="179614" y="113580"/>
                    <a:pt x="179614" y="114618"/>
                  </a:cubicBezTo>
                  <a:cubicBezTo>
                    <a:pt x="179614" y="128305"/>
                    <a:pt x="190738" y="139429"/>
                    <a:pt x="204425" y="139429"/>
                  </a:cubicBezTo>
                  <a:cubicBezTo>
                    <a:pt x="218112" y="139429"/>
                    <a:pt x="229236" y="128305"/>
                    <a:pt x="229236" y="114618"/>
                  </a:cubicBezTo>
                  <a:cubicBezTo>
                    <a:pt x="229236" y="110629"/>
                    <a:pt x="228263" y="106867"/>
                    <a:pt x="226577" y="103526"/>
                  </a:cubicBezTo>
                  <a:lnTo>
                    <a:pt x="278015" y="63536"/>
                  </a:lnTo>
                  <a:cubicBezTo>
                    <a:pt x="282361" y="67298"/>
                    <a:pt x="288037" y="69601"/>
                    <a:pt x="294232" y="69601"/>
                  </a:cubicBezTo>
                  <a:cubicBezTo>
                    <a:pt x="307919" y="69601"/>
                    <a:pt x="319043" y="58477"/>
                    <a:pt x="319043" y="44790"/>
                  </a:cubicBezTo>
                  <a:cubicBezTo>
                    <a:pt x="319043" y="44628"/>
                    <a:pt x="319043" y="44466"/>
                    <a:pt x="319043" y="44271"/>
                  </a:cubicBezTo>
                  <a:lnTo>
                    <a:pt x="361368" y="34833"/>
                  </a:lnTo>
                  <a:cubicBezTo>
                    <a:pt x="365227" y="43525"/>
                    <a:pt x="373952" y="49622"/>
                    <a:pt x="384071" y="49622"/>
                  </a:cubicBezTo>
                  <a:cubicBezTo>
                    <a:pt x="397758" y="49622"/>
                    <a:pt x="408882" y="38498"/>
                    <a:pt x="408882" y="24811"/>
                  </a:cubicBezTo>
                  <a:cubicBezTo>
                    <a:pt x="408882" y="11124"/>
                    <a:pt x="397758" y="0"/>
                    <a:pt x="384071" y="0"/>
                  </a:cubicBezTo>
                  <a:cubicBezTo>
                    <a:pt x="370384" y="0"/>
                    <a:pt x="359260" y="11124"/>
                    <a:pt x="359260" y="24811"/>
                  </a:cubicBezTo>
                  <a:cubicBezTo>
                    <a:pt x="359260" y="24973"/>
                    <a:pt x="359260" y="25168"/>
                    <a:pt x="359260" y="25330"/>
                  </a:cubicBezTo>
                  <a:lnTo>
                    <a:pt x="316935" y="34768"/>
                  </a:lnTo>
                  <a:cubicBezTo>
                    <a:pt x="313075" y="26044"/>
                    <a:pt x="304351" y="19946"/>
                    <a:pt x="294232" y="19946"/>
                  </a:cubicBezTo>
                  <a:cubicBezTo>
                    <a:pt x="280545" y="19946"/>
                    <a:pt x="269421" y="31071"/>
                    <a:pt x="269421" y="44757"/>
                  </a:cubicBezTo>
                  <a:cubicBezTo>
                    <a:pt x="269421" y="48747"/>
                    <a:pt x="270394" y="52509"/>
                    <a:pt x="272080" y="55850"/>
                  </a:cubicBezTo>
                  <a:lnTo>
                    <a:pt x="220641" y="95839"/>
                  </a:lnTo>
                  <a:cubicBezTo>
                    <a:pt x="216295" y="92077"/>
                    <a:pt x="210620" y="89774"/>
                    <a:pt x="204425" y="89774"/>
                  </a:cubicBezTo>
                  <a:cubicBezTo>
                    <a:pt x="195214" y="89774"/>
                    <a:pt x="187171" y="94834"/>
                    <a:pt x="182889" y="102294"/>
                  </a:cubicBezTo>
                  <a:lnTo>
                    <a:pt x="139202" y="87731"/>
                  </a:lnTo>
                  <a:cubicBezTo>
                    <a:pt x="139332" y="86726"/>
                    <a:pt x="139429" y="85688"/>
                    <a:pt x="139429" y="84650"/>
                  </a:cubicBezTo>
                  <a:cubicBezTo>
                    <a:pt x="139429" y="70963"/>
                    <a:pt x="128305" y="59839"/>
                    <a:pt x="114618" y="59839"/>
                  </a:cubicBezTo>
                  <a:cubicBezTo>
                    <a:pt x="100931" y="59839"/>
                    <a:pt x="89807" y="70963"/>
                    <a:pt x="89807" y="84650"/>
                  </a:cubicBezTo>
                  <a:cubicBezTo>
                    <a:pt x="89807" y="86531"/>
                    <a:pt x="90034" y="88347"/>
                    <a:pt x="90423" y="90066"/>
                  </a:cubicBezTo>
                  <a:lnTo>
                    <a:pt x="45049" y="110240"/>
                  </a:lnTo>
                  <a:cubicBezTo>
                    <a:pt x="40541" y="103883"/>
                    <a:pt x="33146" y="99731"/>
                    <a:pt x="24811" y="99731"/>
                  </a:cubicBezTo>
                  <a:cubicBezTo>
                    <a:pt x="11124" y="99731"/>
                    <a:pt x="0" y="110856"/>
                    <a:pt x="0" y="124543"/>
                  </a:cubicBezTo>
                  <a:cubicBezTo>
                    <a:pt x="0" y="138229"/>
                    <a:pt x="11124" y="149354"/>
                    <a:pt x="24811" y="149354"/>
                  </a:cubicBezTo>
                  <a:close/>
                  <a:moveTo>
                    <a:pt x="384071" y="9697"/>
                  </a:moveTo>
                  <a:cubicBezTo>
                    <a:pt x="392406" y="9697"/>
                    <a:pt x="399152" y="16476"/>
                    <a:pt x="399152" y="24779"/>
                  </a:cubicBezTo>
                  <a:cubicBezTo>
                    <a:pt x="399152" y="33082"/>
                    <a:pt x="392374" y="39860"/>
                    <a:pt x="384071" y="39860"/>
                  </a:cubicBezTo>
                  <a:cubicBezTo>
                    <a:pt x="375768" y="39860"/>
                    <a:pt x="368990" y="33082"/>
                    <a:pt x="368990" y="24779"/>
                  </a:cubicBezTo>
                  <a:cubicBezTo>
                    <a:pt x="368990" y="16476"/>
                    <a:pt x="375768" y="9697"/>
                    <a:pt x="384071" y="9697"/>
                  </a:cubicBezTo>
                  <a:close/>
                  <a:moveTo>
                    <a:pt x="294264" y="29644"/>
                  </a:moveTo>
                  <a:cubicBezTo>
                    <a:pt x="302599" y="29644"/>
                    <a:pt x="309346" y="36422"/>
                    <a:pt x="309346" y="44725"/>
                  </a:cubicBezTo>
                  <a:cubicBezTo>
                    <a:pt x="309346" y="53028"/>
                    <a:pt x="302567" y="59806"/>
                    <a:pt x="294264" y="59806"/>
                  </a:cubicBezTo>
                  <a:cubicBezTo>
                    <a:pt x="285961" y="59806"/>
                    <a:pt x="279183" y="53028"/>
                    <a:pt x="279183" y="44725"/>
                  </a:cubicBezTo>
                  <a:cubicBezTo>
                    <a:pt x="279183" y="36422"/>
                    <a:pt x="285961" y="29644"/>
                    <a:pt x="294264" y="29644"/>
                  </a:cubicBezTo>
                  <a:close/>
                  <a:moveTo>
                    <a:pt x="204457" y="99504"/>
                  </a:moveTo>
                  <a:cubicBezTo>
                    <a:pt x="212793" y="99504"/>
                    <a:pt x="219539" y="106283"/>
                    <a:pt x="219539" y="114586"/>
                  </a:cubicBezTo>
                  <a:cubicBezTo>
                    <a:pt x="219539" y="122888"/>
                    <a:pt x="212760" y="129667"/>
                    <a:pt x="204457" y="129667"/>
                  </a:cubicBezTo>
                  <a:cubicBezTo>
                    <a:pt x="196154" y="129667"/>
                    <a:pt x="189376" y="122888"/>
                    <a:pt x="189376" y="114586"/>
                  </a:cubicBezTo>
                  <a:cubicBezTo>
                    <a:pt x="189376" y="106283"/>
                    <a:pt x="196154" y="99504"/>
                    <a:pt x="204457" y="99504"/>
                  </a:cubicBezTo>
                  <a:close/>
                  <a:moveTo>
                    <a:pt x="114650" y="69569"/>
                  </a:moveTo>
                  <a:cubicBezTo>
                    <a:pt x="122986" y="69569"/>
                    <a:pt x="129732" y="76347"/>
                    <a:pt x="129732" y="84650"/>
                  </a:cubicBezTo>
                  <a:cubicBezTo>
                    <a:pt x="129732" y="92953"/>
                    <a:pt x="122953" y="99731"/>
                    <a:pt x="114650" y="99731"/>
                  </a:cubicBezTo>
                  <a:cubicBezTo>
                    <a:pt x="106348" y="99731"/>
                    <a:pt x="99569" y="92953"/>
                    <a:pt x="99569" y="84650"/>
                  </a:cubicBezTo>
                  <a:cubicBezTo>
                    <a:pt x="99569" y="76347"/>
                    <a:pt x="106348" y="69569"/>
                    <a:pt x="114650" y="69569"/>
                  </a:cubicBezTo>
                  <a:close/>
                  <a:moveTo>
                    <a:pt x="24844" y="109494"/>
                  </a:moveTo>
                  <a:cubicBezTo>
                    <a:pt x="33179" y="109494"/>
                    <a:pt x="39925" y="116272"/>
                    <a:pt x="39925" y="124575"/>
                  </a:cubicBezTo>
                  <a:cubicBezTo>
                    <a:pt x="39925" y="132878"/>
                    <a:pt x="33146" y="139656"/>
                    <a:pt x="24844" y="139656"/>
                  </a:cubicBezTo>
                  <a:cubicBezTo>
                    <a:pt x="16541" y="139656"/>
                    <a:pt x="9762" y="132878"/>
                    <a:pt x="9762" y="124575"/>
                  </a:cubicBezTo>
                  <a:cubicBezTo>
                    <a:pt x="9762" y="116272"/>
                    <a:pt x="16541" y="109494"/>
                    <a:pt x="24844" y="109494"/>
                  </a:cubicBezTo>
                  <a:close/>
                </a:path>
              </a:pathLst>
            </a:custGeom>
            <a:grpFill/>
            <a:ln w="3243" cap="flat">
              <a:noFill/>
              <a:prstDash val="solid"/>
              <a:miter/>
            </a:ln>
          </p:spPr>
          <p:txBody>
            <a:bodyPr rtlCol="0" anchor="ctr"/>
            <a:lstStyle/>
            <a:p>
              <a:endParaRPr lang="en-US"/>
            </a:p>
          </p:txBody>
        </p:sp>
        <p:sp>
          <p:nvSpPr>
            <p:cNvPr id="51" name="Freeform: Shape 824"/>
            <p:cNvSpPr/>
            <p:nvPr/>
          </p:nvSpPr>
          <p:spPr>
            <a:xfrm>
              <a:off x="3096511" y="1366680"/>
              <a:ext cx="607339" cy="508710"/>
            </a:xfrm>
            <a:custGeom>
              <a:avLst/>
              <a:gdLst>
                <a:gd name="connsiteX0" fmla="*/ 603610 w 607339"/>
                <a:gd name="connsiteY0" fmla="*/ 0 h 508710"/>
                <a:gd name="connsiteX1" fmla="*/ 24811 w 607339"/>
                <a:gd name="connsiteY1" fmla="*/ 0 h 508710"/>
                <a:gd name="connsiteX2" fmla="*/ 0 w 607339"/>
                <a:gd name="connsiteY2" fmla="*/ 24811 h 508710"/>
                <a:gd name="connsiteX3" fmla="*/ 0 w 607339"/>
                <a:gd name="connsiteY3" fmla="*/ 404050 h 508710"/>
                <a:gd name="connsiteX4" fmla="*/ 24811 w 607339"/>
                <a:gd name="connsiteY4" fmla="*/ 428861 h 508710"/>
                <a:gd name="connsiteX5" fmla="*/ 259464 w 607339"/>
                <a:gd name="connsiteY5" fmla="*/ 428861 h 508710"/>
                <a:gd name="connsiteX6" fmla="*/ 259464 w 607339"/>
                <a:gd name="connsiteY6" fmla="*/ 498981 h 508710"/>
                <a:gd name="connsiteX7" fmla="*/ 234360 w 607339"/>
                <a:gd name="connsiteY7" fmla="*/ 498981 h 508710"/>
                <a:gd name="connsiteX8" fmla="*/ 234360 w 607339"/>
                <a:gd name="connsiteY8" fmla="*/ 508711 h 508710"/>
                <a:gd name="connsiteX9" fmla="*/ 347876 w 607339"/>
                <a:gd name="connsiteY9" fmla="*/ 508711 h 508710"/>
                <a:gd name="connsiteX10" fmla="*/ 347876 w 607339"/>
                <a:gd name="connsiteY10" fmla="*/ 498981 h 508710"/>
                <a:gd name="connsiteX11" fmla="*/ 269194 w 607339"/>
                <a:gd name="connsiteY11" fmla="*/ 498981 h 508710"/>
                <a:gd name="connsiteX12" fmla="*/ 269194 w 607339"/>
                <a:gd name="connsiteY12" fmla="*/ 428861 h 508710"/>
                <a:gd name="connsiteX13" fmla="*/ 347876 w 607339"/>
                <a:gd name="connsiteY13" fmla="*/ 428861 h 508710"/>
                <a:gd name="connsiteX14" fmla="*/ 347876 w 607339"/>
                <a:gd name="connsiteY14" fmla="*/ 419131 h 508710"/>
                <a:gd name="connsiteX15" fmla="*/ 24811 w 607339"/>
                <a:gd name="connsiteY15" fmla="*/ 419131 h 508710"/>
                <a:gd name="connsiteX16" fmla="*/ 9730 w 607339"/>
                <a:gd name="connsiteY16" fmla="*/ 404050 h 508710"/>
                <a:gd name="connsiteX17" fmla="*/ 9730 w 607339"/>
                <a:gd name="connsiteY17" fmla="*/ 24811 h 508710"/>
                <a:gd name="connsiteX18" fmla="*/ 24811 w 607339"/>
                <a:gd name="connsiteY18" fmla="*/ 9730 h 508710"/>
                <a:gd name="connsiteX19" fmla="*/ 607339 w 607339"/>
                <a:gd name="connsiteY19" fmla="*/ 9730 h 508710"/>
                <a:gd name="connsiteX20" fmla="*/ 607339 w 607339"/>
                <a:gd name="connsiteY20" fmla="*/ 3762 h 508710"/>
                <a:gd name="connsiteX21" fmla="*/ 603610 w 607339"/>
                <a:gd name="connsiteY21" fmla="*/ 0 h 50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339" h="508710">
                  <a:moveTo>
                    <a:pt x="603610" y="0"/>
                  </a:moveTo>
                  <a:lnTo>
                    <a:pt x="24811" y="0"/>
                  </a:lnTo>
                  <a:cubicBezTo>
                    <a:pt x="11124" y="0"/>
                    <a:pt x="0" y="11125"/>
                    <a:pt x="0" y="24811"/>
                  </a:cubicBezTo>
                  <a:lnTo>
                    <a:pt x="0" y="404050"/>
                  </a:lnTo>
                  <a:cubicBezTo>
                    <a:pt x="0" y="417737"/>
                    <a:pt x="11124" y="428861"/>
                    <a:pt x="24811" y="428861"/>
                  </a:cubicBezTo>
                  <a:lnTo>
                    <a:pt x="259464" y="428861"/>
                  </a:lnTo>
                  <a:lnTo>
                    <a:pt x="259464" y="498981"/>
                  </a:lnTo>
                  <a:lnTo>
                    <a:pt x="234360" y="498981"/>
                  </a:lnTo>
                  <a:lnTo>
                    <a:pt x="234360" y="508711"/>
                  </a:lnTo>
                  <a:lnTo>
                    <a:pt x="347876" y="508711"/>
                  </a:lnTo>
                  <a:lnTo>
                    <a:pt x="347876" y="498981"/>
                  </a:lnTo>
                  <a:lnTo>
                    <a:pt x="269194" y="498981"/>
                  </a:lnTo>
                  <a:lnTo>
                    <a:pt x="269194" y="428861"/>
                  </a:lnTo>
                  <a:lnTo>
                    <a:pt x="347876" y="428861"/>
                  </a:lnTo>
                  <a:lnTo>
                    <a:pt x="347876" y="419131"/>
                  </a:lnTo>
                  <a:lnTo>
                    <a:pt x="24811" y="419131"/>
                  </a:lnTo>
                  <a:cubicBezTo>
                    <a:pt x="16476" y="419131"/>
                    <a:pt x="9730" y="412353"/>
                    <a:pt x="9730" y="404050"/>
                  </a:cubicBezTo>
                  <a:lnTo>
                    <a:pt x="9730" y="24811"/>
                  </a:lnTo>
                  <a:cubicBezTo>
                    <a:pt x="9730" y="16508"/>
                    <a:pt x="16476" y="9730"/>
                    <a:pt x="24811" y="9730"/>
                  </a:cubicBezTo>
                  <a:lnTo>
                    <a:pt x="607339" y="9730"/>
                  </a:lnTo>
                  <a:lnTo>
                    <a:pt x="607339" y="3762"/>
                  </a:lnTo>
                  <a:cubicBezTo>
                    <a:pt x="607339" y="1687"/>
                    <a:pt x="605686" y="0"/>
                    <a:pt x="603610" y="0"/>
                  </a:cubicBezTo>
                  <a:close/>
                </a:path>
              </a:pathLst>
            </a:custGeom>
            <a:grpFill/>
            <a:ln w="3243" cap="flat">
              <a:noFill/>
              <a:prstDash val="solid"/>
              <a:miter/>
            </a:ln>
          </p:spPr>
          <p:txBody>
            <a:bodyPr rtlCol="0" anchor="ctr"/>
            <a:lstStyle/>
            <a:p>
              <a:endParaRPr lang="en-US"/>
            </a:p>
          </p:txBody>
        </p:sp>
        <p:sp>
          <p:nvSpPr>
            <p:cNvPr id="52" name="Freeform: Shape 825"/>
            <p:cNvSpPr/>
            <p:nvPr/>
          </p:nvSpPr>
          <p:spPr>
            <a:xfrm>
              <a:off x="3136404" y="1406605"/>
              <a:ext cx="548603" cy="349043"/>
            </a:xfrm>
            <a:custGeom>
              <a:avLst/>
              <a:gdLst>
                <a:gd name="connsiteX0" fmla="*/ 0 w 548603"/>
                <a:gd name="connsiteY0" fmla="*/ 349011 h 349043"/>
                <a:gd name="connsiteX1" fmla="*/ 548603 w 548603"/>
                <a:gd name="connsiteY1" fmla="*/ 349011 h 349043"/>
                <a:gd name="connsiteX2" fmla="*/ 548603 w 548603"/>
                <a:gd name="connsiteY2" fmla="*/ 0 h 349043"/>
                <a:gd name="connsiteX3" fmla="*/ 0 w 548603"/>
                <a:gd name="connsiteY3" fmla="*/ 0 h 349043"/>
                <a:gd name="connsiteX4" fmla="*/ 0 w 548603"/>
                <a:gd name="connsiteY4" fmla="*/ 349044 h 349043"/>
                <a:gd name="connsiteX5" fmla="*/ 9730 w 548603"/>
                <a:gd name="connsiteY5" fmla="*/ 9697 h 349043"/>
                <a:gd name="connsiteX6" fmla="*/ 538873 w 548603"/>
                <a:gd name="connsiteY6" fmla="*/ 9697 h 349043"/>
                <a:gd name="connsiteX7" fmla="*/ 538873 w 548603"/>
                <a:gd name="connsiteY7" fmla="*/ 339281 h 349043"/>
                <a:gd name="connsiteX8" fmla="*/ 9730 w 548603"/>
                <a:gd name="connsiteY8" fmla="*/ 339281 h 349043"/>
                <a:gd name="connsiteX9" fmla="*/ 9730 w 548603"/>
                <a:gd name="connsiteY9" fmla="*/ 9730 h 34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8603" h="349043">
                  <a:moveTo>
                    <a:pt x="0" y="349011"/>
                  </a:moveTo>
                  <a:lnTo>
                    <a:pt x="548603" y="349011"/>
                  </a:lnTo>
                  <a:lnTo>
                    <a:pt x="548603" y="0"/>
                  </a:lnTo>
                  <a:lnTo>
                    <a:pt x="0" y="0"/>
                  </a:lnTo>
                  <a:lnTo>
                    <a:pt x="0" y="349044"/>
                  </a:lnTo>
                  <a:close/>
                  <a:moveTo>
                    <a:pt x="9730" y="9697"/>
                  </a:moveTo>
                  <a:lnTo>
                    <a:pt x="538873" y="9697"/>
                  </a:lnTo>
                  <a:lnTo>
                    <a:pt x="538873" y="339281"/>
                  </a:lnTo>
                  <a:lnTo>
                    <a:pt x="9730" y="339281"/>
                  </a:lnTo>
                  <a:lnTo>
                    <a:pt x="9730" y="9730"/>
                  </a:lnTo>
                  <a:close/>
                </a:path>
              </a:pathLst>
            </a:custGeom>
            <a:grpFill/>
            <a:ln w="3243" cap="flat">
              <a:noFill/>
              <a:prstDash val="solid"/>
              <a:miter/>
            </a:ln>
          </p:spPr>
          <p:txBody>
            <a:bodyPr rtlCol="0" anchor="ctr"/>
            <a:lstStyle/>
            <a:p>
              <a:endParaRPr lang="en-US"/>
            </a:p>
          </p:txBody>
        </p:sp>
        <p:sp>
          <p:nvSpPr>
            <p:cNvPr id="53" name="Freeform: Shape 826"/>
            <p:cNvSpPr/>
            <p:nvPr/>
          </p:nvSpPr>
          <p:spPr>
            <a:xfrm>
              <a:off x="3201172" y="1546326"/>
              <a:ext cx="419131" cy="149451"/>
            </a:xfrm>
            <a:custGeom>
              <a:avLst/>
              <a:gdLst>
                <a:gd name="connsiteX0" fmla="*/ 414007 w 419131"/>
                <a:gd name="connsiteY0" fmla="*/ 0 h 149451"/>
                <a:gd name="connsiteX1" fmla="*/ 364352 w 419131"/>
                <a:gd name="connsiteY1" fmla="*/ 0 h 149451"/>
                <a:gd name="connsiteX2" fmla="*/ 364352 w 419131"/>
                <a:gd name="connsiteY2" fmla="*/ 139721 h 149451"/>
                <a:gd name="connsiteX3" fmla="*/ 324200 w 419131"/>
                <a:gd name="connsiteY3" fmla="*/ 139721 h 149451"/>
                <a:gd name="connsiteX4" fmla="*/ 324200 w 419131"/>
                <a:gd name="connsiteY4" fmla="*/ 19979 h 149451"/>
                <a:gd name="connsiteX5" fmla="*/ 274545 w 419131"/>
                <a:gd name="connsiteY5" fmla="*/ 19979 h 149451"/>
                <a:gd name="connsiteX6" fmla="*/ 274545 w 419131"/>
                <a:gd name="connsiteY6" fmla="*/ 139721 h 149451"/>
                <a:gd name="connsiteX7" fmla="*/ 234393 w 419131"/>
                <a:gd name="connsiteY7" fmla="*/ 139721 h 149451"/>
                <a:gd name="connsiteX8" fmla="*/ 234393 w 419131"/>
                <a:gd name="connsiteY8" fmla="*/ 89839 h 149451"/>
                <a:gd name="connsiteX9" fmla="*/ 184738 w 419131"/>
                <a:gd name="connsiteY9" fmla="*/ 89839 h 149451"/>
                <a:gd name="connsiteX10" fmla="*/ 184738 w 419131"/>
                <a:gd name="connsiteY10" fmla="*/ 139721 h 149451"/>
                <a:gd name="connsiteX11" fmla="*/ 144586 w 419131"/>
                <a:gd name="connsiteY11" fmla="*/ 139721 h 149451"/>
                <a:gd name="connsiteX12" fmla="*/ 144586 w 419131"/>
                <a:gd name="connsiteY12" fmla="*/ 59871 h 149451"/>
                <a:gd name="connsiteX13" fmla="*/ 94931 w 419131"/>
                <a:gd name="connsiteY13" fmla="*/ 59871 h 149451"/>
                <a:gd name="connsiteX14" fmla="*/ 94931 w 419131"/>
                <a:gd name="connsiteY14" fmla="*/ 139721 h 149451"/>
                <a:gd name="connsiteX15" fmla="*/ 54779 w 419131"/>
                <a:gd name="connsiteY15" fmla="*/ 139721 h 149451"/>
                <a:gd name="connsiteX16" fmla="*/ 54779 w 419131"/>
                <a:gd name="connsiteY16" fmla="*/ 99796 h 149451"/>
                <a:gd name="connsiteX17" fmla="*/ 5124 w 419131"/>
                <a:gd name="connsiteY17" fmla="*/ 99796 h 149451"/>
                <a:gd name="connsiteX18" fmla="*/ 5124 w 419131"/>
                <a:gd name="connsiteY18" fmla="*/ 139721 h 149451"/>
                <a:gd name="connsiteX19" fmla="*/ 0 w 419131"/>
                <a:gd name="connsiteY19" fmla="*/ 139721 h 149451"/>
                <a:gd name="connsiteX20" fmla="*/ 0 w 419131"/>
                <a:gd name="connsiteY20" fmla="*/ 149451 h 149451"/>
                <a:gd name="connsiteX21" fmla="*/ 419131 w 419131"/>
                <a:gd name="connsiteY21" fmla="*/ 149451 h 149451"/>
                <a:gd name="connsiteX22" fmla="*/ 419131 w 419131"/>
                <a:gd name="connsiteY22" fmla="*/ 139721 h 149451"/>
                <a:gd name="connsiteX23" fmla="*/ 414007 w 419131"/>
                <a:gd name="connsiteY23" fmla="*/ 139721 h 149451"/>
                <a:gd name="connsiteX24" fmla="*/ 414007 w 419131"/>
                <a:gd name="connsiteY24" fmla="*/ 0 h 149451"/>
                <a:gd name="connsiteX25" fmla="*/ 14822 w 419131"/>
                <a:gd name="connsiteY25" fmla="*/ 139721 h 149451"/>
                <a:gd name="connsiteX26" fmla="*/ 14822 w 419131"/>
                <a:gd name="connsiteY26" fmla="*/ 109526 h 149451"/>
                <a:gd name="connsiteX27" fmla="*/ 45017 w 419131"/>
                <a:gd name="connsiteY27" fmla="*/ 109526 h 149451"/>
                <a:gd name="connsiteX28" fmla="*/ 45017 w 419131"/>
                <a:gd name="connsiteY28" fmla="*/ 139721 h 149451"/>
                <a:gd name="connsiteX29" fmla="*/ 14822 w 419131"/>
                <a:gd name="connsiteY29" fmla="*/ 139721 h 149451"/>
                <a:gd name="connsiteX30" fmla="*/ 104629 w 419131"/>
                <a:gd name="connsiteY30" fmla="*/ 139721 h 149451"/>
                <a:gd name="connsiteX31" fmla="*/ 104629 w 419131"/>
                <a:gd name="connsiteY31" fmla="*/ 69601 h 149451"/>
                <a:gd name="connsiteX32" fmla="*/ 134824 w 419131"/>
                <a:gd name="connsiteY32" fmla="*/ 69601 h 149451"/>
                <a:gd name="connsiteX33" fmla="*/ 134824 w 419131"/>
                <a:gd name="connsiteY33" fmla="*/ 139721 h 149451"/>
                <a:gd name="connsiteX34" fmla="*/ 104629 w 419131"/>
                <a:gd name="connsiteY34" fmla="*/ 139721 h 149451"/>
                <a:gd name="connsiteX35" fmla="*/ 194436 w 419131"/>
                <a:gd name="connsiteY35" fmla="*/ 139721 h 149451"/>
                <a:gd name="connsiteX36" fmla="*/ 194436 w 419131"/>
                <a:gd name="connsiteY36" fmla="*/ 99569 h 149451"/>
                <a:gd name="connsiteX37" fmla="*/ 224631 w 419131"/>
                <a:gd name="connsiteY37" fmla="*/ 99569 h 149451"/>
                <a:gd name="connsiteX38" fmla="*/ 224631 w 419131"/>
                <a:gd name="connsiteY38" fmla="*/ 139721 h 149451"/>
                <a:gd name="connsiteX39" fmla="*/ 194436 w 419131"/>
                <a:gd name="connsiteY39" fmla="*/ 139721 h 149451"/>
                <a:gd name="connsiteX40" fmla="*/ 284242 w 419131"/>
                <a:gd name="connsiteY40" fmla="*/ 139721 h 149451"/>
                <a:gd name="connsiteX41" fmla="*/ 284242 w 419131"/>
                <a:gd name="connsiteY41" fmla="*/ 29709 h 149451"/>
                <a:gd name="connsiteX42" fmla="*/ 314438 w 419131"/>
                <a:gd name="connsiteY42" fmla="*/ 29709 h 149451"/>
                <a:gd name="connsiteX43" fmla="*/ 314438 w 419131"/>
                <a:gd name="connsiteY43" fmla="*/ 139721 h 149451"/>
                <a:gd name="connsiteX44" fmla="*/ 284242 w 419131"/>
                <a:gd name="connsiteY44" fmla="*/ 139721 h 149451"/>
                <a:gd name="connsiteX45" fmla="*/ 374049 w 419131"/>
                <a:gd name="connsiteY45" fmla="*/ 139721 h 149451"/>
                <a:gd name="connsiteX46" fmla="*/ 374049 w 419131"/>
                <a:gd name="connsiteY46" fmla="*/ 9730 h 149451"/>
                <a:gd name="connsiteX47" fmla="*/ 404244 w 419131"/>
                <a:gd name="connsiteY47" fmla="*/ 9730 h 149451"/>
                <a:gd name="connsiteX48" fmla="*/ 404244 w 419131"/>
                <a:gd name="connsiteY48" fmla="*/ 139721 h 149451"/>
                <a:gd name="connsiteX49" fmla="*/ 374049 w 419131"/>
                <a:gd name="connsiteY49" fmla="*/ 139721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19131" h="149451">
                  <a:moveTo>
                    <a:pt x="414007" y="0"/>
                  </a:moveTo>
                  <a:lnTo>
                    <a:pt x="364352" y="0"/>
                  </a:lnTo>
                  <a:lnTo>
                    <a:pt x="364352" y="139721"/>
                  </a:lnTo>
                  <a:lnTo>
                    <a:pt x="324200" y="139721"/>
                  </a:lnTo>
                  <a:lnTo>
                    <a:pt x="324200" y="19979"/>
                  </a:lnTo>
                  <a:lnTo>
                    <a:pt x="274545" y="19979"/>
                  </a:lnTo>
                  <a:lnTo>
                    <a:pt x="274545" y="139721"/>
                  </a:lnTo>
                  <a:lnTo>
                    <a:pt x="234393" y="139721"/>
                  </a:lnTo>
                  <a:lnTo>
                    <a:pt x="234393" y="89839"/>
                  </a:lnTo>
                  <a:lnTo>
                    <a:pt x="184738" y="89839"/>
                  </a:lnTo>
                  <a:lnTo>
                    <a:pt x="184738" y="139721"/>
                  </a:lnTo>
                  <a:lnTo>
                    <a:pt x="144586" y="139721"/>
                  </a:lnTo>
                  <a:lnTo>
                    <a:pt x="144586" y="59871"/>
                  </a:lnTo>
                  <a:lnTo>
                    <a:pt x="94931" y="59871"/>
                  </a:lnTo>
                  <a:lnTo>
                    <a:pt x="94931" y="139721"/>
                  </a:lnTo>
                  <a:lnTo>
                    <a:pt x="54779" y="139721"/>
                  </a:lnTo>
                  <a:lnTo>
                    <a:pt x="54779" y="99796"/>
                  </a:lnTo>
                  <a:lnTo>
                    <a:pt x="5124" y="99796"/>
                  </a:lnTo>
                  <a:lnTo>
                    <a:pt x="5124" y="139721"/>
                  </a:lnTo>
                  <a:lnTo>
                    <a:pt x="0" y="139721"/>
                  </a:lnTo>
                  <a:lnTo>
                    <a:pt x="0" y="149451"/>
                  </a:lnTo>
                  <a:lnTo>
                    <a:pt x="419131" y="149451"/>
                  </a:lnTo>
                  <a:lnTo>
                    <a:pt x="419131" y="139721"/>
                  </a:lnTo>
                  <a:lnTo>
                    <a:pt x="414007" y="139721"/>
                  </a:lnTo>
                  <a:lnTo>
                    <a:pt x="414007" y="0"/>
                  </a:lnTo>
                  <a:close/>
                  <a:moveTo>
                    <a:pt x="14822" y="139721"/>
                  </a:moveTo>
                  <a:lnTo>
                    <a:pt x="14822" y="109526"/>
                  </a:lnTo>
                  <a:lnTo>
                    <a:pt x="45017" y="109526"/>
                  </a:lnTo>
                  <a:lnTo>
                    <a:pt x="45017" y="139721"/>
                  </a:lnTo>
                  <a:lnTo>
                    <a:pt x="14822" y="139721"/>
                  </a:lnTo>
                  <a:close/>
                  <a:moveTo>
                    <a:pt x="104629" y="139721"/>
                  </a:moveTo>
                  <a:lnTo>
                    <a:pt x="104629" y="69601"/>
                  </a:lnTo>
                  <a:lnTo>
                    <a:pt x="134824" y="69601"/>
                  </a:lnTo>
                  <a:lnTo>
                    <a:pt x="134824" y="139721"/>
                  </a:lnTo>
                  <a:lnTo>
                    <a:pt x="104629" y="139721"/>
                  </a:lnTo>
                  <a:close/>
                  <a:moveTo>
                    <a:pt x="194436" y="139721"/>
                  </a:moveTo>
                  <a:lnTo>
                    <a:pt x="194436" y="99569"/>
                  </a:lnTo>
                  <a:lnTo>
                    <a:pt x="224631" y="99569"/>
                  </a:lnTo>
                  <a:lnTo>
                    <a:pt x="224631" y="139721"/>
                  </a:lnTo>
                  <a:lnTo>
                    <a:pt x="194436" y="139721"/>
                  </a:lnTo>
                  <a:close/>
                  <a:moveTo>
                    <a:pt x="284242" y="139721"/>
                  </a:moveTo>
                  <a:lnTo>
                    <a:pt x="284242" y="29709"/>
                  </a:lnTo>
                  <a:lnTo>
                    <a:pt x="314438" y="29709"/>
                  </a:lnTo>
                  <a:lnTo>
                    <a:pt x="314438" y="139721"/>
                  </a:lnTo>
                  <a:lnTo>
                    <a:pt x="284242" y="139721"/>
                  </a:lnTo>
                  <a:close/>
                  <a:moveTo>
                    <a:pt x="374049" y="139721"/>
                  </a:moveTo>
                  <a:lnTo>
                    <a:pt x="374049" y="9730"/>
                  </a:lnTo>
                  <a:lnTo>
                    <a:pt x="404244" y="9730"/>
                  </a:lnTo>
                  <a:lnTo>
                    <a:pt x="404244" y="139721"/>
                  </a:lnTo>
                  <a:lnTo>
                    <a:pt x="374049" y="139721"/>
                  </a:lnTo>
                  <a:close/>
                </a:path>
              </a:pathLst>
            </a:custGeom>
            <a:grpFill/>
            <a:ln w="3243" cap="flat">
              <a:noFill/>
              <a:prstDash val="solid"/>
              <a:miter/>
            </a:ln>
          </p:spPr>
          <p:txBody>
            <a:bodyPr rtlCol="0" anchor="ctr"/>
            <a:lstStyle/>
            <a:p>
              <a:endParaRPr lang="en-US"/>
            </a:p>
          </p:txBody>
        </p:sp>
        <p:sp>
          <p:nvSpPr>
            <p:cNvPr id="54" name="Freeform: Shape 1093"/>
            <p:cNvSpPr/>
            <p:nvPr/>
          </p:nvSpPr>
          <p:spPr>
            <a:xfrm>
              <a:off x="3444387" y="1366680"/>
              <a:ext cx="291896" cy="508710"/>
            </a:xfrm>
            <a:custGeom>
              <a:avLst/>
              <a:gdLst>
                <a:gd name="connsiteX0" fmla="*/ 291897 w 291896"/>
                <a:gd name="connsiteY0" fmla="*/ 3762 h 508710"/>
                <a:gd name="connsiteX1" fmla="*/ 291897 w 291896"/>
                <a:gd name="connsiteY1" fmla="*/ 415337 h 508710"/>
                <a:gd name="connsiteX2" fmla="*/ 255734 w 291896"/>
                <a:gd name="connsiteY2" fmla="*/ 451499 h 508710"/>
                <a:gd name="connsiteX3" fmla="*/ 32433 w 291896"/>
                <a:gd name="connsiteY3" fmla="*/ 451499 h 508710"/>
                <a:gd name="connsiteX4" fmla="*/ 32433 w 291896"/>
                <a:gd name="connsiteY4" fmla="*/ 476278 h 508710"/>
                <a:gd name="connsiteX5" fmla="*/ 46185 w 291896"/>
                <a:gd name="connsiteY5" fmla="*/ 476278 h 508710"/>
                <a:gd name="connsiteX6" fmla="*/ 46185 w 291896"/>
                <a:gd name="connsiteY6" fmla="*/ 508711 h 508710"/>
                <a:gd name="connsiteX7" fmla="*/ 0 w 291896"/>
                <a:gd name="connsiteY7" fmla="*/ 508711 h 508710"/>
                <a:gd name="connsiteX8" fmla="*/ 0 w 291896"/>
                <a:gd name="connsiteY8" fmla="*/ 419066 h 508710"/>
                <a:gd name="connsiteX9" fmla="*/ 255734 w 291896"/>
                <a:gd name="connsiteY9" fmla="*/ 419066 h 508710"/>
                <a:gd name="connsiteX10" fmla="*/ 259464 w 291896"/>
                <a:gd name="connsiteY10" fmla="*/ 415337 h 508710"/>
                <a:gd name="connsiteX11" fmla="*/ 259464 w 291896"/>
                <a:gd name="connsiteY11" fmla="*/ 3762 h 508710"/>
                <a:gd name="connsiteX12" fmla="*/ 255734 w 291896"/>
                <a:gd name="connsiteY12" fmla="*/ 0 h 508710"/>
                <a:gd name="connsiteX13" fmla="*/ 291702 w 291896"/>
                <a:gd name="connsiteY13" fmla="*/ 0 h 508710"/>
                <a:gd name="connsiteX14" fmla="*/ 291897 w 291896"/>
                <a:gd name="connsiteY14" fmla="*/ 3762 h 50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1896" h="508710">
                  <a:moveTo>
                    <a:pt x="291897" y="3762"/>
                  </a:moveTo>
                  <a:lnTo>
                    <a:pt x="291897" y="415337"/>
                  </a:lnTo>
                  <a:cubicBezTo>
                    <a:pt x="291897" y="435283"/>
                    <a:pt x="275680" y="451499"/>
                    <a:pt x="255734" y="451499"/>
                  </a:cubicBezTo>
                  <a:lnTo>
                    <a:pt x="32433" y="451499"/>
                  </a:lnTo>
                  <a:lnTo>
                    <a:pt x="32433" y="476278"/>
                  </a:lnTo>
                  <a:lnTo>
                    <a:pt x="46185" y="476278"/>
                  </a:lnTo>
                  <a:lnTo>
                    <a:pt x="46185" y="508711"/>
                  </a:lnTo>
                  <a:lnTo>
                    <a:pt x="0" y="508711"/>
                  </a:lnTo>
                  <a:lnTo>
                    <a:pt x="0" y="419066"/>
                  </a:lnTo>
                  <a:lnTo>
                    <a:pt x="255734" y="419066"/>
                  </a:lnTo>
                  <a:cubicBezTo>
                    <a:pt x="257810" y="419066"/>
                    <a:pt x="259464" y="417412"/>
                    <a:pt x="259464" y="415337"/>
                  </a:cubicBezTo>
                  <a:lnTo>
                    <a:pt x="259464" y="3762"/>
                  </a:lnTo>
                  <a:cubicBezTo>
                    <a:pt x="259464" y="1687"/>
                    <a:pt x="257810" y="0"/>
                    <a:pt x="255734" y="0"/>
                  </a:cubicBezTo>
                  <a:lnTo>
                    <a:pt x="291702" y="0"/>
                  </a:lnTo>
                  <a:cubicBezTo>
                    <a:pt x="291832" y="1232"/>
                    <a:pt x="291897" y="2497"/>
                    <a:pt x="291897" y="3762"/>
                  </a:cubicBezTo>
                  <a:close/>
                </a:path>
              </a:pathLst>
            </a:custGeom>
            <a:solidFill>
              <a:srgbClr val="CAB481"/>
            </a:solidFill>
            <a:ln w="3243" cap="flat">
              <a:noFill/>
              <a:prstDash val="solid"/>
              <a:miter/>
            </a:ln>
          </p:spPr>
          <p:txBody>
            <a:bodyPr rtlCol="0" anchor="ctr"/>
            <a:lstStyle/>
            <a:p>
              <a:endParaRPr lang="en-US" dirty="0"/>
            </a:p>
          </p:txBody>
        </p:sp>
      </p:grpSp>
      <p:grpSp>
        <p:nvGrpSpPr>
          <p:cNvPr id="55" name="Group 87"/>
          <p:cNvGrpSpPr/>
          <p:nvPr/>
        </p:nvGrpSpPr>
        <p:grpSpPr>
          <a:xfrm>
            <a:off x="2481161" y="2433278"/>
            <a:ext cx="650540" cy="628454"/>
            <a:chOff x="4220605" y="2607078"/>
            <a:chExt cx="650540" cy="628454"/>
          </a:xfrm>
          <a:solidFill>
            <a:schemeClr val="tx1"/>
          </a:solidFill>
        </p:grpSpPr>
        <p:sp>
          <p:nvSpPr>
            <p:cNvPr id="56" name="Freeform: Shape 809"/>
            <p:cNvSpPr/>
            <p:nvPr/>
          </p:nvSpPr>
          <p:spPr>
            <a:xfrm>
              <a:off x="4508253" y="3172450"/>
              <a:ext cx="54098" cy="63082"/>
            </a:xfrm>
            <a:custGeom>
              <a:avLst/>
              <a:gdLst>
                <a:gd name="connsiteX0" fmla="*/ 9730 w 54098"/>
                <a:gd name="connsiteY0" fmla="*/ 16411 h 63082"/>
                <a:gd name="connsiteX1" fmla="*/ 21438 w 54098"/>
                <a:gd name="connsiteY1" fmla="*/ 10800 h 63082"/>
                <a:gd name="connsiteX2" fmla="*/ 21406 w 54098"/>
                <a:gd name="connsiteY2" fmla="*/ 10768 h 63082"/>
                <a:gd name="connsiteX3" fmla="*/ 21406 w 54098"/>
                <a:gd name="connsiteY3" fmla="*/ 0 h 63082"/>
                <a:gd name="connsiteX4" fmla="*/ 0 w 54098"/>
                <a:gd name="connsiteY4" fmla="*/ 10314 h 63082"/>
                <a:gd name="connsiteX5" fmla="*/ 0 w 54098"/>
                <a:gd name="connsiteY5" fmla="*/ 63082 h 63082"/>
                <a:gd name="connsiteX6" fmla="*/ 54098 w 54098"/>
                <a:gd name="connsiteY6" fmla="*/ 63082 h 63082"/>
                <a:gd name="connsiteX7" fmla="*/ 54098 w 54098"/>
                <a:gd name="connsiteY7" fmla="*/ 53352 h 63082"/>
                <a:gd name="connsiteX8" fmla="*/ 9730 w 54098"/>
                <a:gd name="connsiteY8" fmla="*/ 53352 h 63082"/>
                <a:gd name="connsiteX9" fmla="*/ 9730 w 54098"/>
                <a:gd name="connsiteY9" fmla="*/ 16411 h 63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8" h="63082">
                  <a:moveTo>
                    <a:pt x="9730" y="16411"/>
                  </a:moveTo>
                  <a:lnTo>
                    <a:pt x="21438" y="10800"/>
                  </a:lnTo>
                  <a:lnTo>
                    <a:pt x="21406" y="10768"/>
                  </a:lnTo>
                  <a:lnTo>
                    <a:pt x="21406" y="0"/>
                  </a:lnTo>
                  <a:lnTo>
                    <a:pt x="0" y="10314"/>
                  </a:lnTo>
                  <a:lnTo>
                    <a:pt x="0" y="63082"/>
                  </a:lnTo>
                  <a:lnTo>
                    <a:pt x="54098" y="63082"/>
                  </a:lnTo>
                  <a:lnTo>
                    <a:pt x="54098" y="53352"/>
                  </a:lnTo>
                  <a:lnTo>
                    <a:pt x="9730" y="53352"/>
                  </a:lnTo>
                  <a:lnTo>
                    <a:pt x="9730" y="16411"/>
                  </a:lnTo>
                  <a:close/>
                </a:path>
              </a:pathLst>
            </a:custGeom>
            <a:grpFill/>
            <a:ln w="3243" cap="flat">
              <a:noFill/>
              <a:prstDash val="solid"/>
              <a:miter/>
            </a:ln>
          </p:spPr>
          <p:txBody>
            <a:bodyPr rtlCol="0" anchor="ctr"/>
            <a:lstStyle/>
            <a:p>
              <a:endParaRPr lang="en-US"/>
            </a:p>
          </p:txBody>
        </p:sp>
        <p:sp>
          <p:nvSpPr>
            <p:cNvPr id="57" name="Freeform: Shape 810"/>
            <p:cNvSpPr/>
            <p:nvPr/>
          </p:nvSpPr>
          <p:spPr>
            <a:xfrm>
              <a:off x="4220605" y="2607078"/>
              <a:ext cx="650540" cy="526516"/>
            </a:xfrm>
            <a:custGeom>
              <a:avLst/>
              <a:gdLst>
                <a:gd name="connsiteX0" fmla="*/ 625988 w 650540"/>
                <a:gd name="connsiteY0" fmla="*/ 0 h 526516"/>
                <a:gd name="connsiteX1" fmla="*/ 25525 w 650540"/>
                <a:gd name="connsiteY1" fmla="*/ 0 h 526516"/>
                <a:gd name="connsiteX2" fmla="*/ 0 w 650540"/>
                <a:gd name="connsiteY2" fmla="*/ 25525 h 526516"/>
                <a:gd name="connsiteX3" fmla="*/ 0 w 650540"/>
                <a:gd name="connsiteY3" fmla="*/ 66877 h 526516"/>
                <a:gd name="connsiteX4" fmla="*/ 25525 w 650540"/>
                <a:gd name="connsiteY4" fmla="*/ 92401 h 526516"/>
                <a:gd name="connsiteX5" fmla="*/ 31006 w 650540"/>
                <a:gd name="connsiteY5" fmla="*/ 92401 h 526516"/>
                <a:gd name="connsiteX6" fmla="*/ 31006 w 650540"/>
                <a:gd name="connsiteY6" fmla="*/ 526517 h 526516"/>
                <a:gd name="connsiteX7" fmla="*/ 309053 w 650540"/>
                <a:gd name="connsiteY7" fmla="*/ 526517 h 526516"/>
                <a:gd name="connsiteX8" fmla="*/ 309053 w 650540"/>
                <a:gd name="connsiteY8" fmla="*/ 516787 h 526516"/>
                <a:gd name="connsiteX9" fmla="*/ 40736 w 650540"/>
                <a:gd name="connsiteY9" fmla="*/ 516787 h 526516"/>
                <a:gd name="connsiteX10" fmla="*/ 40736 w 650540"/>
                <a:gd name="connsiteY10" fmla="*/ 92401 h 526516"/>
                <a:gd name="connsiteX11" fmla="*/ 625015 w 650540"/>
                <a:gd name="connsiteY11" fmla="*/ 92401 h 526516"/>
                <a:gd name="connsiteX12" fmla="*/ 630886 w 650540"/>
                <a:gd name="connsiteY12" fmla="*/ 91720 h 526516"/>
                <a:gd name="connsiteX13" fmla="*/ 650540 w 650540"/>
                <a:gd name="connsiteY13" fmla="*/ 66877 h 526516"/>
                <a:gd name="connsiteX14" fmla="*/ 650540 w 650540"/>
                <a:gd name="connsiteY14" fmla="*/ 24552 h 526516"/>
                <a:gd name="connsiteX15" fmla="*/ 625988 w 650540"/>
                <a:gd name="connsiteY15" fmla="*/ 0 h 526516"/>
                <a:gd name="connsiteX16" fmla="*/ 640810 w 650540"/>
                <a:gd name="connsiteY16" fmla="*/ 66877 h 526516"/>
                <a:gd name="connsiteX17" fmla="*/ 625015 w 650540"/>
                <a:gd name="connsiteY17" fmla="*/ 82672 h 526516"/>
                <a:gd name="connsiteX18" fmla="*/ 25525 w 650540"/>
                <a:gd name="connsiteY18" fmla="*/ 82672 h 526516"/>
                <a:gd name="connsiteX19" fmla="*/ 9730 w 650540"/>
                <a:gd name="connsiteY19" fmla="*/ 66877 h 526516"/>
                <a:gd name="connsiteX20" fmla="*/ 9730 w 650540"/>
                <a:gd name="connsiteY20" fmla="*/ 25525 h 526516"/>
                <a:gd name="connsiteX21" fmla="*/ 25525 w 650540"/>
                <a:gd name="connsiteY21" fmla="*/ 9730 h 526516"/>
                <a:gd name="connsiteX22" fmla="*/ 625988 w 650540"/>
                <a:gd name="connsiteY22" fmla="*/ 9730 h 526516"/>
                <a:gd name="connsiteX23" fmla="*/ 640810 w 650540"/>
                <a:gd name="connsiteY23" fmla="*/ 24552 h 526516"/>
                <a:gd name="connsiteX24" fmla="*/ 640810 w 650540"/>
                <a:gd name="connsiteY24" fmla="*/ 66877 h 52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0540" h="526516">
                  <a:moveTo>
                    <a:pt x="625988" y="0"/>
                  </a:moveTo>
                  <a:lnTo>
                    <a:pt x="25525" y="0"/>
                  </a:lnTo>
                  <a:cubicBezTo>
                    <a:pt x="11449" y="0"/>
                    <a:pt x="0" y="11449"/>
                    <a:pt x="0" y="25525"/>
                  </a:cubicBezTo>
                  <a:lnTo>
                    <a:pt x="0" y="66877"/>
                  </a:lnTo>
                  <a:cubicBezTo>
                    <a:pt x="0" y="80953"/>
                    <a:pt x="11449" y="92401"/>
                    <a:pt x="25525" y="92401"/>
                  </a:cubicBezTo>
                  <a:lnTo>
                    <a:pt x="31006" y="92401"/>
                  </a:lnTo>
                  <a:lnTo>
                    <a:pt x="31006" y="526517"/>
                  </a:lnTo>
                  <a:lnTo>
                    <a:pt x="309053" y="526517"/>
                  </a:lnTo>
                  <a:lnTo>
                    <a:pt x="309053" y="516787"/>
                  </a:lnTo>
                  <a:lnTo>
                    <a:pt x="40736" y="516787"/>
                  </a:lnTo>
                  <a:lnTo>
                    <a:pt x="40736" y="92401"/>
                  </a:lnTo>
                  <a:lnTo>
                    <a:pt x="625015" y="92401"/>
                  </a:lnTo>
                  <a:cubicBezTo>
                    <a:pt x="627026" y="92401"/>
                    <a:pt x="629005" y="92174"/>
                    <a:pt x="630886" y="91720"/>
                  </a:cubicBezTo>
                  <a:cubicBezTo>
                    <a:pt x="642140" y="89061"/>
                    <a:pt x="650540" y="78942"/>
                    <a:pt x="650540" y="66877"/>
                  </a:cubicBezTo>
                  <a:lnTo>
                    <a:pt x="650540" y="24552"/>
                  </a:lnTo>
                  <a:cubicBezTo>
                    <a:pt x="650540" y="10995"/>
                    <a:pt x="639513" y="0"/>
                    <a:pt x="625988" y="0"/>
                  </a:cubicBezTo>
                  <a:close/>
                  <a:moveTo>
                    <a:pt x="640810" y="66877"/>
                  </a:moveTo>
                  <a:cubicBezTo>
                    <a:pt x="640810" y="75569"/>
                    <a:pt x="633707" y="82672"/>
                    <a:pt x="625015" y="82672"/>
                  </a:cubicBezTo>
                  <a:lnTo>
                    <a:pt x="25525" y="82672"/>
                  </a:lnTo>
                  <a:cubicBezTo>
                    <a:pt x="16833" y="82672"/>
                    <a:pt x="9730" y="75569"/>
                    <a:pt x="9730" y="66877"/>
                  </a:cubicBezTo>
                  <a:lnTo>
                    <a:pt x="9730" y="25525"/>
                  </a:lnTo>
                  <a:cubicBezTo>
                    <a:pt x="9730" y="16800"/>
                    <a:pt x="16833" y="9730"/>
                    <a:pt x="25525" y="9730"/>
                  </a:cubicBezTo>
                  <a:lnTo>
                    <a:pt x="625988" y="9730"/>
                  </a:lnTo>
                  <a:cubicBezTo>
                    <a:pt x="634161" y="9730"/>
                    <a:pt x="640810" y="16379"/>
                    <a:pt x="640810" y="24552"/>
                  </a:cubicBezTo>
                  <a:lnTo>
                    <a:pt x="640810" y="66877"/>
                  </a:lnTo>
                  <a:close/>
                </a:path>
              </a:pathLst>
            </a:custGeom>
            <a:grpFill/>
            <a:ln w="3243" cap="flat">
              <a:noFill/>
              <a:prstDash val="solid"/>
              <a:miter/>
            </a:ln>
          </p:spPr>
          <p:txBody>
            <a:bodyPr rtlCol="0" anchor="ctr"/>
            <a:lstStyle/>
            <a:p>
              <a:endParaRPr lang="en-US"/>
            </a:p>
          </p:txBody>
        </p:sp>
        <p:sp>
          <p:nvSpPr>
            <p:cNvPr id="58" name="Freeform: Shape 811"/>
            <p:cNvSpPr/>
            <p:nvPr/>
          </p:nvSpPr>
          <p:spPr>
            <a:xfrm>
              <a:off x="4349558" y="2777287"/>
              <a:ext cx="392763" cy="273571"/>
            </a:xfrm>
            <a:custGeom>
              <a:avLst/>
              <a:gdLst>
                <a:gd name="connsiteX0" fmla="*/ 366557 w 392763"/>
                <a:gd name="connsiteY0" fmla="*/ 77839 h 273571"/>
                <a:gd name="connsiteX1" fmla="*/ 294816 w 392763"/>
                <a:gd name="connsiteY1" fmla="*/ 77839 h 273571"/>
                <a:gd name="connsiteX2" fmla="*/ 294816 w 392763"/>
                <a:gd name="connsiteY2" fmla="*/ 263875 h 273571"/>
                <a:gd name="connsiteX3" fmla="*/ 252880 w 392763"/>
                <a:gd name="connsiteY3" fmla="*/ 263875 h 273571"/>
                <a:gd name="connsiteX4" fmla="*/ 252880 w 392763"/>
                <a:gd name="connsiteY4" fmla="*/ 139851 h 273571"/>
                <a:gd name="connsiteX5" fmla="*/ 181138 w 392763"/>
                <a:gd name="connsiteY5" fmla="*/ 139851 h 273571"/>
                <a:gd name="connsiteX6" fmla="*/ 181138 w 392763"/>
                <a:gd name="connsiteY6" fmla="*/ 263875 h 273571"/>
                <a:gd name="connsiteX7" fmla="*/ 139202 w 392763"/>
                <a:gd name="connsiteY7" fmla="*/ 263875 h 273571"/>
                <a:gd name="connsiteX8" fmla="*/ 139202 w 392763"/>
                <a:gd name="connsiteY8" fmla="*/ 201863 h 273571"/>
                <a:gd name="connsiteX9" fmla="*/ 67461 w 392763"/>
                <a:gd name="connsiteY9" fmla="*/ 201863 h 273571"/>
                <a:gd name="connsiteX10" fmla="*/ 67461 w 392763"/>
                <a:gd name="connsiteY10" fmla="*/ 263875 h 273571"/>
                <a:gd name="connsiteX11" fmla="*/ 25525 w 392763"/>
                <a:gd name="connsiteY11" fmla="*/ 263875 h 273571"/>
                <a:gd name="connsiteX12" fmla="*/ 25525 w 392763"/>
                <a:gd name="connsiteY12" fmla="*/ 0 h 273571"/>
                <a:gd name="connsiteX13" fmla="*/ 15795 w 392763"/>
                <a:gd name="connsiteY13" fmla="*/ 0 h 273571"/>
                <a:gd name="connsiteX14" fmla="*/ 15795 w 392763"/>
                <a:gd name="connsiteY14" fmla="*/ 15795 h 273571"/>
                <a:gd name="connsiteX15" fmla="*/ 0 w 392763"/>
                <a:gd name="connsiteY15" fmla="*/ 15795 h 273571"/>
                <a:gd name="connsiteX16" fmla="*/ 0 w 392763"/>
                <a:gd name="connsiteY16" fmla="*/ 25525 h 273571"/>
                <a:gd name="connsiteX17" fmla="*/ 15795 w 392763"/>
                <a:gd name="connsiteY17" fmla="*/ 25525 h 273571"/>
                <a:gd name="connsiteX18" fmla="*/ 15795 w 392763"/>
                <a:gd name="connsiteY18" fmla="*/ 139818 h 273571"/>
                <a:gd name="connsiteX19" fmla="*/ 0 w 392763"/>
                <a:gd name="connsiteY19" fmla="*/ 139818 h 273571"/>
                <a:gd name="connsiteX20" fmla="*/ 0 w 392763"/>
                <a:gd name="connsiteY20" fmla="*/ 149548 h 273571"/>
                <a:gd name="connsiteX21" fmla="*/ 15795 w 392763"/>
                <a:gd name="connsiteY21" fmla="*/ 149548 h 273571"/>
                <a:gd name="connsiteX22" fmla="*/ 15795 w 392763"/>
                <a:gd name="connsiteY22" fmla="*/ 263842 h 273571"/>
                <a:gd name="connsiteX23" fmla="*/ 0 w 392763"/>
                <a:gd name="connsiteY23" fmla="*/ 263842 h 273571"/>
                <a:gd name="connsiteX24" fmla="*/ 0 w 392763"/>
                <a:gd name="connsiteY24" fmla="*/ 273572 h 273571"/>
                <a:gd name="connsiteX25" fmla="*/ 392763 w 392763"/>
                <a:gd name="connsiteY25" fmla="*/ 273572 h 273571"/>
                <a:gd name="connsiteX26" fmla="*/ 392763 w 392763"/>
                <a:gd name="connsiteY26" fmla="*/ 263842 h 273571"/>
                <a:gd name="connsiteX27" fmla="*/ 366622 w 392763"/>
                <a:gd name="connsiteY27" fmla="*/ 263842 h 273571"/>
                <a:gd name="connsiteX28" fmla="*/ 366622 w 392763"/>
                <a:gd name="connsiteY28" fmla="*/ 77807 h 273571"/>
                <a:gd name="connsiteX29" fmla="*/ 77158 w 392763"/>
                <a:gd name="connsiteY29" fmla="*/ 263875 h 273571"/>
                <a:gd name="connsiteX30" fmla="*/ 77158 w 392763"/>
                <a:gd name="connsiteY30" fmla="*/ 211593 h 273571"/>
                <a:gd name="connsiteX31" fmla="*/ 129440 w 392763"/>
                <a:gd name="connsiteY31" fmla="*/ 211593 h 273571"/>
                <a:gd name="connsiteX32" fmla="*/ 129440 w 392763"/>
                <a:gd name="connsiteY32" fmla="*/ 263875 h 273571"/>
                <a:gd name="connsiteX33" fmla="*/ 77158 w 392763"/>
                <a:gd name="connsiteY33" fmla="*/ 263875 h 273571"/>
                <a:gd name="connsiteX34" fmla="*/ 190836 w 392763"/>
                <a:gd name="connsiteY34" fmla="*/ 263875 h 273571"/>
                <a:gd name="connsiteX35" fmla="*/ 190836 w 392763"/>
                <a:gd name="connsiteY35" fmla="*/ 149581 h 273571"/>
                <a:gd name="connsiteX36" fmla="*/ 243118 w 392763"/>
                <a:gd name="connsiteY36" fmla="*/ 149581 h 273571"/>
                <a:gd name="connsiteX37" fmla="*/ 243118 w 392763"/>
                <a:gd name="connsiteY37" fmla="*/ 263875 h 273571"/>
                <a:gd name="connsiteX38" fmla="*/ 190836 w 392763"/>
                <a:gd name="connsiteY38" fmla="*/ 263875 h 273571"/>
                <a:gd name="connsiteX39" fmla="*/ 304513 w 392763"/>
                <a:gd name="connsiteY39" fmla="*/ 263875 h 273571"/>
                <a:gd name="connsiteX40" fmla="*/ 304513 w 392763"/>
                <a:gd name="connsiteY40" fmla="*/ 87569 h 273571"/>
                <a:gd name="connsiteX41" fmla="*/ 356795 w 392763"/>
                <a:gd name="connsiteY41" fmla="*/ 87569 h 273571"/>
                <a:gd name="connsiteX42" fmla="*/ 356795 w 392763"/>
                <a:gd name="connsiteY42" fmla="*/ 263875 h 273571"/>
                <a:gd name="connsiteX43" fmla="*/ 304513 w 392763"/>
                <a:gd name="connsiteY43" fmla="*/ 263875 h 273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92763" h="273571">
                  <a:moveTo>
                    <a:pt x="366557" y="77839"/>
                  </a:moveTo>
                  <a:lnTo>
                    <a:pt x="294816" y="77839"/>
                  </a:lnTo>
                  <a:lnTo>
                    <a:pt x="294816" y="263875"/>
                  </a:lnTo>
                  <a:lnTo>
                    <a:pt x="252880" y="263875"/>
                  </a:lnTo>
                  <a:lnTo>
                    <a:pt x="252880" y="139851"/>
                  </a:lnTo>
                  <a:lnTo>
                    <a:pt x="181138" y="139851"/>
                  </a:lnTo>
                  <a:lnTo>
                    <a:pt x="181138" y="263875"/>
                  </a:lnTo>
                  <a:lnTo>
                    <a:pt x="139202" y="263875"/>
                  </a:lnTo>
                  <a:lnTo>
                    <a:pt x="139202" y="201863"/>
                  </a:lnTo>
                  <a:lnTo>
                    <a:pt x="67461" y="201863"/>
                  </a:lnTo>
                  <a:lnTo>
                    <a:pt x="67461" y="263875"/>
                  </a:lnTo>
                  <a:lnTo>
                    <a:pt x="25525" y="263875"/>
                  </a:lnTo>
                  <a:lnTo>
                    <a:pt x="25525" y="0"/>
                  </a:lnTo>
                  <a:lnTo>
                    <a:pt x="15795" y="0"/>
                  </a:lnTo>
                  <a:lnTo>
                    <a:pt x="15795" y="15795"/>
                  </a:lnTo>
                  <a:lnTo>
                    <a:pt x="0" y="15795"/>
                  </a:lnTo>
                  <a:lnTo>
                    <a:pt x="0" y="25525"/>
                  </a:lnTo>
                  <a:lnTo>
                    <a:pt x="15795" y="25525"/>
                  </a:lnTo>
                  <a:lnTo>
                    <a:pt x="15795" y="139818"/>
                  </a:lnTo>
                  <a:lnTo>
                    <a:pt x="0" y="139818"/>
                  </a:lnTo>
                  <a:lnTo>
                    <a:pt x="0" y="149548"/>
                  </a:lnTo>
                  <a:lnTo>
                    <a:pt x="15795" y="149548"/>
                  </a:lnTo>
                  <a:lnTo>
                    <a:pt x="15795" y="263842"/>
                  </a:lnTo>
                  <a:lnTo>
                    <a:pt x="0" y="263842"/>
                  </a:lnTo>
                  <a:lnTo>
                    <a:pt x="0" y="273572"/>
                  </a:lnTo>
                  <a:lnTo>
                    <a:pt x="392763" y="273572"/>
                  </a:lnTo>
                  <a:lnTo>
                    <a:pt x="392763" y="263842"/>
                  </a:lnTo>
                  <a:lnTo>
                    <a:pt x="366622" y="263842"/>
                  </a:lnTo>
                  <a:lnTo>
                    <a:pt x="366622" y="77807"/>
                  </a:lnTo>
                  <a:close/>
                  <a:moveTo>
                    <a:pt x="77158" y="263875"/>
                  </a:moveTo>
                  <a:lnTo>
                    <a:pt x="77158" y="211593"/>
                  </a:lnTo>
                  <a:lnTo>
                    <a:pt x="129440" y="211593"/>
                  </a:lnTo>
                  <a:lnTo>
                    <a:pt x="129440" y="263875"/>
                  </a:lnTo>
                  <a:lnTo>
                    <a:pt x="77158" y="263875"/>
                  </a:lnTo>
                  <a:close/>
                  <a:moveTo>
                    <a:pt x="190836" y="263875"/>
                  </a:moveTo>
                  <a:lnTo>
                    <a:pt x="190836" y="149581"/>
                  </a:lnTo>
                  <a:lnTo>
                    <a:pt x="243118" y="149581"/>
                  </a:lnTo>
                  <a:lnTo>
                    <a:pt x="243118" y="263875"/>
                  </a:lnTo>
                  <a:lnTo>
                    <a:pt x="190836" y="263875"/>
                  </a:lnTo>
                  <a:close/>
                  <a:moveTo>
                    <a:pt x="304513" y="263875"/>
                  </a:moveTo>
                  <a:lnTo>
                    <a:pt x="304513" y="87569"/>
                  </a:lnTo>
                  <a:lnTo>
                    <a:pt x="356795" y="87569"/>
                  </a:lnTo>
                  <a:lnTo>
                    <a:pt x="356795" y="263875"/>
                  </a:lnTo>
                  <a:lnTo>
                    <a:pt x="304513" y="263875"/>
                  </a:lnTo>
                  <a:close/>
                </a:path>
              </a:pathLst>
            </a:custGeom>
            <a:grpFill/>
            <a:ln w="3243" cap="flat">
              <a:noFill/>
              <a:prstDash val="solid"/>
              <a:miter/>
            </a:ln>
          </p:spPr>
          <p:txBody>
            <a:bodyPr rtlCol="0" anchor="ctr"/>
            <a:lstStyle/>
            <a:p>
              <a:endParaRPr lang="en-US"/>
            </a:p>
          </p:txBody>
        </p:sp>
        <p:sp>
          <p:nvSpPr>
            <p:cNvPr id="59" name="Freeform: Shape 1060"/>
            <p:cNvSpPr/>
            <p:nvPr/>
          </p:nvSpPr>
          <p:spPr>
            <a:xfrm>
              <a:off x="4529691" y="2698799"/>
              <a:ext cx="321832" cy="536733"/>
            </a:xfrm>
            <a:custGeom>
              <a:avLst/>
              <a:gdLst>
                <a:gd name="connsiteX0" fmla="*/ 32400 w 321832"/>
                <a:gd name="connsiteY0" fmla="*/ 457499 h 536733"/>
                <a:gd name="connsiteX1" fmla="*/ 32400 w 321832"/>
                <a:gd name="connsiteY1" fmla="*/ 464018 h 536733"/>
                <a:gd name="connsiteX2" fmla="*/ 65158 w 321832"/>
                <a:gd name="connsiteY2" fmla="*/ 476829 h 536733"/>
                <a:gd name="connsiteX3" fmla="*/ 65093 w 321832"/>
                <a:gd name="connsiteY3" fmla="*/ 536733 h 536733"/>
                <a:gd name="connsiteX4" fmla="*/ 32660 w 321832"/>
                <a:gd name="connsiteY4" fmla="*/ 536733 h 536733"/>
                <a:gd name="connsiteX5" fmla="*/ 32660 w 321832"/>
                <a:gd name="connsiteY5" fmla="*/ 497197 h 536733"/>
                <a:gd name="connsiteX6" fmla="*/ 0 w 321832"/>
                <a:gd name="connsiteY6" fmla="*/ 484451 h 536733"/>
                <a:gd name="connsiteX7" fmla="*/ 0 w 321832"/>
                <a:gd name="connsiteY7" fmla="*/ 484451 h 536733"/>
                <a:gd name="connsiteX8" fmla="*/ 0 w 321832"/>
                <a:gd name="connsiteY8" fmla="*/ 425066 h 536733"/>
                <a:gd name="connsiteX9" fmla="*/ 289399 w 321832"/>
                <a:gd name="connsiteY9" fmla="*/ 425066 h 536733"/>
                <a:gd name="connsiteX10" fmla="*/ 289399 w 321832"/>
                <a:gd name="connsiteY10" fmla="*/ 681 h 536733"/>
                <a:gd name="connsiteX11" fmla="*/ 315962 w 321832"/>
                <a:gd name="connsiteY11" fmla="*/ 681 h 536733"/>
                <a:gd name="connsiteX12" fmla="*/ 321832 w 321832"/>
                <a:gd name="connsiteY12" fmla="*/ 0 h 536733"/>
                <a:gd name="connsiteX13" fmla="*/ 321832 w 321832"/>
                <a:gd name="connsiteY13" fmla="*/ 457499 h 536733"/>
                <a:gd name="connsiteX14" fmla="*/ 32433 w 321832"/>
                <a:gd name="connsiteY14" fmla="*/ 457499 h 53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1832" h="536733">
                  <a:moveTo>
                    <a:pt x="32400" y="457499"/>
                  </a:moveTo>
                  <a:lnTo>
                    <a:pt x="32400" y="464018"/>
                  </a:lnTo>
                  <a:lnTo>
                    <a:pt x="65158" y="476829"/>
                  </a:lnTo>
                  <a:lnTo>
                    <a:pt x="65093" y="536733"/>
                  </a:lnTo>
                  <a:lnTo>
                    <a:pt x="32660" y="536733"/>
                  </a:lnTo>
                  <a:lnTo>
                    <a:pt x="32660" y="497197"/>
                  </a:lnTo>
                  <a:cubicBezTo>
                    <a:pt x="32660" y="497197"/>
                    <a:pt x="0" y="484451"/>
                    <a:pt x="0" y="484451"/>
                  </a:cubicBezTo>
                  <a:lnTo>
                    <a:pt x="0" y="484451"/>
                  </a:lnTo>
                  <a:lnTo>
                    <a:pt x="0" y="425066"/>
                  </a:lnTo>
                  <a:lnTo>
                    <a:pt x="289399" y="425066"/>
                  </a:lnTo>
                  <a:lnTo>
                    <a:pt x="289399" y="681"/>
                  </a:lnTo>
                  <a:lnTo>
                    <a:pt x="315962" y="681"/>
                  </a:lnTo>
                  <a:cubicBezTo>
                    <a:pt x="317973" y="681"/>
                    <a:pt x="319951" y="454"/>
                    <a:pt x="321832" y="0"/>
                  </a:cubicBezTo>
                  <a:lnTo>
                    <a:pt x="321832" y="457499"/>
                  </a:lnTo>
                  <a:lnTo>
                    <a:pt x="32433" y="457499"/>
                  </a:lnTo>
                  <a:close/>
                </a:path>
              </a:pathLst>
            </a:custGeom>
            <a:solidFill>
              <a:srgbClr val="CAB481"/>
            </a:solidFill>
            <a:ln w="3243" cap="flat">
              <a:noFill/>
              <a:prstDash val="solid"/>
              <a:miter/>
            </a:ln>
          </p:spPr>
          <p:txBody>
            <a:bodyPr rtlCol="0" anchor="ctr"/>
            <a:lstStyle/>
            <a:p>
              <a:endParaRPr lang="en-US"/>
            </a:p>
          </p:txBody>
        </p:sp>
      </p:grpSp>
      <p:grpSp>
        <p:nvGrpSpPr>
          <p:cNvPr id="60" name="Group 107"/>
          <p:cNvGrpSpPr/>
          <p:nvPr/>
        </p:nvGrpSpPr>
        <p:grpSpPr>
          <a:xfrm>
            <a:off x="3846289" y="2422283"/>
            <a:ext cx="639804" cy="623588"/>
            <a:chOff x="10878443" y="1313652"/>
            <a:chExt cx="639804" cy="623588"/>
          </a:xfrm>
          <a:solidFill>
            <a:schemeClr val="tx1"/>
          </a:solidFill>
        </p:grpSpPr>
        <p:sp>
          <p:nvSpPr>
            <p:cNvPr id="61" name="Freeform: Shape 897"/>
            <p:cNvSpPr/>
            <p:nvPr/>
          </p:nvSpPr>
          <p:spPr>
            <a:xfrm>
              <a:off x="10878443" y="1313652"/>
              <a:ext cx="577404" cy="463921"/>
            </a:xfrm>
            <a:custGeom>
              <a:avLst/>
              <a:gdLst>
                <a:gd name="connsiteX0" fmla="*/ 577404 w 577404"/>
                <a:gd name="connsiteY0" fmla="*/ 29092 h 463921"/>
                <a:gd name="connsiteX1" fmla="*/ 319076 w 577404"/>
                <a:gd name="connsiteY1" fmla="*/ 29092 h 463921"/>
                <a:gd name="connsiteX2" fmla="*/ 319076 w 577404"/>
                <a:gd name="connsiteY2" fmla="*/ 0 h 463921"/>
                <a:gd name="connsiteX3" fmla="*/ 309346 w 577404"/>
                <a:gd name="connsiteY3" fmla="*/ 0 h 463921"/>
                <a:gd name="connsiteX4" fmla="*/ 309346 w 577404"/>
                <a:gd name="connsiteY4" fmla="*/ 29092 h 463921"/>
                <a:gd name="connsiteX5" fmla="*/ 29936 w 577404"/>
                <a:gd name="connsiteY5" fmla="*/ 29092 h 463921"/>
                <a:gd name="connsiteX6" fmla="*/ 29936 w 577404"/>
                <a:gd name="connsiteY6" fmla="*/ 394450 h 463921"/>
                <a:gd name="connsiteX7" fmla="*/ 0 w 577404"/>
                <a:gd name="connsiteY7" fmla="*/ 394450 h 463921"/>
                <a:gd name="connsiteX8" fmla="*/ 0 w 577404"/>
                <a:gd name="connsiteY8" fmla="*/ 463921 h 463921"/>
                <a:gd name="connsiteX9" fmla="*/ 297994 w 577404"/>
                <a:gd name="connsiteY9" fmla="*/ 463921 h 463921"/>
                <a:gd name="connsiteX10" fmla="*/ 297994 w 577404"/>
                <a:gd name="connsiteY10" fmla="*/ 454191 h 463921"/>
                <a:gd name="connsiteX11" fmla="*/ 9730 w 577404"/>
                <a:gd name="connsiteY11" fmla="*/ 454191 h 463921"/>
                <a:gd name="connsiteX12" fmla="*/ 9730 w 577404"/>
                <a:gd name="connsiteY12" fmla="*/ 404180 h 463921"/>
                <a:gd name="connsiteX13" fmla="*/ 577404 w 577404"/>
                <a:gd name="connsiteY13" fmla="*/ 404180 h 463921"/>
                <a:gd name="connsiteX14" fmla="*/ 577404 w 577404"/>
                <a:gd name="connsiteY14" fmla="*/ 394450 h 463921"/>
                <a:gd name="connsiteX15" fmla="*/ 39665 w 577404"/>
                <a:gd name="connsiteY15" fmla="*/ 394450 h 463921"/>
                <a:gd name="connsiteX16" fmla="*/ 39665 w 577404"/>
                <a:gd name="connsiteY16" fmla="*/ 38822 h 463921"/>
                <a:gd name="connsiteX17" fmla="*/ 577404 w 577404"/>
                <a:gd name="connsiteY17" fmla="*/ 38822 h 463921"/>
                <a:gd name="connsiteX18" fmla="*/ 577404 w 577404"/>
                <a:gd name="connsiteY18" fmla="*/ 29092 h 46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404" h="463921">
                  <a:moveTo>
                    <a:pt x="577404" y="29092"/>
                  </a:moveTo>
                  <a:lnTo>
                    <a:pt x="319076" y="29092"/>
                  </a:lnTo>
                  <a:lnTo>
                    <a:pt x="319076" y="0"/>
                  </a:lnTo>
                  <a:lnTo>
                    <a:pt x="309346" y="0"/>
                  </a:lnTo>
                  <a:lnTo>
                    <a:pt x="309346" y="29092"/>
                  </a:lnTo>
                  <a:lnTo>
                    <a:pt x="29936" y="29092"/>
                  </a:lnTo>
                  <a:lnTo>
                    <a:pt x="29936" y="394450"/>
                  </a:lnTo>
                  <a:lnTo>
                    <a:pt x="0" y="394450"/>
                  </a:lnTo>
                  <a:lnTo>
                    <a:pt x="0" y="463921"/>
                  </a:lnTo>
                  <a:lnTo>
                    <a:pt x="297994" y="463921"/>
                  </a:lnTo>
                  <a:lnTo>
                    <a:pt x="297994" y="454191"/>
                  </a:lnTo>
                  <a:lnTo>
                    <a:pt x="9730" y="454191"/>
                  </a:lnTo>
                  <a:lnTo>
                    <a:pt x="9730" y="404180"/>
                  </a:lnTo>
                  <a:lnTo>
                    <a:pt x="577404" y="404180"/>
                  </a:lnTo>
                  <a:lnTo>
                    <a:pt x="577404" y="394450"/>
                  </a:lnTo>
                  <a:lnTo>
                    <a:pt x="39665" y="394450"/>
                  </a:lnTo>
                  <a:lnTo>
                    <a:pt x="39665" y="38822"/>
                  </a:lnTo>
                  <a:lnTo>
                    <a:pt x="577404" y="38822"/>
                  </a:lnTo>
                  <a:lnTo>
                    <a:pt x="577404" y="29092"/>
                  </a:lnTo>
                  <a:close/>
                </a:path>
              </a:pathLst>
            </a:custGeom>
            <a:grpFill/>
            <a:ln w="3243" cap="flat">
              <a:noFill/>
              <a:prstDash val="solid"/>
              <a:miter/>
            </a:ln>
          </p:spPr>
          <p:txBody>
            <a:bodyPr rtlCol="0" anchor="ctr"/>
            <a:lstStyle/>
            <a:p>
              <a:endParaRPr lang="en-US"/>
            </a:p>
          </p:txBody>
        </p:sp>
        <p:sp>
          <p:nvSpPr>
            <p:cNvPr id="62" name="Freeform: Shape 898"/>
            <p:cNvSpPr/>
            <p:nvPr/>
          </p:nvSpPr>
          <p:spPr>
            <a:xfrm>
              <a:off x="11208870" y="1852039"/>
              <a:ext cx="85362" cy="85201"/>
            </a:xfrm>
            <a:custGeom>
              <a:avLst/>
              <a:gdLst>
                <a:gd name="connsiteX0" fmla="*/ 0 w 85362"/>
                <a:gd name="connsiteY0" fmla="*/ 13752 h 85201"/>
                <a:gd name="connsiteX1" fmla="*/ 61849 w 85362"/>
                <a:gd name="connsiteY1" fmla="*/ 75472 h 85201"/>
                <a:gd name="connsiteX2" fmla="*/ 0 w 85362"/>
                <a:gd name="connsiteY2" fmla="*/ 75472 h 85201"/>
                <a:gd name="connsiteX3" fmla="*/ 0 w 85362"/>
                <a:gd name="connsiteY3" fmla="*/ 85201 h 85201"/>
                <a:gd name="connsiteX4" fmla="*/ 85363 w 85362"/>
                <a:gd name="connsiteY4" fmla="*/ 85201 h 85201"/>
                <a:gd name="connsiteX5" fmla="*/ 0 w 85362"/>
                <a:gd name="connsiteY5" fmla="*/ 0 h 85201"/>
                <a:gd name="connsiteX6" fmla="*/ 0 w 85362"/>
                <a:gd name="connsiteY6" fmla="*/ 13752 h 8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62" h="85201">
                  <a:moveTo>
                    <a:pt x="0" y="13752"/>
                  </a:moveTo>
                  <a:lnTo>
                    <a:pt x="61849" y="75472"/>
                  </a:lnTo>
                  <a:lnTo>
                    <a:pt x="0" y="75472"/>
                  </a:lnTo>
                  <a:lnTo>
                    <a:pt x="0" y="85201"/>
                  </a:lnTo>
                  <a:lnTo>
                    <a:pt x="85363" y="85201"/>
                  </a:lnTo>
                  <a:lnTo>
                    <a:pt x="0" y="0"/>
                  </a:lnTo>
                  <a:lnTo>
                    <a:pt x="0" y="13752"/>
                  </a:lnTo>
                  <a:close/>
                </a:path>
              </a:pathLst>
            </a:custGeom>
            <a:grpFill/>
            <a:ln w="3243" cap="flat">
              <a:noFill/>
              <a:prstDash val="solid"/>
              <a:miter/>
            </a:ln>
          </p:spPr>
          <p:txBody>
            <a:bodyPr rtlCol="0" anchor="ctr"/>
            <a:lstStyle/>
            <a:p>
              <a:endParaRPr lang="en-US"/>
            </a:p>
          </p:txBody>
        </p:sp>
        <p:sp>
          <p:nvSpPr>
            <p:cNvPr id="63" name="Freeform: Shape 899"/>
            <p:cNvSpPr/>
            <p:nvPr/>
          </p:nvSpPr>
          <p:spPr>
            <a:xfrm>
              <a:off x="11091073" y="1852039"/>
              <a:ext cx="85363" cy="85201"/>
            </a:xfrm>
            <a:custGeom>
              <a:avLst/>
              <a:gdLst>
                <a:gd name="connsiteX0" fmla="*/ 85364 w 85363"/>
                <a:gd name="connsiteY0" fmla="*/ 85201 h 85201"/>
                <a:gd name="connsiteX1" fmla="*/ 85364 w 85363"/>
                <a:gd name="connsiteY1" fmla="*/ 75472 h 85201"/>
                <a:gd name="connsiteX2" fmla="*/ 23514 w 85363"/>
                <a:gd name="connsiteY2" fmla="*/ 75472 h 85201"/>
                <a:gd name="connsiteX3" fmla="*/ 85364 w 85363"/>
                <a:gd name="connsiteY3" fmla="*/ 13752 h 85201"/>
                <a:gd name="connsiteX4" fmla="*/ 85364 w 85363"/>
                <a:gd name="connsiteY4" fmla="*/ 0 h 85201"/>
                <a:gd name="connsiteX5" fmla="*/ 0 w 85363"/>
                <a:gd name="connsiteY5" fmla="*/ 85201 h 85201"/>
                <a:gd name="connsiteX6" fmla="*/ 85364 w 85363"/>
                <a:gd name="connsiteY6" fmla="*/ 85201 h 8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63" h="85201">
                  <a:moveTo>
                    <a:pt x="85364" y="85201"/>
                  </a:moveTo>
                  <a:lnTo>
                    <a:pt x="85364" y="75472"/>
                  </a:lnTo>
                  <a:lnTo>
                    <a:pt x="23514" y="75472"/>
                  </a:lnTo>
                  <a:lnTo>
                    <a:pt x="85364" y="13752"/>
                  </a:lnTo>
                  <a:lnTo>
                    <a:pt x="85364" y="0"/>
                  </a:lnTo>
                  <a:lnTo>
                    <a:pt x="0" y="85201"/>
                  </a:lnTo>
                  <a:lnTo>
                    <a:pt x="85364" y="85201"/>
                  </a:lnTo>
                  <a:close/>
                </a:path>
              </a:pathLst>
            </a:custGeom>
            <a:grpFill/>
            <a:ln w="3243" cap="flat">
              <a:noFill/>
              <a:prstDash val="solid"/>
              <a:miter/>
            </a:ln>
          </p:spPr>
          <p:txBody>
            <a:bodyPr rtlCol="0" anchor="ctr"/>
            <a:lstStyle/>
            <a:p>
              <a:endParaRPr lang="en-US"/>
            </a:p>
          </p:txBody>
        </p:sp>
        <p:sp>
          <p:nvSpPr>
            <p:cNvPr id="64" name="Freeform: Shape 900"/>
            <p:cNvSpPr/>
            <p:nvPr/>
          </p:nvSpPr>
          <p:spPr>
            <a:xfrm>
              <a:off x="10988196" y="1420064"/>
              <a:ext cx="277723" cy="221290"/>
            </a:xfrm>
            <a:custGeom>
              <a:avLst/>
              <a:gdLst>
                <a:gd name="connsiteX0" fmla="*/ 0 w 277723"/>
                <a:gd name="connsiteY0" fmla="*/ 166543 h 221290"/>
                <a:gd name="connsiteX1" fmla="*/ 54746 w 277723"/>
                <a:gd name="connsiteY1" fmla="*/ 221290 h 221290"/>
                <a:gd name="connsiteX2" fmla="*/ 109266 w 277723"/>
                <a:gd name="connsiteY2" fmla="*/ 171408 h 221290"/>
                <a:gd name="connsiteX3" fmla="*/ 154543 w 277723"/>
                <a:gd name="connsiteY3" fmla="*/ 171408 h 221290"/>
                <a:gd name="connsiteX4" fmla="*/ 249214 w 277723"/>
                <a:gd name="connsiteY4" fmla="*/ 76736 h 221290"/>
                <a:gd name="connsiteX5" fmla="*/ 249214 w 277723"/>
                <a:gd name="connsiteY5" fmla="*/ 18617 h 221290"/>
                <a:gd name="connsiteX6" fmla="*/ 270848 w 277723"/>
                <a:gd name="connsiteY6" fmla="*/ 40249 h 221290"/>
                <a:gd name="connsiteX7" fmla="*/ 277723 w 277723"/>
                <a:gd name="connsiteY7" fmla="*/ 33374 h 221290"/>
                <a:gd name="connsiteX8" fmla="*/ 244349 w 277723"/>
                <a:gd name="connsiteY8" fmla="*/ 0 h 221290"/>
                <a:gd name="connsiteX9" fmla="*/ 210977 w 277723"/>
                <a:gd name="connsiteY9" fmla="*/ 33341 h 221290"/>
                <a:gd name="connsiteX10" fmla="*/ 217852 w 277723"/>
                <a:gd name="connsiteY10" fmla="*/ 40217 h 221290"/>
                <a:gd name="connsiteX11" fmla="*/ 239484 w 277723"/>
                <a:gd name="connsiteY11" fmla="*/ 18584 h 221290"/>
                <a:gd name="connsiteX12" fmla="*/ 239484 w 277723"/>
                <a:gd name="connsiteY12" fmla="*/ 76704 h 221290"/>
                <a:gd name="connsiteX13" fmla="*/ 154543 w 277723"/>
                <a:gd name="connsiteY13" fmla="*/ 161646 h 221290"/>
                <a:gd name="connsiteX14" fmla="*/ 109266 w 277723"/>
                <a:gd name="connsiteY14" fmla="*/ 161646 h 221290"/>
                <a:gd name="connsiteX15" fmla="*/ 54746 w 277723"/>
                <a:gd name="connsiteY15" fmla="*/ 111764 h 221290"/>
                <a:gd name="connsiteX16" fmla="*/ 0 w 277723"/>
                <a:gd name="connsiteY16" fmla="*/ 166511 h 221290"/>
                <a:gd name="connsiteX17" fmla="*/ 54746 w 277723"/>
                <a:gd name="connsiteY17" fmla="*/ 121526 h 221290"/>
                <a:gd name="connsiteX18" fmla="*/ 99764 w 277723"/>
                <a:gd name="connsiteY18" fmla="*/ 166543 h 221290"/>
                <a:gd name="connsiteX19" fmla="*/ 54746 w 277723"/>
                <a:gd name="connsiteY19" fmla="*/ 211560 h 221290"/>
                <a:gd name="connsiteX20" fmla="*/ 9730 w 277723"/>
                <a:gd name="connsiteY20" fmla="*/ 166543 h 221290"/>
                <a:gd name="connsiteX21" fmla="*/ 54746 w 277723"/>
                <a:gd name="connsiteY21" fmla="*/ 121526 h 22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723" h="221290">
                  <a:moveTo>
                    <a:pt x="0" y="166543"/>
                  </a:moveTo>
                  <a:cubicBezTo>
                    <a:pt x="0" y="196738"/>
                    <a:pt x="24551" y="221290"/>
                    <a:pt x="54746" y="221290"/>
                  </a:cubicBezTo>
                  <a:cubicBezTo>
                    <a:pt x="83288" y="221290"/>
                    <a:pt x="106802" y="199301"/>
                    <a:pt x="109266" y="171408"/>
                  </a:cubicBezTo>
                  <a:lnTo>
                    <a:pt x="154543" y="171408"/>
                  </a:lnTo>
                  <a:cubicBezTo>
                    <a:pt x="185289" y="171408"/>
                    <a:pt x="249214" y="171408"/>
                    <a:pt x="249214" y="76736"/>
                  </a:cubicBezTo>
                  <a:lnTo>
                    <a:pt x="249214" y="18617"/>
                  </a:lnTo>
                  <a:lnTo>
                    <a:pt x="270848" y="40249"/>
                  </a:lnTo>
                  <a:lnTo>
                    <a:pt x="277723" y="33374"/>
                  </a:lnTo>
                  <a:lnTo>
                    <a:pt x="244349" y="0"/>
                  </a:lnTo>
                  <a:lnTo>
                    <a:pt x="210977" y="33341"/>
                  </a:lnTo>
                  <a:lnTo>
                    <a:pt x="217852" y="40217"/>
                  </a:lnTo>
                  <a:lnTo>
                    <a:pt x="239484" y="18584"/>
                  </a:lnTo>
                  <a:lnTo>
                    <a:pt x="239484" y="76704"/>
                  </a:lnTo>
                  <a:cubicBezTo>
                    <a:pt x="239484" y="161646"/>
                    <a:pt x="184219" y="161646"/>
                    <a:pt x="154543" y="161646"/>
                  </a:cubicBezTo>
                  <a:lnTo>
                    <a:pt x="109266" y="161646"/>
                  </a:lnTo>
                  <a:cubicBezTo>
                    <a:pt x="106802" y="133721"/>
                    <a:pt x="83320" y="111764"/>
                    <a:pt x="54746" y="111764"/>
                  </a:cubicBezTo>
                  <a:cubicBezTo>
                    <a:pt x="24551" y="111764"/>
                    <a:pt x="0" y="136316"/>
                    <a:pt x="0" y="166511"/>
                  </a:cubicBezTo>
                  <a:close/>
                  <a:moveTo>
                    <a:pt x="54746" y="121526"/>
                  </a:moveTo>
                  <a:cubicBezTo>
                    <a:pt x="79591" y="121526"/>
                    <a:pt x="99764" y="141732"/>
                    <a:pt x="99764" y="166543"/>
                  </a:cubicBezTo>
                  <a:cubicBezTo>
                    <a:pt x="99764" y="191354"/>
                    <a:pt x="79558" y="211560"/>
                    <a:pt x="54746" y="211560"/>
                  </a:cubicBezTo>
                  <a:cubicBezTo>
                    <a:pt x="29936" y="211560"/>
                    <a:pt x="9730" y="191354"/>
                    <a:pt x="9730" y="166543"/>
                  </a:cubicBezTo>
                  <a:cubicBezTo>
                    <a:pt x="9730" y="141732"/>
                    <a:pt x="29936" y="121526"/>
                    <a:pt x="54746" y="121526"/>
                  </a:cubicBezTo>
                  <a:close/>
                </a:path>
              </a:pathLst>
            </a:custGeom>
            <a:grpFill/>
            <a:ln w="3243" cap="flat">
              <a:noFill/>
              <a:prstDash val="solid"/>
              <a:miter/>
            </a:ln>
          </p:spPr>
          <p:txBody>
            <a:bodyPr rtlCol="0" anchor="ctr"/>
            <a:lstStyle/>
            <a:p>
              <a:endParaRPr lang="en-US"/>
            </a:p>
          </p:txBody>
        </p:sp>
        <p:sp>
          <p:nvSpPr>
            <p:cNvPr id="65" name="Freeform: Shape 901"/>
            <p:cNvSpPr/>
            <p:nvPr/>
          </p:nvSpPr>
          <p:spPr>
            <a:xfrm>
              <a:off x="11009601" y="1423502"/>
              <a:ext cx="66747" cy="66747"/>
            </a:xfrm>
            <a:custGeom>
              <a:avLst/>
              <a:gdLst>
                <a:gd name="connsiteX0" fmla="*/ 6876 w 66747"/>
                <a:gd name="connsiteY0" fmla="*/ 66747 h 66747"/>
                <a:gd name="connsiteX1" fmla="*/ 33374 w 66747"/>
                <a:gd name="connsiteY1" fmla="*/ 40249 h 66747"/>
                <a:gd name="connsiteX2" fmla="*/ 59871 w 66747"/>
                <a:gd name="connsiteY2" fmla="*/ 66747 h 66747"/>
                <a:gd name="connsiteX3" fmla="*/ 66747 w 66747"/>
                <a:gd name="connsiteY3" fmla="*/ 59871 h 66747"/>
                <a:gd name="connsiteX4" fmla="*/ 40250 w 66747"/>
                <a:gd name="connsiteY4" fmla="*/ 33374 h 66747"/>
                <a:gd name="connsiteX5" fmla="*/ 66747 w 66747"/>
                <a:gd name="connsiteY5" fmla="*/ 6876 h 66747"/>
                <a:gd name="connsiteX6" fmla="*/ 59871 w 66747"/>
                <a:gd name="connsiteY6" fmla="*/ 0 h 66747"/>
                <a:gd name="connsiteX7" fmla="*/ 33374 w 66747"/>
                <a:gd name="connsiteY7" fmla="*/ 26498 h 66747"/>
                <a:gd name="connsiteX8" fmla="*/ 6876 w 66747"/>
                <a:gd name="connsiteY8" fmla="*/ 0 h 66747"/>
                <a:gd name="connsiteX9" fmla="*/ 0 w 66747"/>
                <a:gd name="connsiteY9" fmla="*/ 6876 h 66747"/>
                <a:gd name="connsiteX10" fmla="*/ 26498 w 66747"/>
                <a:gd name="connsiteY10" fmla="*/ 33374 h 66747"/>
                <a:gd name="connsiteX11" fmla="*/ 0 w 66747"/>
                <a:gd name="connsiteY11" fmla="*/ 59871 h 66747"/>
                <a:gd name="connsiteX12" fmla="*/ 6876 w 66747"/>
                <a:gd name="connsiteY12" fmla="*/ 66747 h 6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747" h="66747">
                  <a:moveTo>
                    <a:pt x="6876" y="66747"/>
                  </a:moveTo>
                  <a:lnTo>
                    <a:pt x="33374" y="40249"/>
                  </a:lnTo>
                  <a:lnTo>
                    <a:pt x="59871" y="66747"/>
                  </a:lnTo>
                  <a:lnTo>
                    <a:pt x="66747" y="59871"/>
                  </a:lnTo>
                  <a:lnTo>
                    <a:pt x="40250" y="33374"/>
                  </a:lnTo>
                  <a:lnTo>
                    <a:pt x="66747" y="6876"/>
                  </a:lnTo>
                  <a:lnTo>
                    <a:pt x="59871" y="0"/>
                  </a:lnTo>
                  <a:lnTo>
                    <a:pt x="33374" y="26498"/>
                  </a:lnTo>
                  <a:lnTo>
                    <a:pt x="6876" y="0"/>
                  </a:lnTo>
                  <a:lnTo>
                    <a:pt x="0" y="6876"/>
                  </a:lnTo>
                  <a:lnTo>
                    <a:pt x="26498" y="33374"/>
                  </a:lnTo>
                  <a:lnTo>
                    <a:pt x="0" y="59871"/>
                  </a:lnTo>
                  <a:lnTo>
                    <a:pt x="6876" y="66747"/>
                  </a:lnTo>
                  <a:close/>
                </a:path>
              </a:pathLst>
            </a:custGeom>
            <a:grpFill/>
            <a:ln w="3243" cap="flat">
              <a:noFill/>
              <a:prstDash val="solid"/>
              <a:miter/>
            </a:ln>
          </p:spPr>
          <p:txBody>
            <a:bodyPr rtlCol="0" anchor="ctr"/>
            <a:lstStyle/>
            <a:p>
              <a:endParaRPr lang="en-US"/>
            </a:p>
          </p:txBody>
        </p:sp>
        <p:sp>
          <p:nvSpPr>
            <p:cNvPr id="66" name="Freeform: Shape 902"/>
            <p:cNvSpPr/>
            <p:nvPr/>
          </p:nvSpPr>
          <p:spPr>
            <a:xfrm>
              <a:off x="11308958" y="1523299"/>
              <a:ext cx="86725" cy="86693"/>
            </a:xfrm>
            <a:custGeom>
              <a:avLst/>
              <a:gdLst>
                <a:gd name="connsiteX0" fmla="*/ 79850 w 86725"/>
                <a:gd name="connsiteY0" fmla="*/ 0 h 86693"/>
                <a:gd name="connsiteX1" fmla="*/ 43363 w 86725"/>
                <a:gd name="connsiteY1" fmla="*/ 36455 h 86693"/>
                <a:gd name="connsiteX2" fmla="*/ 6876 w 86725"/>
                <a:gd name="connsiteY2" fmla="*/ 0 h 86693"/>
                <a:gd name="connsiteX3" fmla="*/ 0 w 86725"/>
                <a:gd name="connsiteY3" fmla="*/ 6876 h 86693"/>
                <a:gd name="connsiteX4" fmla="*/ 36487 w 86725"/>
                <a:gd name="connsiteY4" fmla="*/ 43330 h 86693"/>
                <a:gd name="connsiteX5" fmla="*/ 0 w 86725"/>
                <a:gd name="connsiteY5" fmla="*/ 79818 h 86693"/>
                <a:gd name="connsiteX6" fmla="*/ 6876 w 86725"/>
                <a:gd name="connsiteY6" fmla="*/ 86693 h 86693"/>
                <a:gd name="connsiteX7" fmla="*/ 43363 w 86725"/>
                <a:gd name="connsiteY7" fmla="*/ 50239 h 86693"/>
                <a:gd name="connsiteX8" fmla="*/ 79850 w 86725"/>
                <a:gd name="connsiteY8" fmla="*/ 86693 h 86693"/>
                <a:gd name="connsiteX9" fmla="*/ 86726 w 86725"/>
                <a:gd name="connsiteY9" fmla="*/ 79818 h 86693"/>
                <a:gd name="connsiteX10" fmla="*/ 50239 w 86725"/>
                <a:gd name="connsiteY10" fmla="*/ 43330 h 86693"/>
                <a:gd name="connsiteX11" fmla="*/ 86726 w 86725"/>
                <a:gd name="connsiteY11" fmla="*/ 6876 h 86693"/>
                <a:gd name="connsiteX12" fmla="*/ 79850 w 86725"/>
                <a:gd name="connsiteY12" fmla="*/ 0 h 8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25" h="86693">
                  <a:moveTo>
                    <a:pt x="79850" y="0"/>
                  </a:moveTo>
                  <a:lnTo>
                    <a:pt x="43363" y="36455"/>
                  </a:lnTo>
                  <a:lnTo>
                    <a:pt x="6876" y="0"/>
                  </a:lnTo>
                  <a:lnTo>
                    <a:pt x="0" y="6876"/>
                  </a:lnTo>
                  <a:lnTo>
                    <a:pt x="36487" y="43330"/>
                  </a:lnTo>
                  <a:lnTo>
                    <a:pt x="0" y="79818"/>
                  </a:lnTo>
                  <a:lnTo>
                    <a:pt x="6876" y="86693"/>
                  </a:lnTo>
                  <a:lnTo>
                    <a:pt x="43363" y="50239"/>
                  </a:lnTo>
                  <a:lnTo>
                    <a:pt x="79850" y="86693"/>
                  </a:lnTo>
                  <a:lnTo>
                    <a:pt x="86726" y="79818"/>
                  </a:lnTo>
                  <a:lnTo>
                    <a:pt x="50239" y="43330"/>
                  </a:lnTo>
                  <a:lnTo>
                    <a:pt x="86726" y="6876"/>
                  </a:lnTo>
                  <a:lnTo>
                    <a:pt x="79850" y="0"/>
                  </a:lnTo>
                  <a:close/>
                </a:path>
              </a:pathLst>
            </a:custGeom>
            <a:grpFill/>
            <a:ln w="3243" cap="flat">
              <a:noFill/>
              <a:prstDash val="solid"/>
              <a:miter/>
            </a:ln>
          </p:spPr>
          <p:txBody>
            <a:bodyPr rtlCol="0" anchor="ctr"/>
            <a:lstStyle/>
            <a:p>
              <a:endParaRPr lang="en-US"/>
            </a:p>
          </p:txBody>
        </p:sp>
        <p:sp>
          <p:nvSpPr>
            <p:cNvPr id="67" name="Freeform: Shape 1072"/>
            <p:cNvSpPr/>
            <p:nvPr/>
          </p:nvSpPr>
          <p:spPr>
            <a:xfrm>
              <a:off x="11176437" y="1342744"/>
              <a:ext cx="341810" cy="594496"/>
            </a:xfrm>
            <a:custGeom>
              <a:avLst/>
              <a:gdLst>
                <a:gd name="connsiteX0" fmla="*/ 341811 w 341810"/>
                <a:gd name="connsiteY0" fmla="*/ 457499 h 594496"/>
                <a:gd name="connsiteX1" fmla="*/ 32433 w 341810"/>
                <a:gd name="connsiteY1" fmla="*/ 457499 h 594496"/>
                <a:gd name="connsiteX2" fmla="*/ 32433 w 341810"/>
                <a:gd name="connsiteY2" fmla="*/ 594496 h 594496"/>
                <a:gd name="connsiteX3" fmla="*/ 0 w 341810"/>
                <a:gd name="connsiteY3" fmla="*/ 594496 h 594496"/>
                <a:gd name="connsiteX4" fmla="*/ 0 w 341810"/>
                <a:gd name="connsiteY4" fmla="*/ 425066 h 594496"/>
                <a:gd name="connsiteX5" fmla="*/ 309345 w 341810"/>
                <a:gd name="connsiteY5" fmla="*/ 425066 h 594496"/>
                <a:gd name="connsiteX6" fmla="*/ 309345 w 341810"/>
                <a:gd name="connsiteY6" fmla="*/ 375120 h 594496"/>
                <a:gd name="connsiteX7" fmla="*/ 279410 w 341810"/>
                <a:gd name="connsiteY7" fmla="*/ 375120 h 594496"/>
                <a:gd name="connsiteX8" fmla="*/ 279410 w 341810"/>
                <a:gd name="connsiteY8" fmla="*/ 0 h 594496"/>
                <a:gd name="connsiteX9" fmla="*/ 311843 w 341810"/>
                <a:gd name="connsiteY9" fmla="*/ 0 h 594496"/>
                <a:gd name="connsiteX10" fmla="*/ 311843 w 341810"/>
                <a:gd name="connsiteY10" fmla="*/ 342687 h 594496"/>
                <a:gd name="connsiteX11" fmla="*/ 341811 w 341810"/>
                <a:gd name="connsiteY11" fmla="*/ 342687 h 594496"/>
                <a:gd name="connsiteX12" fmla="*/ 341811 w 341810"/>
                <a:gd name="connsiteY12" fmla="*/ 438753 h 594496"/>
                <a:gd name="connsiteX13" fmla="*/ 341811 w 341810"/>
                <a:gd name="connsiteY13" fmla="*/ 457499 h 59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1810" h="594496">
                  <a:moveTo>
                    <a:pt x="341811" y="457499"/>
                  </a:moveTo>
                  <a:lnTo>
                    <a:pt x="32433" y="457499"/>
                  </a:lnTo>
                  <a:lnTo>
                    <a:pt x="32433" y="594496"/>
                  </a:lnTo>
                  <a:lnTo>
                    <a:pt x="0" y="594496"/>
                  </a:lnTo>
                  <a:lnTo>
                    <a:pt x="0" y="425066"/>
                  </a:lnTo>
                  <a:lnTo>
                    <a:pt x="309345" y="425066"/>
                  </a:lnTo>
                  <a:lnTo>
                    <a:pt x="309345" y="375120"/>
                  </a:lnTo>
                  <a:lnTo>
                    <a:pt x="279410" y="375120"/>
                  </a:lnTo>
                  <a:lnTo>
                    <a:pt x="279410" y="0"/>
                  </a:lnTo>
                  <a:lnTo>
                    <a:pt x="311843" y="0"/>
                  </a:lnTo>
                  <a:lnTo>
                    <a:pt x="311843" y="342687"/>
                  </a:lnTo>
                  <a:lnTo>
                    <a:pt x="341811" y="342687"/>
                  </a:lnTo>
                  <a:lnTo>
                    <a:pt x="341811" y="438753"/>
                  </a:lnTo>
                  <a:cubicBezTo>
                    <a:pt x="341746" y="456980"/>
                    <a:pt x="341811" y="457499"/>
                    <a:pt x="341811" y="457499"/>
                  </a:cubicBezTo>
                  <a:close/>
                </a:path>
              </a:pathLst>
            </a:custGeom>
            <a:solidFill>
              <a:srgbClr val="CAB481"/>
            </a:solidFill>
            <a:ln w="3243" cap="flat">
              <a:noFill/>
              <a:prstDash val="solid"/>
              <a:miter/>
            </a:ln>
          </p:spPr>
          <p:txBody>
            <a:bodyPr rtlCol="0" anchor="ctr"/>
            <a:lstStyle/>
            <a:p>
              <a:endParaRPr lang="en-US"/>
            </a:p>
          </p:txBody>
        </p:sp>
      </p:grpSp>
      <p:grpSp>
        <p:nvGrpSpPr>
          <p:cNvPr id="68" name="Group 115"/>
          <p:cNvGrpSpPr/>
          <p:nvPr/>
        </p:nvGrpSpPr>
        <p:grpSpPr>
          <a:xfrm>
            <a:off x="5190280" y="2432842"/>
            <a:ext cx="625850" cy="628453"/>
            <a:chOff x="8608136" y="3905337"/>
            <a:chExt cx="639772" cy="642432"/>
          </a:xfrm>
          <a:solidFill>
            <a:schemeClr val="tx1"/>
          </a:solidFill>
        </p:grpSpPr>
        <p:sp>
          <p:nvSpPr>
            <p:cNvPr id="69" name="Freeform: Shape 945"/>
            <p:cNvSpPr/>
            <p:nvPr/>
          </p:nvSpPr>
          <p:spPr>
            <a:xfrm>
              <a:off x="8668007" y="3945262"/>
              <a:ext cx="49622" cy="49654"/>
            </a:xfrm>
            <a:custGeom>
              <a:avLst/>
              <a:gdLst>
                <a:gd name="connsiteX0" fmla="*/ 0 w 49622"/>
                <a:gd name="connsiteY0" fmla="*/ 24811 h 49654"/>
                <a:gd name="connsiteX1" fmla="*/ 24812 w 49622"/>
                <a:gd name="connsiteY1" fmla="*/ 49655 h 49654"/>
                <a:gd name="connsiteX2" fmla="*/ 49623 w 49622"/>
                <a:gd name="connsiteY2" fmla="*/ 24811 h 49654"/>
                <a:gd name="connsiteX3" fmla="*/ 24812 w 49622"/>
                <a:gd name="connsiteY3" fmla="*/ 0 h 49654"/>
                <a:gd name="connsiteX4" fmla="*/ 0 w 49622"/>
                <a:gd name="connsiteY4" fmla="*/ 24811 h 49654"/>
                <a:gd name="connsiteX5" fmla="*/ 39893 w 49622"/>
                <a:gd name="connsiteY5" fmla="*/ 24811 h 49654"/>
                <a:gd name="connsiteX6" fmla="*/ 24812 w 49622"/>
                <a:gd name="connsiteY6" fmla="*/ 39925 h 49654"/>
                <a:gd name="connsiteX7" fmla="*/ 9730 w 49622"/>
                <a:gd name="connsiteY7" fmla="*/ 24811 h 49654"/>
                <a:gd name="connsiteX8" fmla="*/ 24812 w 49622"/>
                <a:gd name="connsiteY8" fmla="*/ 9730 h 49654"/>
                <a:gd name="connsiteX9" fmla="*/ 39893 w 49622"/>
                <a:gd name="connsiteY9" fmla="*/ 24811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22" h="49654">
                  <a:moveTo>
                    <a:pt x="0" y="24811"/>
                  </a:moveTo>
                  <a:cubicBezTo>
                    <a:pt x="0" y="38498"/>
                    <a:pt x="11125" y="49655"/>
                    <a:pt x="24812" y="49655"/>
                  </a:cubicBezTo>
                  <a:cubicBezTo>
                    <a:pt x="38498" y="49655"/>
                    <a:pt x="49623" y="38498"/>
                    <a:pt x="49623" y="24811"/>
                  </a:cubicBezTo>
                  <a:cubicBezTo>
                    <a:pt x="49623" y="11124"/>
                    <a:pt x="38498" y="0"/>
                    <a:pt x="24812" y="0"/>
                  </a:cubicBezTo>
                  <a:cubicBezTo>
                    <a:pt x="11125" y="0"/>
                    <a:pt x="0" y="11124"/>
                    <a:pt x="0" y="24811"/>
                  </a:cubicBezTo>
                  <a:close/>
                  <a:moveTo>
                    <a:pt x="39893" y="24811"/>
                  </a:moveTo>
                  <a:cubicBezTo>
                    <a:pt x="39893" y="33146"/>
                    <a:pt x="33146" y="39925"/>
                    <a:pt x="24812" y="39925"/>
                  </a:cubicBezTo>
                  <a:cubicBezTo>
                    <a:pt x="16476" y="39925"/>
                    <a:pt x="9730" y="33146"/>
                    <a:pt x="9730" y="24811"/>
                  </a:cubicBezTo>
                  <a:cubicBezTo>
                    <a:pt x="9730" y="16476"/>
                    <a:pt x="16509" y="9730"/>
                    <a:pt x="24812" y="9730"/>
                  </a:cubicBezTo>
                  <a:cubicBezTo>
                    <a:pt x="33114" y="9730"/>
                    <a:pt x="39893" y="16508"/>
                    <a:pt x="39893" y="24811"/>
                  </a:cubicBezTo>
                  <a:close/>
                </a:path>
              </a:pathLst>
            </a:custGeom>
            <a:grpFill/>
            <a:ln w="3243" cap="flat">
              <a:noFill/>
              <a:prstDash val="solid"/>
              <a:miter/>
            </a:ln>
          </p:spPr>
          <p:txBody>
            <a:bodyPr rtlCol="0" anchor="ctr"/>
            <a:lstStyle/>
            <a:p>
              <a:endParaRPr lang="en-US"/>
            </a:p>
          </p:txBody>
        </p:sp>
        <p:sp>
          <p:nvSpPr>
            <p:cNvPr id="70" name="Freeform: Shape 946"/>
            <p:cNvSpPr/>
            <p:nvPr/>
          </p:nvSpPr>
          <p:spPr>
            <a:xfrm>
              <a:off x="8747825" y="3945262"/>
              <a:ext cx="49655" cy="49654"/>
            </a:xfrm>
            <a:custGeom>
              <a:avLst/>
              <a:gdLst>
                <a:gd name="connsiteX0" fmla="*/ 0 w 49655"/>
                <a:gd name="connsiteY0" fmla="*/ 24811 h 49654"/>
                <a:gd name="connsiteX1" fmla="*/ 24843 w 49655"/>
                <a:gd name="connsiteY1" fmla="*/ 49655 h 49654"/>
                <a:gd name="connsiteX2" fmla="*/ 49655 w 49655"/>
                <a:gd name="connsiteY2" fmla="*/ 24811 h 49654"/>
                <a:gd name="connsiteX3" fmla="*/ 24843 w 49655"/>
                <a:gd name="connsiteY3" fmla="*/ 0 h 49654"/>
                <a:gd name="connsiteX4" fmla="*/ 0 w 49655"/>
                <a:gd name="connsiteY4" fmla="*/ 24811 h 49654"/>
                <a:gd name="connsiteX5" fmla="*/ 39925 w 49655"/>
                <a:gd name="connsiteY5" fmla="*/ 24811 h 49654"/>
                <a:gd name="connsiteX6" fmla="*/ 24843 w 49655"/>
                <a:gd name="connsiteY6" fmla="*/ 39925 h 49654"/>
                <a:gd name="connsiteX7" fmla="*/ 9730 w 49655"/>
                <a:gd name="connsiteY7" fmla="*/ 24811 h 49654"/>
                <a:gd name="connsiteX8" fmla="*/ 24843 w 49655"/>
                <a:gd name="connsiteY8" fmla="*/ 9730 h 49654"/>
                <a:gd name="connsiteX9" fmla="*/ 39925 w 49655"/>
                <a:gd name="connsiteY9" fmla="*/ 24811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4">
                  <a:moveTo>
                    <a:pt x="0" y="24811"/>
                  </a:moveTo>
                  <a:cubicBezTo>
                    <a:pt x="0" y="38498"/>
                    <a:pt x="11157" y="49655"/>
                    <a:pt x="24843" y="49655"/>
                  </a:cubicBezTo>
                  <a:cubicBezTo>
                    <a:pt x="38530" y="49655"/>
                    <a:pt x="49655" y="38498"/>
                    <a:pt x="49655" y="24811"/>
                  </a:cubicBezTo>
                  <a:cubicBezTo>
                    <a:pt x="49655" y="11124"/>
                    <a:pt x="38530" y="0"/>
                    <a:pt x="24843" y="0"/>
                  </a:cubicBezTo>
                  <a:cubicBezTo>
                    <a:pt x="11157" y="0"/>
                    <a:pt x="0" y="11124"/>
                    <a:pt x="0" y="24811"/>
                  </a:cubicBezTo>
                  <a:close/>
                  <a:moveTo>
                    <a:pt x="39925" y="24811"/>
                  </a:moveTo>
                  <a:cubicBezTo>
                    <a:pt x="39925" y="33146"/>
                    <a:pt x="33146" y="39925"/>
                    <a:pt x="24843" y="39925"/>
                  </a:cubicBezTo>
                  <a:cubicBezTo>
                    <a:pt x="16540" y="39925"/>
                    <a:pt x="9730" y="33146"/>
                    <a:pt x="9730" y="24811"/>
                  </a:cubicBezTo>
                  <a:cubicBezTo>
                    <a:pt x="9730" y="16476"/>
                    <a:pt x="16508" y="9730"/>
                    <a:pt x="24843" y="9730"/>
                  </a:cubicBezTo>
                  <a:cubicBezTo>
                    <a:pt x="33179" y="9730"/>
                    <a:pt x="39925" y="16508"/>
                    <a:pt x="39925" y="24811"/>
                  </a:cubicBezTo>
                  <a:close/>
                </a:path>
              </a:pathLst>
            </a:custGeom>
            <a:grpFill/>
            <a:ln w="3243" cap="flat">
              <a:noFill/>
              <a:prstDash val="solid"/>
              <a:miter/>
            </a:ln>
          </p:spPr>
          <p:txBody>
            <a:bodyPr rtlCol="0" anchor="ctr"/>
            <a:lstStyle/>
            <a:p>
              <a:endParaRPr lang="en-US"/>
            </a:p>
          </p:txBody>
        </p:sp>
        <p:sp>
          <p:nvSpPr>
            <p:cNvPr id="71" name="Freeform: Shape 947"/>
            <p:cNvSpPr/>
            <p:nvPr/>
          </p:nvSpPr>
          <p:spPr>
            <a:xfrm>
              <a:off x="8827674" y="3945262"/>
              <a:ext cx="49655" cy="49654"/>
            </a:xfrm>
            <a:custGeom>
              <a:avLst/>
              <a:gdLst>
                <a:gd name="connsiteX0" fmla="*/ 0 w 49655"/>
                <a:gd name="connsiteY0" fmla="*/ 24811 h 49654"/>
                <a:gd name="connsiteX1" fmla="*/ 24812 w 49655"/>
                <a:gd name="connsiteY1" fmla="*/ 49655 h 49654"/>
                <a:gd name="connsiteX2" fmla="*/ 49655 w 49655"/>
                <a:gd name="connsiteY2" fmla="*/ 24811 h 49654"/>
                <a:gd name="connsiteX3" fmla="*/ 24812 w 49655"/>
                <a:gd name="connsiteY3" fmla="*/ 0 h 49654"/>
                <a:gd name="connsiteX4" fmla="*/ 0 w 49655"/>
                <a:gd name="connsiteY4" fmla="*/ 24811 h 49654"/>
                <a:gd name="connsiteX5" fmla="*/ 39925 w 49655"/>
                <a:gd name="connsiteY5" fmla="*/ 24811 h 49654"/>
                <a:gd name="connsiteX6" fmla="*/ 24812 w 49655"/>
                <a:gd name="connsiteY6" fmla="*/ 39925 h 49654"/>
                <a:gd name="connsiteX7" fmla="*/ 9730 w 49655"/>
                <a:gd name="connsiteY7" fmla="*/ 24811 h 49654"/>
                <a:gd name="connsiteX8" fmla="*/ 24812 w 49655"/>
                <a:gd name="connsiteY8" fmla="*/ 9730 h 49654"/>
                <a:gd name="connsiteX9" fmla="*/ 39925 w 49655"/>
                <a:gd name="connsiteY9" fmla="*/ 24811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4">
                  <a:moveTo>
                    <a:pt x="0" y="24811"/>
                  </a:moveTo>
                  <a:cubicBezTo>
                    <a:pt x="0" y="38498"/>
                    <a:pt x="11125" y="49655"/>
                    <a:pt x="24812" y="49655"/>
                  </a:cubicBezTo>
                  <a:cubicBezTo>
                    <a:pt x="38498" y="49655"/>
                    <a:pt x="49655" y="38498"/>
                    <a:pt x="49655" y="24811"/>
                  </a:cubicBezTo>
                  <a:cubicBezTo>
                    <a:pt x="49655" y="11124"/>
                    <a:pt x="38498" y="0"/>
                    <a:pt x="24812" y="0"/>
                  </a:cubicBezTo>
                  <a:cubicBezTo>
                    <a:pt x="11125" y="0"/>
                    <a:pt x="0" y="11124"/>
                    <a:pt x="0" y="24811"/>
                  </a:cubicBezTo>
                  <a:close/>
                  <a:moveTo>
                    <a:pt x="39925" y="24811"/>
                  </a:moveTo>
                  <a:cubicBezTo>
                    <a:pt x="39925" y="33146"/>
                    <a:pt x="33146" y="39925"/>
                    <a:pt x="24812" y="39925"/>
                  </a:cubicBezTo>
                  <a:cubicBezTo>
                    <a:pt x="16476" y="39925"/>
                    <a:pt x="9730" y="33146"/>
                    <a:pt x="9730" y="24811"/>
                  </a:cubicBezTo>
                  <a:cubicBezTo>
                    <a:pt x="9730" y="16476"/>
                    <a:pt x="16509" y="9730"/>
                    <a:pt x="24812" y="9730"/>
                  </a:cubicBezTo>
                  <a:cubicBezTo>
                    <a:pt x="33114" y="9730"/>
                    <a:pt x="39925" y="16508"/>
                    <a:pt x="39925" y="24811"/>
                  </a:cubicBezTo>
                  <a:close/>
                </a:path>
              </a:pathLst>
            </a:custGeom>
            <a:grpFill/>
            <a:ln w="3243" cap="flat">
              <a:noFill/>
              <a:prstDash val="solid"/>
              <a:miter/>
            </a:ln>
          </p:spPr>
          <p:txBody>
            <a:bodyPr rtlCol="0" anchor="ctr"/>
            <a:lstStyle/>
            <a:p>
              <a:endParaRPr lang="en-US"/>
            </a:p>
          </p:txBody>
        </p:sp>
        <p:sp>
          <p:nvSpPr>
            <p:cNvPr id="72" name="Freeform: Shape 948"/>
            <p:cNvSpPr/>
            <p:nvPr/>
          </p:nvSpPr>
          <p:spPr>
            <a:xfrm>
              <a:off x="8608136" y="3905337"/>
              <a:ext cx="607339" cy="622777"/>
            </a:xfrm>
            <a:custGeom>
              <a:avLst/>
              <a:gdLst>
                <a:gd name="connsiteX0" fmla="*/ 607340 w 607339"/>
                <a:gd name="connsiteY0" fmla="*/ 0 h 622777"/>
                <a:gd name="connsiteX1" fmla="*/ 0 w 607339"/>
                <a:gd name="connsiteY1" fmla="*/ 0 h 622777"/>
                <a:gd name="connsiteX2" fmla="*/ 0 w 607339"/>
                <a:gd name="connsiteY2" fmla="*/ 518700 h 622777"/>
                <a:gd name="connsiteX3" fmla="*/ 361271 w 607339"/>
                <a:gd name="connsiteY3" fmla="*/ 518700 h 622777"/>
                <a:gd name="connsiteX4" fmla="*/ 372395 w 607339"/>
                <a:gd name="connsiteY4" fmla="*/ 554150 h 622777"/>
                <a:gd name="connsiteX5" fmla="*/ 374050 w 607339"/>
                <a:gd name="connsiteY5" fmla="*/ 557652 h 622777"/>
                <a:gd name="connsiteX6" fmla="*/ 394353 w 607339"/>
                <a:gd name="connsiteY6" fmla="*/ 553274 h 622777"/>
                <a:gd name="connsiteX7" fmla="*/ 413423 w 607339"/>
                <a:gd name="connsiteY7" fmla="*/ 578345 h 622777"/>
                <a:gd name="connsiteX8" fmla="*/ 403953 w 607339"/>
                <a:gd name="connsiteY8" fmla="*/ 597221 h 622777"/>
                <a:gd name="connsiteX9" fmla="*/ 406806 w 607339"/>
                <a:gd name="connsiteY9" fmla="*/ 599718 h 622777"/>
                <a:gd name="connsiteX10" fmla="*/ 445564 w 607339"/>
                <a:gd name="connsiteY10" fmla="*/ 622778 h 622777"/>
                <a:gd name="connsiteX11" fmla="*/ 449975 w 607339"/>
                <a:gd name="connsiteY11" fmla="*/ 614053 h 622777"/>
                <a:gd name="connsiteX12" fmla="*/ 416083 w 607339"/>
                <a:gd name="connsiteY12" fmla="*/ 594756 h 622777"/>
                <a:gd name="connsiteX13" fmla="*/ 425326 w 607339"/>
                <a:gd name="connsiteY13" fmla="*/ 576301 h 622777"/>
                <a:gd name="connsiteX14" fmla="*/ 422699 w 607339"/>
                <a:gd name="connsiteY14" fmla="*/ 573804 h 622777"/>
                <a:gd name="connsiteX15" fmla="*/ 401196 w 607339"/>
                <a:gd name="connsiteY15" fmla="*/ 545522 h 622777"/>
                <a:gd name="connsiteX16" fmla="*/ 399476 w 607339"/>
                <a:gd name="connsiteY16" fmla="*/ 542214 h 622777"/>
                <a:gd name="connsiteX17" fmla="*/ 379628 w 607339"/>
                <a:gd name="connsiteY17" fmla="*/ 546495 h 622777"/>
                <a:gd name="connsiteX18" fmla="*/ 369087 w 607339"/>
                <a:gd name="connsiteY18" fmla="*/ 496646 h 622777"/>
                <a:gd name="connsiteX19" fmla="*/ 389163 w 607339"/>
                <a:gd name="connsiteY19" fmla="*/ 492300 h 622777"/>
                <a:gd name="connsiteX20" fmla="*/ 389390 w 607339"/>
                <a:gd name="connsiteY20" fmla="*/ 488635 h 622777"/>
                <a:gd name="connsiteX21" fmla="*/ 397499 w 607339"/>
                <a:gd name="connsiteY21" fmla="*/ 453867 h 622777"/>
                <a:gd name="connsiteX22" fmla="*/ 398893 w 607339"/>
                <a:gd name="connsiteY22" fmla="*/ 450494 h 622777"/>
                <a:gd name="connsiteX23" fmla="*/ 383163 w 607339"/>
                <a:gd name="connsiteY23" fmla="*/ 437553 h 622777"/>
                <a:gd name="connsiteX24" fmla="*/ 414753 w 607339"/>
                <a:gd name="connsiteY24" fmla="*/ 397920 h 622777"/>
                <a:gd name="connsiteX25" fmla="*/ 430580 w 607339"/>
                <a:gd name="connsiteY25" fmla="*/ 410893 h 622777"/>
                <a:gd name="connsiteX26" fmla="*/ 433628 w 607339"/>
                <a:gd name="connsiteY26" fmla="*/ 408720 h 622777"/>
                <a:gd name="connsiteX27" fmla="*/ 465348 w 607339"/>
                <a:gd name="connsiteY27" fmla="*/ 393379 h 622777"/>
                <a:gd name="connsiteX28" fmla="*/ 468851 w 607339"/>
                <a:gd name="connsiteY28" fmla="*/ 392341 h 622777"/>
                <a:gd name="connsiteX29" fmla="*/ 468851 w 607339"/>
                <a:gd name="connsiteY29" fmla="*/ 371682 h 622777"/>
                <a:gd name="connsiteX30" fmla="*/ 518927 w 607339"/>
                <a:gd name="connsiteY30" fmla="*/ 371682 h 622777"/>
                <a:gd name="connsiteX31" fmla="*/ 518927 w 607339"/>
                <a:gd name="connsiteY31" fmla="*/ 392341 h 622777"/>
                <a:gd name="connsiteX32" fmla="*/ 522430 w 607339"/>
                <a:gd name="connsiteY32" fmla="*/ 393379 h 622777"/>
                <a:gd name="connsiteX33" fmla="*/ 554150 w 607339"/>
                <a:gd name="connsiteY33" fmla="*/ 408720 h 622777"/>
                <a:gd name="connsiteX34" fmla="*/ 557198 w 607339"/>
                <a:gd name="connsiteY34" fmla="*/ 410893 h 622777"/>
                <a:gd name="connsiteX35" fmla="*/ 573025 w 607339"/>
                <a:gd name="connsiteY35" fmla="*/ 397920 h 622777"/>
                <a:gd name="connsiteX36" fmla="*/ 606043 w 607339"/>
                <a:gd name="connsiteY36" fmla="*/ 440407 h 622777"/>
                <a:gd name="connsiteX37" fmla="*/ 607340 w 607339"/>
                <a:gd name="connsiteY37" fmla="*/ 444202 h 622777"/>
                <a:gd name="connsiteX38" fmla="*/ 607340 w 607339"/>
                <a:gd name="connsiteY38" fmla="*/ 422699 h 622777"/>
                <a:gd name="connsiteX39" fmla="*/ 575977 w 607339"/>
                <a:gd name="connsiteY39" fmla="*/ 387801 h 622777"/>
                <a:gd name="connsiteX40" fmla="*/ 572928 w 607339"/>
                <a:gd name="connsiteY40" fmla="*/ 385401 h 622777"/>
                <a:gd name="connsiteX41" fmla="*/ 556744 w 607339"/>
                <a:gd name="connsiteY41" fmla="*/ 398698 h 622777"/>
                <a:gd name="connsiteX42" fmla="*/ 528657 w 607339"/>
                <a:gd name="connsiteY42" fmla="*/ 385076 h 622777"/>
                <a:gd name="connsiteX43" fmla="*/ 528657 w 607339"/>
                <a:gd name="connsiteY43" fmla="*/ 363963 h 622777"/>
                <a:gd name="connsiteX44" fmla="*/ 524928 w 607339"/>
                <a:gd name="connsiteY44" fmla="*/ 363055 h 622777"/>
                <a:gd name="connsiteX45" fmla="*/ 493954 w 607339"/>
                <a:gd name="connsiteY45" fmla="*/ 359260 h 622777"/>
                <a:gd name="connsiteX46" fmla="*/ 493824 w 607339"/>
                <a:gd name="connsiteY46" fmla="*/ 359260 h 622777"/>
                <a:gd name="connsiteX47" fmla="*/ 462851 w 607339"/>
                <a:gd name="connsiteY47" fmla="*/ 363055 h 622777"/>
                <a:gd name="connsiteX48" fmla="*/ 459121 w 607339"/>
                <a:gd name="connsiteY48" fmla="*/ 363963 h 622777"/>
                <a:gd name="connsiteX49" fmla="*/ 459121 w 607339"/>
                <a:gd name="connsiteY49" fmla="*/ 385076 h 622777"/>
                <a:gd name="connsiteX50" fmla="*/ 431034 w 607339"/>
                <a:gd name="connsiteY50" fmla="*/ 398698 h 622777"/>
                <a:gd name="connsiteX51" fmla="*/ 414850 w 607339"/>
                <a:gd name="connsiteY51" fmla="*/ 385401 h 622777"/>
                <a:gd name="connsiteX52" fmla="*/ 411769 w 607339"/>
                <a:gd name="connsiteY52" fmla="*/ 387801 h 622777"/>
                <a:gd name="connsiteX53" fmla="*/ 372687 w 607339"/>
                <a:gd name="connsiteY53" fmla="*/ 436775 h 622777"/>
                <a:gd name="connsiteX54" fmla="*/ 371065 w 607339"/>
                <a:gd name="connsiteY54" fmla="*/ 440213 h 622777"/>
                <a:gd name="connsiteX55" fmla="*/ 387153 w 607339"/>
                <a:gd name="connsiteY55" fmla="*/ 453445 h 622777"/>
                <a:gd name="connsiteX56" fmla="*/ 379984 w 607339"/>
                <a:gd name="connsiteY56" fmla="*/ 484321 h 622777"/>
                <a:gd name="connsiteX57" fmla="*/ 359585 w 607339"/>
                <a:gd name="connsiteY57" fmla="*/ 488732 h 622777"/>
                <a:gd name="connsiteX58" fmla="*/ 359487 w 607339"/>
                <a:gd name="connsiteY58" fmla="*/ 492592 h 622777"/>
                <a:gd name="connsiteX59" fmla="*/ 359422 w 607339"/>
                <a:gd name="connsiteY59" fmla="*/ 493759 h 622777"/>
                <a:gd name="connsiteX60" fmla="*/ 359357 w 607339"/>
                <a:gd name="connsiteY60" fmla="*/ 495770 h 622777"/>
                <a:gd name="connsiteX61" fmla="*/ 360006 w 607339"/>
                <a:gd name="connsiteY61" fmla="*/ 508970 h 622777"/>
                <a:gd name="connsiteX62" fmla="*/ 9730 w 607339"/>
                <a:gd name="connsiteY62" fmla="*/ 508970 h 622777"/>
                <a:gd name="connsiteX63" fmla="*/ 9730 w 607339"/>
                <a:gd name="connsiteY63" fmla="*/ 129505 h 622777"/>
                <a:gd name="connsiteX64" fmla="*/ 607340 w 607339"/>
                <a:gd name="connsiteY64" fmla="*/ 129505 h 622777"/>
                <a:gd name="connsiteX65" fmla="*/ 607340 w 607339"/>
                <a:gd name="connsiteY65" fmla="*/ 119775 h 622777"/>
                <a:gd name="connsiteX66" fmla="*/ 9730 w 607339"/>
                <a:gd name="connsiteY66" fmla="*/ 119775 h 622777"/>
                <a:gd name="connsiteX67" fmla="*/ 9730 w 607339"/>
                <a:gd name="connsiteY67" fmla="*/ 9730 h 622777"/>
                <a:gd name="connsiteX68" fmla="*/ 607340 w 607339"/>
                <a:gd name="connsiteY68" fmla="*/ 9730 h 622777"/>
                <a:gd name="connsiteX69" fmla="*/ 607340 w 607339"/>
                <a:gd name="connsiteY69" fmla="*/ 0 h 622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07339" h="622777">
                  <a:moveTo>
                    <a:pt x="607340" y="0"/>
                  </a:moveTo>
                  <a:lnTo>
                    <a:pt x="0" y="0"/>
                  </a:lnTo>
                  <a:lnTo>
                    <a:pt x="0" y="518700"/>
                  </a:lnTo>
                  <a:lnTo>
                    <a:pt x="361271" y="518700"/>
                  </a:lnTo>
                  <a:cubicBezTo>
                    <a:pt x="363347" y="530895"/>
                    <a:pt x="367044" y="542733"/>
                    <a:pt x="372395" y="554150"/>
                  </a:cubicBezTo>
                  <a:lnTo>
                    <a:pt x="374050" y="557652"/>
                  </a:lnTo>
                  <a:lnTo>
                    <a:pt x="394353" y="553274"/>
                  </a:lnTo>
                  <a:cubicBezTo>
                    <a:pt x="399509" y="562420"/>
                    <a:pt x="405898" y="570820"/>
                    <a:pt x="413423" y="578345"/>
                  </a:cubicBezTo>
                  <a:lnTo>
                    <a:pt x="403953" y="597221"/>
                  </a:lnTo>
                  <a:lnTo>
                    <a:pt x="406806" y="599718"/>
                  </a:lnTo>
                  <a:cubicBezTo>
                    <a:pt x="417737" y="609123"/>
                    <a:pt x="430742" y="616875"/>
                    <a:pt x="445564" y="622778"/>
                  </a:cubicBezTo>
                  <a:lnTo>
                    <a:pt x="449975" y="614053"/>
                  </a:lnTo>
                  <a:cubicBezTo>
                    <a:pt x="437132" y="609026"/>
                    <a:pt x="425748" y="602539"/>
                    <a:pt x="416083" y="594756"/>
                  </a:cubicBezTo>
                  <a:lnTo>
                    <a:pt x="425326" y="576301"/>
                  </a:lnTo>
                  <a:lnTo>
                    <a:pt x="422699" y="573804"/>
                  </a:lnTo>
                  <a:cubicBezTo>
                    <a:pt x="413910" y="565534"/>
                    <a:pt x="406677" y="555998"/>
                    <a:pt x="401196" y="545522"/>
                  </a:cubicBezTo>
                  <a:lnTo>
                    <a:pt x="399476" y="542214"/>
                  </a:lnTo>
                  <a:lnTo>
                    <a:pt x="379628" y="546495"/>
                  </a:lnTo>
                  <a:cubicBezTo>
                    <a:pt x="372719" y="530603"/>
                    <a:pt x="369185" y="513868"/>
                    <a:pt x="369087" y="496646"/>
                  </a:cubicBezTo>
                  <a:lnTo>
                    <a:pt x="389163" y="492300"/>
                  </a:lnTo>
                  <a:lnTo>
                    <a:pt x="389390" y="488635"/>
                  </a:lnTo>
                  <a:cubicBezTo>
                    <a:pt x="390201" y="476408"/>
                    <a:pt x="392925" y="464699"/>
                    <a:pt x="397499" y="453867"/>
                  </a:cubicBezTo>
                  <a:lnTo>
                    <a:pt x="398893" y="450494"/>
                  </a:lnTo>
                  <a:lnTo>
                    <a:pt x="383163" y="437553"/>
                  </a:lnTo>
                  <a:cubicBezTo>
                    <a:pt x="390947" y="422374"/>
                    <a:pt x="401780" y="408785"/>
                    <a:pt x="414753" y="397920"/>
                  </a:cubicBezTo>
                  <a:lnTo>
                    <a:pt x="430580" y="410893"/>
                  </a:lnTo>
                  <a:lnTo>
                    <a:pt x="433628" y="408720"/>
                  </a:lnTo>
                  <a:cubicBezTo>
                    <a:pt x="443293" y="401812"/>
                    <a:pt x="453964" y="396655"/>
                    <a:pt x="465348" y="393379"/>
                  </a:cubicBezTo>
                  <a:lnTo>
                    <a:pt x="468851" y="392341"/>
                  </a:lnTo>
                  <a:lnTo>
                    <a:pt x="468851" y="371682"/>
                  </a:lnTo>
                  <a:cubicBezTo>
                    <a:pt x="485781" y="368114"/>
                    <a:pt x="501997" y="368114"/>
                    <a:pt x="518927" y="371682"/>
                  </a:cubicBezTo>
                  <a:lnTo>
                    <a:pt x="518927" y="392341"/>
                  </a:lnTo>
                  <a:lnTo>
                    <a:pt x="522430" y="393379"/>
                  </a:lnTo>
                  <a:cubicBezTo>
                    <a:pt x="533814" y="396655"/>
                    <a:pt x="544485" y="401812"/>
                    <a:pt x="554150" y="408720"/>
                  </a:cubicBezTo>
                  <a:lnTo>
                    <a:pt x="557198" y="410893"/>
                  </a:lnTo>
                  <a:lnTo>
                    <a:pt x="573025" y="397920"/>
                  </a:lnTo>
                  <a:cubicBezTo>
                    <a:pt x="586809" y="409466"/>
                    <a:pt x="598161" y="424061"/>
                    <a:pt x="606043" y="440407"/>
                  </a:cubicBezTo>
                  <a:cubicBezTo>
                    <a:pt x="606140" y="440569"/>
                    <a:pt x="607242" y="444040"/>
                    <a:pt x="607340" y="444202"/>
                  </a:cubicBezTo>
                  <a:lnTo>
                    <a:pt x="607340" y="422699"/>
                  </a:lnTo>
                  <a:cubicBezTo>
                    <a:pt x="598972" y="409336"/>
                    <a:pt x="588302" y="397466"/>
                    <a:pt x="575977" y="387801"/>
                  </a:cubicBezTo>
                  <a:lnTo>
                    <a:pt x="572928" y="385401"/>
                  </a:lnTo>
                  <a:lnTo>
                    <a:pt x="556744" y="398698"/>
                  </a:lnTo>
                  <a:cubicBezTo>
                    <a:pt x="548020" y="392860"/>
                    <a:pt x="538582" y="388320"/>
                    <a:pt x="528657" y="385076"/>
                  </a:cubicBezTo>
                  <a:lnTo>
                    <a:pt x="528657" y="363963"/>
                  </a:lnTo>
                  <a:lnTo>
                    <a:pt x="524928" y="363055"/>
                  </a:lnTo>
                  <a:cubicBezTo>
                    <a:pt x="514484" y="360557"/>
                    <a:pt x="504073" y="359260"/>
                    <a:pt x="493954" y="359260"/>
                  </a:cubicBezTo>
                  <a:lnTo>
                    <a:pt x="493824" y="359260"/>
                  </a:lnTo>
                  <a:cubicBezTo>
                    <a:pt x="483706" y="359260"/>
                    <a:pt x="473294" y="360557"/>
                    <a:pt x="462851" y="363055"/>
                  </a:cubicBezTo>
                  <a:lnTo>
                    <a:pt x="459121" y="363963"/>
                  </a:lnTo>
                  <a:lnTo>
                    <a:pt x="459121" y="385076"/>
                  </a:lnTo>
                  <a:cubicBezTo>
                    <a:pt x="449196" y="388320"/>
                    <a:pt x="439759" y="392860"/>
                    <a:pt x="431034" y="398698"/>
                  </a:cubicBezTo>
                  <a:lnTo>
                    <a:pt x="414850" y="385401"/>
                  </a:lnTo>
                  <a:lnTo>
                    <a:pt x="411769" y="387801"/>
                  </a:lnTo>
                  <a:cubicBezTo>
                    <a:pt x="395261" y="400742"/>
                    <a:pt x="381768" y="417672"/>
                    <a:pt x="372687" y="436775"/>
                  </a:cubicBezTo>
                  <a:lnTo>
                    <a:pt x="371065" y="440213"/>
                  </a:lnTo>
                  <a:lnTo>
                    <a:pt x="387153" y="453445"/>
                  </a:lnTo>
                  <a:cubicBezTo>
                    <a:pt x="383422" y="463208"/>
                    <a:pt x="380990" y="473586"/>
                    <a:pt x="379984" y="484321"/>
                  </a:cubicBezTo>
                  <a:lnTo>
                    <a:pt x="359585" y="488732"/>
                  </a:lnTo>
                  <a:lnTo>
                    <a:pt x="359487" y="492592"/>
                  </a:lnTo>
                  <a:cubicBezTo>
                    <a:pt x="359487" y="492981"/>
                    <a:pt x="359487" y="493370"/>
                    <a:pt x="359422" y="493759"/>
                  </a:cubicBezTo>
                  <a:cubicBezTo>
                    <a:pt x="359422" y="494441"/>
                    <a:pt x="359357" y="495089"/>
                    <a:pt x="359357" y="495770"/>
                  </a:cubicBezTo>
                  <a:cubicBezTo>
                    <a:pt x="359357" y="500213"/>
                    <a:pt x="359585" y="504592"/>
                    <a:pt x="360006" y="508970"/>
                  </a:cubicBezTo>
                  <a:lnTo>
                    <a:pt x="9730" y="508970"/>
                  </a:lnTo>
                  <a:lnTo>
                    <a:pt x="9730" y="129505"/>
                  </a:lnTo>
                  <a:lnTo>
                    <a:pt x="607340" y="129505"/>
                  </a:lnTo>
                  <a:lnTo>
                    <a:pt x="607340" y="119775"/>
                  </a:lnTo>
                  <a:lnTo>
                    <a:pt x="9730" y="119775"/>
                  </a:lnTo>
                  <a:lnTo>
                    <a:pt x="9730" y="9730"/>
                  </a:lnTo>
                  <a:lnTo>
                    <a:pt x="607340" y="9730"/>
                  </a:lnTo>
                  <a:lnTo>
                    <a:pt x="607340" y="0"/>
                  </a:lnTo>
                  <a:close/>
                </a:path>
              </a:pathLst>
            </a:custGeom>
            <a:grpFill/>
            <a:ln w="3243" cap="flat">
              <a:noFill/>
              <a:prstDash val="solid"/>
              <a:miter/>
            </a:ln>
          </p:spPr>
          <p:txBody>
            <a:bodyPr rtlCol="0" anchor="ctr"/>
            <a:lstStyle/>
            <a:p>
              <a:endParaRPr lang="en-US"/>
            </a:p>
          </p:txBody>
        </p:sp>
        <p:sp>
          <p:nvSpPr>
            <p:cNvPr id="73" name="Freeform: Shape 949"/>
            <p:cNvSpPr/>
            <p:nvPr/>
          </p:nvSpPr>
          <p:spPr>
            <a:xfrm>
              <a:off x="8717889" y="4084919"/>
              <a:ext cx="408914" cy="149451"/>
            </a:xfrm>
            <a:custGeom>
              <a:avLst/>
              <a:gdLst>
                <a:gd name="connsiteX0" fmla="*/ 384071 w 408914"/>
                <a:gd name="connsiteY0" fmla="*/ 65 h 149451"/>
                <a:gd name="connsiteX1" fmla="*/ 359260 w 408914"/>
                <a:gd name="connsiteY1" fmla="*/ 24876 h 149451"/>
                <a:gd name="connsiteX2" fmla="*/ 359260 w 408914"/>
                <a:gd name="connsiteY2" fmla="*/ 25395 h 149451"/>
                <a:gd name="connsiteX3" fmla="*/ 317000 w 408914"/>
                <a:gd name="connsiteY3" fmla="*/ 34801 h 149451"/>
                <a:gd name="connsiteX4" fmla="*/ 294264 w 408914"/>
                <a:gd name="connsiteY4" fmla="*/ 19979 h 149451"/>
                <a:gd name="connsiteX5" fmla="*/ 269452 w 408914"/>
                <a:gd name="connsiteY5" fmla="*/ 44822 h 149451"/>
                <a:gd name="connsiteX6" fmla="*/ 272080 w 408914"/>
                <a:gd name="connsiteY6" fmla="*/ 55882 h 149451"/>
                <a:gd name="connsiteX7" fmla="*/ 272080 w 408914"/>
                <a:gd name="connsiteY7" fmla="*/ 55882 h 149451"/>
                <a:gd name="connsiteX8" fmla="*/ 220642 w 408914"/>
                <a:gd name="connsiteY8" fmla="*/ 95872 h 149451"/>
                <a:gd name="connsiteX9" fmla="*/ 220642 w 408914"/>
                <a:gd name="connsiteY9" fmla="*/ 95872 h 149451"/>
                <a:gd name="connsiteX10" fmla="*/ 204457 w 408914"/>
                <a:gd name="connsiteY10" fmla="*/ 89839 h 149451"/>
                <a:gd name="connsiteX11" fmla="*/ 182922 w 408914"/>
                <a:gd name="connsiteY11" fmla="*/ 102358 h 149451"/>
                <a:gd name="connsiteX12" fmla="*/ 139267 w 408914"/>
                <a:gd name="connsiteY12" fmla="*/ 87796 h 149451"/>
                <a:gd name="connsiteX13" fmla="*/ 139267 w 408914"/>
                <a:gd name="connsiteY13" fmla="*/ 87796 h 149451"/>
                <a:gd name="connsiteX14" fmla="*/ 139462 w 408914"/>
                <a:gd name="connsiteY14" fmla="*/ 84715 h 149451"/>
                <a:gd name="connsiteX15" fmla="*/ 114650 w 408914"/>
                <a:gd name="connsiteY15" fmla="*/ 59904 h 149451"/>
                <a:gd name="connsiteX16" fmla="*/ 89807 w 408914"/>
                <a:gd name="connsiteY16" fmla="*/ 84715 h 149451"/>
                <a:gd name="connsiteX17" fmla="*/ 90423 w 408914"/>
                <a:gd name="connsiteY17" fmla="*/ 90164 h 149451"/>
                <a:gd name="connsiteX18" fmla="*/ 45081 w 408914"/>
                <a:gd name="connsiteY18" fmla="*/ 110305 h 149451"/>
                <a:gd name="connsiteX19" fmla="*/ 45081 w 408914"/>
                <a:gd name="connsiteY19" fmla="*/ 110305 h 149451"/>
                <a:gd name="connsiteX20" fmla="*/ 24843 w 408914"/>
                <a:gd name="connsiteY20" fmla="*/ 99829 h 149451"/>
                <a:gd name="connsiteX21" fmla="*/ 0 w 408914"/>
                <a:gd name="connsiteY21" fmla="*/ 124640 h 149451"/>
                <a:gd name="connsiteX22" fmla="*/ 24843 w 408914"/>
                <a:gd name="connsiteY22" fmla="*/ 149451 h 149451"/>
                <a:gd name="connsiteX23" fmla="*/ 49654 w 408914"/>
                <a:gd name="connsiteY23" fmla="*/ 124640 h 149451"/>
                <a:gd name="connsiteX24" fmla="*/ 49038 w 408914"/>
                <a:gd name="connsiteY24" fmla="*/ 119191 h 149451"/>
                <a:gd name="connsiteX25" fmla="*/ 94379 w 408914"/>
                <a:gd name="connsiteY25" fmla="*/ 99050 h 149451"/>
                <a:gd name="connsiteX26" fmla="*/ 114650 w 408914"/>
                <a:gd name="connsiteY26" fmla="*/ 109558 h 149451"/>
                <a:gd name="connsiteX27" fmla="*/ 136186 w 408914"/>
                <a:gd name="connsiteY27" fmla="*/ 97039 h 149451"/>
                <a:gd name="connsiteX28" fmla="*/ 136186 w 408914"/>
                <a:gd name="connsiteY28" fmla="*/ 97039 h 149451"/>
                <a:gd name="connsiteX29" fmla="*/ 179841 w 408914"/>
                <a:gd name="connsiteY29" fmla="*/ 111569 h 149451"/>
                <a:gd name="connsiteX30" fmla="*/ 179646 w 408914"/>
                <a:gd name="connsiteY30" fmla="*/ 114650 h 149451"/>
                <a:gd name="connsiteX31" fmla="*/ 204457 w 408914"/>
                <a:gd name="connsiteY31" fmla="*/ 139494 h 149451"/>
                <a:gd name="connsiteX32" fmla="*/ 229268 w 408914"/>
                <a:gd name="connsiteY32" fmla="*/ 114650 h 149451"/>
                <a:gd name="connsiteX33" fmla="*/ 226641 w 408914"/>
                <a:gd name="connsiteY33" fmla="*/ 103558 h 149451"/>
                <a:gd name="connsiteX34" fmla="*/ 278048 w 408914"/>
                <a:gd name="connsiteY34" fmla="*/ 63569 h 149451"/>
                <a:gd name="connsiteX35" fmla="*/ 278048 w 408914"/>
                <a:gd name="connsiteY35" fmla="*/ 63569 h 149451"/>
                <a:gd name="connsiteX36" fmla="*/ 294264 w 408914"/>
                <a:gd name="connsiteY36" fmla="*/ 69601 h 149451"/>
                <a:gd name="connsiteX37" fmla="*/ 319108 w 408914"/>
                <a:gd name="connsiteY37" fmla="*/ 44790 h 149451"/>
                <a:gd name="connsiteX38" fmla="*/ 319108 w 408914"/>
                <a:gd name="connsiteY38" fmla="*/ 44271 h 149451"/>
                <a:gd name="connsiteX39" fmla="*/ 319108 w 408914"/>
                <a:gd name="connsiteY39" fmla="*/ 44271 h 149451"/>
                <a:gd name="connsiteX40" fmla="*/ 361368 w 408914"/>
                <a:gd name="connsiteY40" fmla="*/ 34865 h 149451"/>
                <a:gd name="connsiteX41" fmla="*/ 361368 w 408914"/>
                <a:gd name="connsiteY41" fmla="*/ 34865 h 149451"/>
                <a:gd name="connsiteX42" fmla="*/ 384071 w 408914"/>
                <a:gd name="connsiteY42" fmla="*/ 49655 h 149451"/>
                <a:gd name="connsiteX43" fmla="*/ 408914 w 408914"/>
                <a:gd name="connsiteY43" fmla="*/ 24811 h 149451"/>
                <a:gd name="connsiteX44" fmla="*/ 384071 w 408914"/>
                <a:gd name="connsiteY44" fmla="*/ 0 h 149451"/>
                <a:gd name="connsiteX45" fmla="*/ 24843 w 408914"/>
                <a:gd name="connsiteY45" fmla="*/ 139754 h 149451"/>
                <a:gd name="connsiteX46" fmla="*/ 9730 w 408914"/>
                <a:gd name="connsiteY46" fmla="*/ 124672 h 149451"/>
                <a:gd name="connsiteX47" fmla="*/ 24843 w 408914"/>
                <a:gd name="connsiteY47" fmla="*/ 109591 h 149451"/>
                <a:gd name="connsiteX48" fmla="*/ 39924 w 408914"/>
                <a:gd name="connsiteY48" fmla="*/ 124672 h 149451"/>
                <a:gd name="connsiteX49" fmla="*/ 24843 w 408914"/>
                <a:gd name="connsiteY49" fmla="*/ 139754 h 149451"/>
                <a:gd name="connsiteX50" fmla="*/ 114650 w 408914"/>
                <a:gd name="connsiteY50" fmla="*/ 99861 h 149451"/>
                <a:gd name="connsiteX51" fmla="*/ 99537 w 408914"/>
                <a:gd name="connsiteY51" fmla="*/ 84747 h 149451"/>
                <a:gd name="connsiteX52" fmla="*/ 114650 w 408914"/>
                <a:gd name="connsiteY52" fmla="*/ 69666 h 149451"/>
                <a:gd name="connsiteX53" fmla="*/ 129732 w 408914"/>
                <a:gd name="connsiteY53" fmla="*/ 84747 h 149451"/>
                <a:gd name="connsiteX54" fmla="*/ 114650 w 408914"/>
                <a:gd name="connsiteY54" fmla="*/ 99861 h 149451"/>
                <a:gd name="connsiteX55" fmla="*/ 204457 w 408914"/>
                <a:gd name="connsiteY55" fmla="*/ 129797 h 149451"/>
                <a:gd name="connsiteX56" fmla="*/ 189376 w 408914"/>
                <a:gd name="connsiteY56" fmla="*/ 114683 h 149451"/>
                <a:gd name="connsiteX57" fmla="*/ 204457 w 408914"/>
                <a:gd name="connsiteY57" fmla="*/ 99602 h 149451"/>
                <a:gd name="connsiteX58" fmla="*/ 219539 w 408914"/>
                <a:gd name="connsiteY58" fmla="*/ 114683 h 149451"/>
                <a:gd name="connsiteX59" fmla="*/ 204457 w 408914"/>
                <a:gd name="connsiteY59" fmla="*/ 129797 h 149451"/>
                <a:gd name="connsiteX60" fmla="*/ 294264 w 408914"/>
                <a:gd name="connsiteY60" fmla="*/ 59936 h 149451"/>
                <a:gd name="connsiteX61" fmla="*/ 279182 w 408914"/>
                <a:gd name="connsiteY61" fmla="*/ 44855 h 149451"/>
                <a:gd name="connsiteX62" fmla="*/ 294264 w 408914"/>
                <a:gd name="connsiteY62" fmla="*/ 29741 h 149451"/>
                <a:gd name="connsiteX63" fmla="*/ 309378 w 408914"/>
                <a:gd name="connsiteY63" fmla="*/ 44855 h 149451"/>
                <a:gd name="connsiteX64" fmla="*/ 294264 w 408914"/>
                <a:gd name="connsiteY64" fmla="*/ 59936 h 149451"/>
                <a:gd name="connsiteX65" fmla="*/ 384071 w 408914"/>
                <a:gd name="connsiteY65" fmla="*/ 39990 h 149451"/>
                <a:gd name="connsiteX66" fmla="*/ 368990 w 408914"/>
                <a:gd name="connsiteY66" fmla="*/ 24876 h 149451"/>
                <a:gd name="connsiteX67" fmla="*/ 384071 w 408914"/>
                <a:gd name="connsiteY67" fmla="*/ 9795 h 149451"/>
                <a:gd name="connsiteX68" fmla="*/ 399184 w 408914"/>
                <a:gd name="connsiteY68" fmla="*/ 24876 h 149451"/>
                <a:gd name="connsiteX69" fmla="*/ 384071 w 408914"/>
                <a:gd name="connsiteY69" fmla="*/ 39990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8914" h="149451">
                  <a:moveTo>
                    <a:pt x="384071" y="65"/>
                  </a:moveTo>
                  <a:cubicBezTo>
                    <a:pt x="370384" y="65"/>
                    <a:pt x="359260" y="11189"/>
                    <a:pt x="359260" y="24876"/>
                  </a:cubicBezTo>
                  <a:lnTo>
                    <a:pt x="359260" y="25395"/>
                  </a:lnTo>
                  <a:lnTo>
                    <a:pt x="317000" y="34801"/>
                  </a:lnTo>
                  <a:cubicBezTo>
                    <a:pt x="313140" y="26076"/>
                    <a:pt x="304383" y="19979"/>
                    <a:pt x="294264" y="19979"/>
                  </a:cubicBezTo>
                  <a:cubicBezTo>
                    <a:pt x="280578" y="19979"/>
                    <a:pt x="269452" y="31103"/>
                    <a:pt x="269452" y="44822"/>
                  </a:cubicBezTo>
                  <a:cubicBezTo>
                    <a:pt x="269452" y="48812"/>
                    <a:pt x="270393" y="52574"/>
                    <a:pt x="272080" y="55882"/>
                  </a:cubicBezTo>
                  <a:cubicBezTo>
                    <a:pt x="272080" y="55882"/>
                    <a:pt x="272080" y="55882"/>
                    <a:pt x="272080" y="55882"/>
                  </a:cubicBezTo>
                  <a:lnTo>
                    <a:pt x="220642" y="95872"/>
                  </a:lnTo>
                  <a:cubicBezTo>
                    <a:pt x="220642" y="95872"/>
                    <a:pt x="220642" y="95872"/>
                    <a:pt x="220642" y="95872"/>
                  </a:cubicBezTo>
                  <a:cubicBezTo>
                    <a:pt x="216295" y="92109"/>
                    <a:pt x="210619" y="89839"/>
                    <a:pt x="204457" y="89839"/>
                  </a:cubicBezTo>
                  <a:cubicBezTo>
                    <a:pt x="195246" y="89839"/>
                    <a:pt x="187203" y="94899"/>
                    <a:pt x="182922" y="102358"/>
                  </a:cubicBezTo>
                  <a:lnTo>
                    <a:pt x="139267" y="87796"/>
                  </a:lnTo>
                  <a:cubicBezTo>
                    <a:pt x="139267" y="87796"/>
                    <a:pt x="139267" y="87796"/>
                    <a:pt x="139267" y="87796"/>
                  </a:cubicBezTo>
                  <a:cubicBezTo>
                    <a:pt x="139397" y="86791"/>
                    <a:pt x="139462" y="85753"/>
                    <a:pt x="139462" y="84715"/>
                  </a:cubicBezTo>
                  <a:cubicBezTo>
                    <a:pt x="139462" y="71028"/>
                    <a:pt x="128337" y="59904"/>
                    <a:pt x="114650" y="59904"/>
                  </a:cubicBezTo>
                  <a:cubicBezTo>
                    <a:pt x="100963" y="59904"/>
                    <a:pt x="89807" y="71028"/>
                    <a:pt x="89807" y="84715"/>
                  </a:cubicBezTo>
                  <a:cubicBezTo>
                    <a:pt x="89807" y="86596"/>
                    <a:pt x="90001" y="88412"/>
                    <a:pt x="90423" y="90164"/>
                  </a:cubicBezTo>
                  <a:lnTo>
                    <a:pt x="45081" y="110305"/>
                  </a:lnTo>
                  <a:cubicBezTo>
                    <a:pt x="45081" y="110305"/>
                    <a:pt x="45081" y="110305"/>
                    <a:pt x="45081" y="110305"/>
                  </a:cubicBezTo>
                  <a:cubicBezTo>
                    <a:pt x="40606" y="103980"/>
                    <a:pt x="33211" y="99829"/>
                    <a:pt x="24843" y="99829"/>
                  </a:cubicBezTo>
                  <a:cubicBezTo>
                    <a:pt x="11157" y="99829"/>
                    <a:pt x="0" y="110953"/>
                    <a:pt x="0" y="124640"/>
                  </a:cubicBezTo>
                  <a:cubicBezTo>
                    <a:pt x="0" y="138326"/>
                    <a:pt x="11157" y="149451"/>
                    <a:pt x="24843" y="149451"/>
                  </a:cubicBezTo>
                  <a:cubicBezTo>
                    <a:pt x="38530" y="149451"/>
                    <a:pt x="49654" y="138326"/>
                    <a:pt x="49654" y="124640"/>
                  </a:cubicBezTo>
                  <a:cubicBezTo>
                    <a:pt x="49654" y="122759"/>
                    <a:pt x="49460" y="120942"/>
                    <a:pt x="49038" y="119191"/>
                  </a:cubicBezTo>
                  <a:lnTo>
                    <a:pt x="94379" y="99050"/>
                  </a:lnTo>
                  <a:cubicBezTo>
                    <a:pt x="98888" y="105407"/>
                    <a:pt x="106283" y="109558"/>
                    <a:pt x="114650" y="109558"/>
                  </a:cubicBezTo>
                  <a:cubicBezTo>
                    <a:pt x="123861" y="109558"/>
                    <a:pt x="131905" y="104499"/>
                    <a:pt x="136186" y="97039"/>
                  </a:cubicBezTo>
                  <a:cubicBezTo>
                    <a:pt x="136186" y="97039"/>
                    <a:pt x="136186" y="97039"/>
                    <a:pt x="136186" y="97039"/>
                  </a:cubicBezTo>
                  <a:lnTo>
                    <a:pt x="179841" y="111569"/>
                  </a:lnTo>
                  <a:cubicBezTo>
                    <a:pt x="179711" y="112575"/>
                    <a:pt x="179646" y="113613"/>
                    <a:pt x="179646" y="114650"/>
                  </a:cubicBezTo>
                  <a:cubicBezTo>
                    <a:pt x="179646" y="128337"/>
                    <a:pt x="190770" y="139494"/>
                    <a:pt x="204457" y="139494"/>
                  </a:cubicBezTo>
                  <a:cubicBezTo>
                    <a:pt x="218144" y="139494"/>
                    <a:pt x="229268" y="128337"/>
                    <a:pt x="229268" y="114650"/>
                  </a:cubicBezTo>
                  <a:cubicBezTo>
                    <a:pt x="229268" y="110661"/>
                    <a:pt x="228328" y="106899"/>
                    <a:pt x="226641" y="103558"/>
                  </a:cubicBezTo>
                  <a:lnTo>
                    <a:pt x="278048" y="63569"/>
                  </a:lnTo>
                  <a:cubicBezTo>
                    <a:pt x="278048" y="63569"/>
                    <a:pt x="278048" y="63569"/>
                    <a:pt x="278048" y="63569"/>
                  </a:cubicBezTo>
                  <a:cubicBezTo>
                    <a:pt x="282393" y="67331"/>
                    <a:pt x="288069" y="69601"/>
                    <a:pt x="294264" y="69601"/>
                  </a:cubicBezTo>
                  <a:cubicBezTo>
                    <a:pt x="307951" y="69601"/>
                    <a:pt x="319108" y="58477"/>
                    <a:pt x="319108" y="44790"/>
                  </a:cubicBezTo>
                  <a:lnTo>
                    <a:pt x="319108" y="44271"/>
                  </a:lnTo>
                  <a:cubicBezTo>
                    <a:pt x="319108" y="44271"/>
                    <a:pt x="319108" y="44271"/>
                    <a:pt x="319108" y="44271"/>
                  </a:cubicBezTo>
                  <a:lnTo>
                    <a:pt x="361368" y="34865"/>
                  </a:lnTo>
                  <a:cubicBezTo>
                    <a:pt x="361368" y="34865"/>
                    <a:pt x="361368" y="34865"/>
                    <a:pt x="361368" y="34865"/>
                  </a:cubicBezTo>
                  <a:cubicBezTo>
                    <a:pt x="365227" y="43557"/>
                    <a:pt x="373952" y="49655"/>
                    <a:pt x="384071" y="49655"/>
                  </a:cubicBezTo>
                  <a:cubicBezTo>
                    <a:pt x="397757" y="49655"/>
                    <a:pt x="408914" y="38498"/>
                    <a:pt x="408914" y="24811"/>
                  </a:cubicBezTo>
                  <a:cubicBezTo>
                    <a:pt x="408914" y="11124"/>
                    <a:pt x="397757" y="0"/>
                    <a:pt x="384071" y="0"/>
                  </a:cubicBezTo>
                  <a:close/>
                  <a:moveTo>
                    <a:pt x="24843" y="139754"/>
                  </a:moveTo>
                  <a:cubicBezTo>
                    <a:pt x="16508" y="139754"/>
                    <a:pt x="9730" y="133008"/>
                    <a:pt x="9730" y="124672"/>
                  </a:cubicBezTo>
                  <a:cubicBezTo>
                    <a:pt x="9730" y="116337"/>
                    <a:pt x="16508" y="109591"/>
                    <a:pt x="24843" y="109591"/>
                  </a:cubicBezTo>
                  <a:cubicBezTo>
                    <a:pt x="33179" y="109591"/>
                    <a:pt x="39924" y="116337"/>
                    <a:pt x="39924" y="124672"/>
                  </a:cubicBezTo>
                  <a:cubicBezTo>
                    <a:pt x="39924" y="133008"/>
                    <a:pt x="33146" y="139754"/>
                    <a:pt x="24843" y="139754"/>
                  </a:cubicBezTo>
                  <a:close/>
                  <a:moveTo>
                    <a:pt x="114650" y="99861"/>
                  </a:moveTo>
                  <a:cubicBezTo>
                    <a:pt x="106315" y="99861"/>
                    <a:pt x="99537" y="93083"/>
                    <a:pt x="99537" y="84747"/>
                  </a:cubicBezTo>
                  <a:cubicBezTo>
                    <a:pt x="99537" y="76412"/>
                    <a:pt x="106315" y="69666"/>
                    <a:pt x="114650" y="69666"/>
                  </a:cubicBezTo>
                  <a:cubicBezTo>
                    <a:pt x="122986" y="69666"/>
                    <a:pt x="129732" y="76445"/>
                    <a:pt x="129732" y="84747"/>
                  </a:cubicBezTo>
                  <a:cubicBezTo>
                    <a:pt x="129732" y="93050"/>
                    <a:pt x="122953" y="99861"/>
                    <a:pt x="114650" y="99861"/>
                  </a:cubicBezTo>
                  <a:close/>
                  <a:moveTo>
                    <a:pt x="204457" y="129797"/>
                  </a:moveTo>
                  <a:cubicBezTo>
                    <a:pt x="196122" y="129797"/>
                    <a:pt x="189376" y="123018"/>
                    <a:pt x="189376" y="114683"/>
                  </a:cubicBezTo>
                  <a:cubicBezTo>
                    <a:pt x="189376" y="106348"/>
                    <a:pt x="196122" y="99602"/>
                    <a:pt x="204457" y="99602"/>
                  </a:cubicBezTo>
                  <a:cubicBezTo>
                    <a:pt x="212792" y="99602"/>
                    <a:pt x="219539" y="106380"/>
                    <a:pt x="219539" y="114683"/>
                  </a:cubicBezTo>
                  <a:cubicBezTo>
                    <a:pt x="219539" y="122986"/>
                    <a:pt x="212792" y="129797"/>
                    <a:pt x="204457" y="129797"/>
                  </a:cubicBezTo>
                  <a:close/>
                  <a:moveTo>
                    <a:pt x="294264" y="59936"/>
                  </a:moveTo>
                  <a:cubicBezTo>
                    <a:pt x="285961" y="59936"/>
                    <a:pt x="279182" y="53158"/>
                    <a:pt x="279182" y="44855"/>
                  </a:cubicBezTo>
                  <a:cubicBezTo>
                    <a:pt x="279182" y="36552"/>
                    <a:pt x="285961" y="29741"/>
                    <a:pt x="294264" y="29741"/>
                  </a:cubicBezTo>
                  <a:cubicBezTo>
                    <a:pt x="302567" y="29741"/>
                    <a:pt x="309378" y="36520"/>
                    <a:pt x="309378" y="44855"/>
                  </a:cubicBezTo>
                  <a:cubicBezTo>
                    <a:pt x="309378" y="53190"/>
                    <a:pt x="302600" y="59936"/>
                    <a:pt x="294264" y="59936"/>
                  </a:cubicBezTo>
                  <a:close/>
                  <a:moveTo>
                    <a:pt x="384071" y="39990"/>
                  </a:moveTo>
                  <a:cubicBezTo>
                    <a:pt x="375768" y="39990"/>
                    <a:pt x="368990" y="33211"/>
                    <a:pt x="368990" y="24876"/>
                  </a:cubicBezTo>
                  <a:cubicBezTo>
                    <a:pt x="368990" y="16541"/>
                    <a:pt x="375768" y="9795"/>
                    <a:pt x="384071" y="9795"/>
                  </a:cubicBezTo>
                  <a:cubicBezTo>
                    <a:pt x="392374" y="9795"/>
                    <a:pt x="399184" y="16573"/>
                    <a:pt x="399184" y="24876"/>
                  </a:cubicBezTo>
                  <a:cubicBezTo>
                    <a:pt x="399184" y="33179"/>
                    <a:pt x="392406" y="39990"/>
                    <a:pt x="384071" y="39990"/>
                  </a:cubicBezTo>
                  <a:close/>
                </a:path>
              </a:pathLst>
            </a:custGeom>
            <a:grpFill/>
            <a:ln w="3243" cap="flat">
              <a:noFill/>
              <a:prstDash val="solid"/>
              <a:miter/>
            </a:ln>
          </p:spPr>
          <p:txBody>
            <a:bodyPr rtlCol="0" anchor="ctr"/>
            <a:lstStyle/>
            <a:p>
              <a:endParaRPr lang="en-US"/>
            </a:p>
          </p:txBody>
        </p:sp>
        <p:sp>
          <p:nvSpPr>
            <p:cNvPr id="74" name="Freeform: Shape 950"/>
            <p:cNvSpPr/>
            <p:nvPr/>
          </p:nvSpPr>
          <p:spPr>
            <a:xfrm>
              <a:off x="8702807" y="4224672"/>
              <a:ext cx="244382" cy="139461"/>
            </a:xfrm>
            <a:custGeom>
              <a:avLst/>
              <a:gdLst>
                <a:gd name="connsiteX0" fmla="*/ 15082 w 244382"/>
                <a:gd name="connsiteY0" fmla="*/ 39925 h 139461"/>
                <a:gd name="connsiteX1" fmla="*/ 15082 w 244382"/>
                <a:gd name="connsiteY1" fmla="*/ 129732 h 139461"/>
                <a:gd name="connsiteX2" fmla="*/ 0 w 244382"/>
                <a:gd name="connsiteY2" fmla="*/ 129732 h 139461"/>
                <a:gd name="connsiteX3" fmla="*/ 0 w 244382"/>
                <a:gd name="connsiteY3" fmla="*/ 139462 h 139461"/>
                <a:gd name="connsiteX4" fmla="*/ 239518 w 244382"/>
                <a:gd name="connsiteY4" fmla="*/ 139462 h 139461"/>
                <a:gd name="connsiteX5" fmla="*/ 244383 w 244382"/>
                <a:gd name="connsiteY5" fmla="*/ 139462 h 139461"/>
                <a:gd name="connsiteX6" fmla="*/ 244383 w 244382"/>
                <a:gd name="connsiteY6" fmla="*/ 29968 h 139461"/>
                <a:gd name="connsiteX7" fmla="*/ 194760 w 244382"/>
                <a:gd name="connsiteY7" fmla="*/ 29968 h 139461"/>
                <a:gd name="connsiteX8" fmla="*/ 194760 w 244382"/>
                <a:gd name="connsiteY8" fmla="*/ 129732 h 139461"/>
                <a:gd name="connsiteX9" fmla="*/ 154576 w 244382"/>
                <a:gd name="connsiteY9" fmla="*/ 129732 h 139461"/>
                <a:gd name="connsiteX10" fmla="*/ 154576 w 244382"/>
                <a:gd name="connsiteY10" fmla="*/ 0 h 139461"/>
                <a:gd name="connsiteX11" fmla="*/ 104921 w 244382"/>
                <a:gd name="connsiteY11" fmla="*/ 0 h 139461"/>
                <a:gd name="connsiteX12" fmla="*/ 104921 w 244382"/>
                <a:gd name="connsiteY12" fmla="*/ 129732 h 139461"/>
                <a:gd name="connsiteX13" fmla="*/ 64769 w 244382"/>
                <a:gd name="connsiteY13" fmla="*/ 129732 h 139461"/>
                <a:gd name="connsiteX14" fmla="*/ 64769 w 244382"/>
                <a:gd name="connsiteY14" fmla="*/ 39925 h 139461"/>
                <a:gd name="connsiteX15" fmla="*/ 15114 w 244382"/>
                <a:gd name="connsiteY15" fmla="*/ 39925 h 139461"/>
                <a:gd name="connsiteX16" fmla="*/ 24812 w 244382"/>
                <a:gd name="connsiteY16" fmla="*/ 49655 h 139461"/>
                <a:gd name="connsiteX17" fmla="*/ 55006 w 244382"/>
                <a:gd name="connsiteY17" fmla="*/ 49655 h 139461"/>
                <a:gd name="connsiteX18" fmla="*/ 55006 w 244382"/>
                <a:gd name="connsiteY18" fmla="*/ 129732 h 139461"/>
                <a:gd name="connsiteX19" fmla="*/ 24812 w 244382"/>
                <a:gd name="connsiteY19" fmla="*/ 129732 h 139461"/>
                <a:gd name="connsiteX20" fmla="*/ 24812 w 244382"/>
                <a:gd name="connsiteY20" fmla="*/ 49655 h 139461"/>
                <a:gd name="connsiteX21" fmla="*/ 114618 w 244382"/>
                <a:gd name="connsiteY21" fmla="*/ 9730 h 139461"/>
                <a:gd name="connsiteX22" fmla="*/ 144814 w 244382"/>
                <a:gd name="connsiteY22" fmla="*/ 9730 h 139461"/>
                <a:gd name="connsiteX23" fmla="*/ 144814 w 244382"/>
                <a:gd name="connsiteY23" fmla="*/ 129732 h 139461"/>
                <a:gd name="connsiteX24" fmla="*/ 114618 w 244382"/>
                <a:gd name="connsiteY24" fmla="*/ 129732 h 139461"/>
                <a:gd name="connsiteX25" fmla="*/ 114618 w 244382"/>
                <a:gd name="connsiteY25" fmla="*/ 9730 h 139461"/>
                <a:gd name="connsiteX26" fmla="*/ 204457 w 244382"/>
                <a:gd name="connsiteY26" fmla="*/ 39698 h 139461"/>
                <a:gd name="connsiteX27" fmla="*/ 234620 w 244382"/>
                <a:gd name="connsiteY27" fmla="*/ 39698 h 139461"/>
                <a:gd name="connsiteX28" fmla="*/ 234620 w 244382"/>
                <a:gd name="connsiteY28" fmla="*/ 129732 h 139461"/>
                <a:gd name="connsiteX29" fmla="*/ 204457 w 244382"/>
                <a:gd name="connsiteY29" fmla="*/ 129732 h 139461"/>
                <a:gd name="connsiteX30" fmla="*/ 204457 w 244382"/>
                <a:gd name="connsiteY30" fmla="*/ 39698 h 139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4382" h="139461">
                  <a:moveTo>
                    <a:pt x="15082" y="39925"/>
                  </a:moveTo>
                  <a:lnTo>
                    <a:pt x="15082" y="129732"/>
                  </a:lnTo>
                  <a:lnTo>
                    <a:pt x="0" y="129732"/>
                  </a:lnTo>
                  <a:lnTo>
                    <a:pt x="0" y="139462"/>
                  </a:lnTo>
                  <a:lnTo>
                    <a:pt x="239518" y="139462"/>
                  </a:lnTo>
                  <a:cubicBezTo>
                    <a:pt x="239518" y="139462"/>
                    <a:pt x="244383" y="139462"/>
                    <a:pt x="244383" y="139462"/>
                  </a:cubicBezTo>
                  <a:lnTo>
                    <a:pt x="244383" y="29968"/>
                  </a:lnTo>
                  <a:lnTo>
                    <a:pt x="194760" y="29968"/>
                  </a:lnTo>
                  <a:lnTo>
                    <a:pt x="194760" y="129732"/>
                  </a:lnTo>
                  <a:lnTo>
                    <a:pt x="154576" y="129732"/>
                  </a:lnTo>
                  <a:lnTo>
                    <a:pt x="154576" y="0"/>
                  </a:lnTo>
                  <a:lnTo>
                    <a:pt x="104921" y="0"/>
                  </a:lnTo>
                  <a:lnTo>
                    <a:pt x="104921" y="129732"/>
                  </a:lnTo>
                  <a:lnTo>
                    <a:pt x="64769" y="129732"/>
                  </a:lnTo>
                  <a:lnTo>
                    <a:pt x="64769" y="39925"/>
                  </a:lnTo>
                  <a:lnTo>
                    <a:pt x="15114" y="39925"/>
                  </a:lnTo>
                  <a:close/>
                  <a:moveTo>
                    <a:pt x="24812" y="49655"/>
                  </a:moveTo>
                  <a:lnTo>
                    <a:pt x="55006" y="49655"/>
                  </a:lnTo>
                  <a:lnTo>
                    <a:pt x="55006" y="129732"/>
                  </a:lnTo>
                  <a:lnTo>
                    <a:pt x="24812" y="129732"/>
                  </a:lnTo>
                  <a:lnTo>
                    <a:pt x="24812" y="49655"/>
                  </a:lnTo>
                  <a:close/>
                  <a:moveTo>
                    <a:pt x="114618" y="9730"/>
                  </a:moveTo>
                  <a:lnTo>
                    <a:pt x="144814" y="9730"/>
                  </a:lnTo>
                  <a:lnTo>
                    <a:pt x="144814" y="129732"/>
                  </a:lnTo>
                  <a:lnTo>
                    <a:pt x="114618" y="129732"/>
                  </a:lnTo>
                  <a:lnTo>
                    <a:pt x="114618" y="9730"/>
                  </a:lnTo>
                  <a:close/>
                  <a:moveTo>
                    <a:pt x="204457" y="39698"/>
                  </a:moveTo>
                  <a:lnTo>
                    <a:pt x="234620" y="39698"/>
                  </a:lnTo>
                  <a:lnTo>
                    <a:pt x="234620" y="129732"/>
                  </a:lnTo>
                  <a:lnTo>
                    <a:pt x="204457" y="129732"/>
                  </a:lnTo>
                  <a:lnTo>
                    <a:pt x="204457" y="39698"/>
                  </a:lnTo>
                  <a:close/>
                </a:path>
              </a:pathLst>
            </a:custGeom>
            <a:grpFill/>
            <a:ln w="3243" cap="flat">
              <a:noFill/>
              <a:prstDash val="solid"/>
              <a:miter/>
            </a:ln>
          </p:spPr>
          <p:txBody>
            <a:bodyPr rtlCol="0" anchor="ctr"/>
            <a:lstStyle/>
            <a:p>
              <a:endParaRPr lang="en-US"/>
            </a:p>
          </p:txBody>
        </p:sp>
        <p:sp>
          <p:nvSpPr>
            <p:cNvPr id="75" name="Freeform: Shape 951"/>
            <p:cNvSpPr/>
            <p:nvPr/>
          </p:nvSpPr>
          <p:spPr>
            <a:xfrm>
              <a:off x="8987341" y="4184780"/>
              <a:ext cx="49622" cy="89547"/>
            </a:xfrm>
            <a:custGeom>
              <a:avLst/>
              <a:gdLst>
                <a:gd name="connsiteX0" fmla="*/ 0 w 49622"/>
                <a:gd name="connsiteY0" fmla="*/ 89547 h 89547"/>
                <a:gd name="connsiteX1" fmla="*/ 49071 w 49622"/>
                <a:gd name="connsiteY1" fmla="*/ 89547 h 89547"/>
                <a:gd name="connsiteX2" fmla="*/ 49623 w 49622"/>
                <a:gd name="connsiteY2" fmla="*/ 74888 h 89547"/>
                <a:gd name="connsiteX3" fmla="*/ 49623 w 49622"/>
                <a:gd name="connsiteY3" fmla="*/ 0 h 89547"/>
                <a:gd name="connsiteX4" fmla="*/ 0 w 49622"/>
                <a:gd name="connsiteY4" fmla="*/ 0 h 89547"/>
                <a:gd name="connsiteX5" fmla="*/ 0 w 49622"/>
                <a:gd name="connsiteY5" fmla="*/ 89547 h 89547"/>
                <a:gd name="connsiteX6" fmla="*/ 9730 w 49622"/>
                <a:gd name="connsiteY6" fmla="*/ 9730 h 89547"/>
                <a:gd name="connsiteX7" fmla="*/ 39925 w 49622"/>
                <a:gd name="connsiteY7" fmla="*/ 9730 h 89547"/>
                <a:gd name="connsiteX8" fmla="*/ 39925 w 49622"/>
                <a:gd name="connsiteY8" fmla="*/ 74628 h 89547"/>
                <a:gd name="connsiteX9" fmla="*/ 39698 w 49622"/>
                <a:gd name="connsiteY9" fmla="*/ 79817 h 89547"/>
                <a:gd name="connsiteX10" fmla="*/ 9730 w 49622"/>
                <a:gd name="connsiteY10" fmla="*/ 79817 h 89547"/>
                <a:gd name="connsiteX11" fmla="*/ 9730 w 49622"/>
                <a:gd name="connsiteY11" fmla="*/ 9730 h 8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622" h="89547">
                  <a:moveTo>
                    <a:pt x="0" y="89547"/>
                  </a:moveTo>
                  <a:lnTo>
                    <a:pt x="49071" y="89547"/>
                  </a:lnTo>
                  <a:lnTo>
                    <a:pt x="49623" y="74888"/>
                  </a:lnTo>
                  <a:lnTo>
                    <a:pt x="49623" y="0"/>
                  </a:lnTo>
                  <a:cubicBezTo>
                    <a:pt x="49623" y="0"/>
                    <a:pt x="0" y="0"/>
                    <a:pt x="0" y="0"/>
                  </a:cubicBezTo>
                  <a:lnTo>
                    <a:pt x="0" y="89547"/>
                  </a:lnTo>
                  <a:close/>
                  <a:moveTo>
                    <a:pt x="9730" y="9730"/>
                  </a:moveTo>
                  <a:lnTo>
                    <a:pt x="39925" y="9730"/>
                  </a:lnTo>
                  <a:lnTo>
                    <a:pt x="39925" y="74628"/>
                  </a:lnTo>
                  <a:lnTo>
                    <a:pt x="39698" y="79817"/>
                  </a:lnTo>
                  <a:lnTo>
                    <a:pt x="9730" y="79817"/>
                  </a:lnTo>
                  <a:lnTo>
                    <a:pt x="9730" y="9730"/>
                  </a:lnTo>
                  <a:close/>
                </a:path>
              </a:pathLst>
            </a:custGeom>
            <a:grpFill/>
            <a:ln w="3243" cap="flat">
              <a:noFill/>
              <a:prstDash val="solid"/>
              <a:miter/>
            </a:ln>
          </p:spPr>
          <p:txBody>
            <a:bodyPr rtlCol="0" anchor="ctr"/>
            <a:lstStyle/>
            <a:p>
              <a:endParaRPr lang="en-US"/>
            </a:p>
          </p:txBody>
        </p:sp>
        <p:sp>
          <p:nvSpPr>
            <p:cNvPr id="76" name="Freeform: Shape 952"/>
            <p:cNvSpPr/>
            <p:nvPr/>
          </p:nvSpPr>
          <p:spPr>
            <a:xfrm>
              <a:off x="9077149" y="4164801"/>
              <a:ext cx="49654" cy="69601"/>
            </a:xfrm>
            <a:custGeom>
              <a:avLst/>
              <a:gdLst>
                <a:gd name="connsiteX0" fmla="*/ 0 w 49654"/>
                <a:gd name="connsiteY0" fmla="*/ 69601 h 69601"/>
                <a:gd name="connsiteX1" fmla="*/ 49654 w 49654"/>
                <a:gd name="connsiteY1" fmla="*/ 69601 h 69601"/>
                <a:gd name="connsiteX2" fmla="*/ 49654 w 49654"/>
                <a:gd name="connsiteY2" fmla="*/ 0 h 69601"/>
                <a:gd name="connsiteX3" fmla="*/ 0 w 49654"/>
                <a:gd name="connsiteY3" fmla="*/ 0 h 69601"/>
                <a:gd name="connsiteX4" fmla="*/ 0 w 49654"/>
                <a:gd name="connsiteY4" fmla="*/ 69601 h 69601"/>
                <a:gd name="connsiteX5" fmla="*/ 9730 w 49654"/>
                <a:gd name="connsiteY5" fmla="*/ 9730 h 69601"/>
                <a:gd name="connsiteX6" fmla="*/ 39924 w 49654"/>
                <a:gd name="connsiteY6" fmla="*/ 9730 h 69601"/>
                <a:gd name="connsiteX7" fmla="*/ 39924 w 49654"/>
                <a:gd name="connsiteY7" fmla="*/ 59871 h 69601"/>
                <a:gd name="connsiteX8" fmla="*/ 9730 w 49654"/>
                <a:gd name="connsiteY8" fmla="*/ 59871 h 69601"/>
                <a:gd name="connsiteX9" fmla="*/ 9730 w 49654"/>
                <a:gd name="connsiteY9" fmla="*/ 9730 h 6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4" h="69601">
                  <a:moveTo>
                    <a:pt x="0" y="69601"/>
                  </a:moveTo>
                  <a:lnTo>
                    <a:pt x="49654" y="69601"/>
                  </a:lnTo>
                  <a:lnTo>
                    <a:pt x="49654" y="0"/>
                  </a:lnTo>
                  <a:lnTo>
                    <a:pt x="0" y="0"/>
                  </a:lnTo>
                  <a:lnTo>
                    <a:pt x="0" y="69601"/>
                  </a:lnTo>
                  <a:close/>
                  <a:moveTo>
                    <a:pt x="9730" y="9730"/>
                  </a:moveTo>
                  <a:lnTo>
                    <a:pt x="39924" y="9730"/>
                  </a:lnTo>
                  <a:lnTo>
                    <a:pt x="39924" y="59871"/>
                  </a:lnTo>
                  <a:lnTo>
                    <a:pt x="9730" y="59871"/>
                  </a:lnTo>
                  <a:lnTo>
                    <a:pt x="9730" y="9730"/>
                  </a:lnTo>
                  <a:close/>
                </a:path>
              </a:pathLst>
            </a:custGeom>
            <a:grpFill/>
            <a:ln w="3243" cap="flat">
              <a:noFill/>
              <a:prstDash val="solid"/>
              <a:miter/>
            </a:ln>
          </p:spPr>
          <p:txBody>
            <a:bodyPr rtlCol="0" anchor="ctr"/>
            <a:lstStyle/>
            <a:p>
              <a:endParaRPr lang="en-US"/>
            </a:p>
          </p:txBody>
        </p:sp>
        <p:sp>
          <p:nvSpPr>
            <p:cNvPr id="77" name="Freeform: Shape 953"/>
            <p:cNvSpPr/>
            <p:nvPr/>
          </p:nvSpPr>
          <p:spPr>
            <a:xfrm>
              <a:off x="9047246" y="4344447"/>
              <a:ext cx="109525" cy="109525"/>
            </a:xfrm>
            <a:custGeom>
              <a:avLst/>
              <a:gdLst>
                <a:gd name="connsiteX0" fmla="*/ 54779 w 109525"/>
                <a:gd name="connsiteY0" fmla="*/ 0 h 109525"/>
                <a:gd name="connsiteX1" fmla="*/ 0 w 109525"/>
                <a:gd name="connsiteY1" fmla="*/ 54747 h 109525"/>
                <a:gd name="connsiteX2" fmla="*/ 54779 w 109525"/>
                <a:gd name="connsiteY2" fmla="*/ 109526 h 109525"/>
                <a:gd name="connsiteX3" fmla="*/ 109525 w 109525"/>
                <a:gd name="connsiteY3" fmla="*/ 54747 h 109525"/>
                <a:gd name="connsiteX4" fmla="*/ 54779 w 109525"/>
                <a:gd name="connsiteY4" fmla="*/ 0 h 109525"/>
                <a:gd name="connsiteX5" fmla="*/ 54779 w 109525"/>
                <a:gd name="connsiteY5" fmla="*/ 99796 h 109525"/>
                <a:gd name="connsiteX6" fmla="*/ 9730 w 109525"/>
                <a:gd name="connsiteY6" fmla="*/ 54747 h 109525"/>
                <a:gd name="connsiteX7" fmla="*/ 54779 w 109525"/>
                <a:gd name="connsiteY7" fmla="*/ 9730 h 109525"/>
                <a:gd name="connsiteX8" fmla="*/ 99795 w 109525"/>
                <a:gd name="connsiteY8" fmla="*/ 54747 h 109525"/>
                <a:gd name="connsiteX9" fmla="*/ 54779 w 109525"/>
                <a:gd name="connsiteY9" fmla="*/ 99796 h 10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525" h="109525">
                  <a:moveTo>
                    <a:pt x="54779" y="0"/>
                  </a:moveTo>
                  <a:cubicBezTo>
                    <a:pt x="24584" y="0"/>
                    <a:pt x="0" y="24552"/>
                    <a:pt x="0" y="54747"/>
                  </a:cubicBezTo>
                  <a:cubicBezTo>
                    <a:pt x="0" y="84942"/>
                    <a:pt x="24584" y="109526"/>
                    <a:pt x="54779" y="109526"/>
                  </a:cubicBezTo>
                  <a:cubicBezTo>
                    <a:pt x="84974" y="109526"/>
                    <a:pt x="109525" y="84942"/>
                    <a:pt x="109525" y="54747"/>
                  </a:cubicBezTo>
                  <a:cubicBezTo>
                    <a:pt x="109525" y="24552"/>
                    <a:pt x="84974" y="0"/>
                    <a:pt x="54779" y="0"/>
                  </a:cubicBezTo>
                  <a:close/>
                  <a:moveTo>
                    <a:pt x="54779" y="99796"/>
                  </a:moveTo>
                  <a:cubicBezTo>
                    <a:pt x="29936" y="99796"/>
                    <a:pt x="9730" y="79590"/>
                    <a:pt x="9730" y="54747"/>
                  </a:cubicBezTo>
                  <a:cubicBezTo>
                    <a:pt x="9730" y="29903"/>
                    <a:pt x="29936" y="9730"/>
                    <a:pt x="54779" y="9730"/>
                  </a:cubicBezTo>
                  <a:cubicBezTo>
                    <a:pt x="79622" y="9730"/>
                    <a:pt x="99795" y="29936"/>
                    <a:pt x="99795" y="54747"/>
                  </a:cubicBezTo>
                  <a:cubicBezTo>
                    <a:pt x="99795" y="79558"/>
                    <a:pt x="79622" y="99796"/>
                    <a:pt x="54779" y="99796"/>
                  </a:cubicBezTo>
                  <a:close/>
                </a:path>
              </a:pathLst>
            </a:custGeom>
            <a:grpFill/>
            <a:ln w="3243" cap="flat">
              <a:noFill/>
              <a:prstDash val="solid"/>
              <a:miter/>
            </a:ln>
          </p:spPr>
          <p:txBody>
            <a:bodyPr rtlCol="0" anchor="ctr"/>
            <a:lstStyle/>
            <a:p>
              <a:endParaRPr lang="en-US"/>
            </a:p>
          </p:txBody>
        </p:sp>
        <p:sp>
          <p:nvSpPr>
            <p:cNvPr id="78" name="Freeform: Shape 1117"/>
            <p:cNvSpPr/>
            <p:nvPr/>
          </p:nvSpPr>
          <p:spPr>
            <a:xfrm>
              <a:off x="9053700" y="3905337"/>
              <a:ext cx="194208" cy="642432"/>
            </a:xfrm>
            <a:custGeom>
              <a:avLst/>
              <a:gdLst>
                <a:gd name="connsiteX0" fmla="*/ 194208 w 194208"/>
                <a:gd name="connsiteY0" fmla="*/ 0 h 642432"/>
                <a:gd name="connsiteX1" fmla="*/ 194208 w 194208"/>
                <a:gd name="connsiteY1" fmla="*/ 495770 h 642432"/>
                <a:gd name="connsiteX2" fmla="*/ 180067 w 194208"/>
                <a:gd name="connsiteY2" fmla="*/ 558982 h 642432"/>
                <a:gd name="connsiteX3" fmla="*/ 174586 w 194208"/>
                <a:gd name="connsiteY3" fmla="*/ 570658 h 642432"/>
                <a:gd name="connsiteX4" fmla="*/ 153342 w 194208"/>
                <a:gd name="connsiteY4" fmla="*/ 566085 h 642432"/>
                <a:gd name="connsiteX5" fmla="*/ 142478 w 194208"/>
                <a:gd name="connsiteY5" fmla="*/ 580323 h 642432"/>
                <a:gd name="connsiteX6" fmla="*/ 152370 w 194208"/>
                <a:gd name="connsiteY6" fmla="*/ 600042 h 642432"/>
                <a:gd name="connsiteX7" fmla="*/ 142834 w 194208"/>
                <a:gd name="connsiteY7" fmla="*/ 608313 h 642432"/>
                <a:gd name="connsiteX8" fmla="*/ 82704 w 194208"/>
                <a:gd name="connsiteY8" fmla="*/ 639351 h 642432"/>
                <a:gd name="connsiteX9" fmla="*/ 70152 w 194208"/>
                <a:gd name="connsiteY9" fmla="*/ 642432 h 642432"/>
                <a:gd name="connsiteX10" fmla="*/ 60292 w 194208"/>
                <a:gd name="connsiteY10" fmla="*/ 622810 h 642432"/>
                <a:gd name="connsiteX11" fmla="*/ 48390 w 194208"/>
                <a:gd name="connsiteY11" fmla="*/ 623394 h 642432"/>
                <a:gd name="connsiteX12" fmla="*/ 48260 w 194208"/>
                <a:gd name="connsiteY12" fmla="*/ 623394 h 642432"/>
                <a:gd name="connsiteX13" fmla="*/ 39763 w 194208"/>
                <a:gd name="connsiteY13" fmla="*/ 623070 h 642432"/>
                <a:gd name="connsiteX14" fmla="*/ 36325 w 194208"/>
                <a:gd name="connsiteY14" fmla="*/ 622778 h 642432"/>
                <a:gd name="connsiteX15" fmla="*/ 32400 w 194208"/>
                <a:gd name="connsiteY15" fmla="*/ 630594 h 642432"/>
                <a:gd name="connsiteX16" fmla="*/ 19719 w 194208"/>
                <a:gd name="connsiteY16" fmla="*/ 628907 h 642432"/>
                <a:gd name="connsiteX17" fmla="*/ 6875 w 194208"/>
                <a:gd name="connsiteY17" fmla="*/ 625340 h 642432"/>
                <a:gd name="connsiteX18" fmla="*/ 0 w 194208"/>
                <a:gd name="connsiteY18" fmla="*/ 622778 h 642432"/>
                <a:gd name="connsiteX19" fmla="*/ 4410 w 194208"/>
                <a:gd name="connsiteY19" fmla="*/ 614053 h 642432"/>
                <a:gd name="connsiteX20" fmla="*/ 18194 w 194208"/>
                <a:gd name="connsiteY20" fmla="*/ 586712 h 642432"/>
                <a:gd name="connsiteX21" fmla="*/ 30292 w 194208"/>
                <a:gd name="connsiteY21" fmla="*/ 589145 h 642432"/>
                <a:gd name="connsiteX22" fmla="*/ 66358 w 194208"/>
                <a:gd name="connsiteY22" fmla="*/ 589145 h 642432"/>
                <a:gd name="connsiteX23" fmla="*/ 78488 w 194208"/>
                <a:gd name="connsiteY23" fmla="*/ 586712 h 642432"/>
                <a:gd name="connsiteX24" fmla="*/ 87212 w 194208"/>
                <a:gd name="connsiteY24" fmla="*/ 604096 h 642432"/>
                <a:gd name="connsiteX25" fmla="*/ 111731 w 194208"/>
                <a:gd name="connsiteY25" fmla="*/ 591383 h 642432"/>
                <a:gd name="connsiteX26" fmla="*/ 102942 w 194208"/>
                <a:gd name="connsiteY26" fmla="*/ 573836 h 642432"/>
                <a:gd name="connsiteX27" fmla="*/ 111731 w 194208"/>
                <a:gd name="connsiteY27" fmla="*/ 565566 h 642432"/>
                <a:gd name="connsiteX28" fmla="*/ 130931 w 194208"/>
                <a:gd name="connsiteY28" fmla="*/ 540268 h 642432"/>
                <a:gd name="connsiteX29" fmla="*/ 136672 w 194208"/>
                <a:gd name="connsiteY29" fmla="*/ 529306 h 642432"/>
                <a:gd name="connsiteX30" fmla="*/ 155516 w 194208"/>
                <a:gd name="connsiteY30" fmla="*/ 533360 h 642432"/>
                <a:gd name="connsiteX31" fmla="*/ 161775 w 194208"/>
                <a:gd name="connsiteY31" fmla="*/ 495770 h 642432"/>
                <a:gd name="connsiteX32" fmla="*/ 161775 w 194208"/>
                <a:gd name="connsiteY32" fmla="*/ 0 h 642432"/>
                <a:gd name="connsiteX33" fmla="*/ 194208 w 194208"/>
                <a:gd name="connsiteY33" fmla="*/ 0 h 642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4208" h="642432">
                  <a:moveTo>
                    <a:pt x="194208" y="0"/>
                  </a:moveTo>
                  <a:lnTo>
                    <a:pt x="194208" y="495770"/>
                  </a:lnTo>
                  <a:cubicBezTo>
                    <a:pt x="194208" y="517695"/>
                    <a:pt x="189473" y="538971"/>
                    <a:pt x="180067" y="558982"/>
                  </a:cubicBezTo>
                  <a:lnTo>
                    <a:pt x="174586" y="570658"/>
                  </a:lnTo>
                  <a:lnTo>
                    <a:pt x="153342" y="566085"/>
                  </a:lnTo>
                  <a:cubicBezTo>
                    <a:pt x="150067" y="571080"/>
                    <a:pt x="146467" y="575815"/>
                    <a:pt x="142478" y="580323"/>
                  </a:cubicBezTo>
                  <a:lnTo>
                    <a:pt x="152370" y="600042"/>
                  </a:lnTo>
                  <a:lnTo>
                    <a:pt x="142834" y="608313"/>
                  </a:lnTo>
                  <a:cubicBezTo>
                    <a:pt x="125548" y="623199"/>
                    <a:pt x="104758" y="633935"/>
                    <a:pt x="82704" y="639351"/>
                  </a:cubicBezTo>
                  <a:lnTo>
                    <a:pt x="70152" y="642432"/>
                  </a:lnTo>
                  <a:lnTo>
                    <a:pt x="60292" y="622810"/>
                  </a:lnTo>
                  <a:cubicBezTo>
                    <a:pt x="56336" y="623199"/>
                    <a:pt x="52346" y="623394"/>
                    <a:pt x="48390" y="623394"/>
                  </a:cubicBezTo>
                  <a:lnTo>
                    <a:pt x="48260" y="623394"/>
                  </a:lnTo>
                  <a:cubicBezTo>
                    <a:pt x="45439" y="623394"/>
                    <a:pt x="42617" y="623297"/>
                    <a:pt x="39763" y="623070"/>
                  </a:cubicBezTo>
                  <a:cubicBezTo>
                    <a:pt x="38627" y="623005"/>
                    <a:pt x="37459" y="622907"/>
                    <a:pt x="36325" y="622778"/>
                  </a:cubicBezTo>
                  <a:lnTo>
                    <a:pt x="32400" y="630594"/>
                  </a:lnTo>
                  <a:cubicBezTo>
                    <a:pt x="28022" y="630205"/>
                    <a:pt x="23384" y="629556"/>
                    <a:pt x="19719" y="628907"/>
                  </a:cubicBezTo>
                  <a:cubicBezTo>
                    <a:pt x="17091" y="628421"/>
                    <a:pt x="9243" y="626151"/>
                    <a:pt x="6875" y="625340"/>
                  </a:cubicBezTo>
                  <a:cubicBezTo>
                    <a:pt x="4540" y="624529"/>
                    <a:pt x="2238" y="623653"/>
                    <a:pt x="0" y="622778"/>
                  </a:cubicBezTo>
                  <a:lnTo>
                    <a:pt x="4410" y="614053"/>
                  </a:lnTo>
                  <a:lnTo>
                    <a:pt x="18194" y="586712"/>
                  </a:lnTo>
                  <a:lnTo>
                    <a:pt x="30292" y="589145"/>
                  </a:lnTo>
                  <a:cubicBezTo>
                    <a:pt x="42259" y="591545"/>
                    <a:pt x="54389" y="591545"/>
                    <a:pt x="66358" y="589145"/>
                  </a:cubicBezTo>
                  <a:lnTo>
                    <a:pt x="78488" y="586712"/>
                  </a:lnTo>
                  <a:lnTo>
                    <a:pt x="87212" y="604096"/>
                  </a:lnTo>
                  <a:cubicBezTo>
                    <a:pt x="95839" y="600885"/>
                    <a:pt x="104109" y="596604"/>
                    <a:pt x="111731" y="591383"/>
                  </a:cubicBezTo>
                  <a:lnTo>
                    <a:pt x="102942" y="573836"/>
                  </a:lnTo>
                  <a:lnTo>
                    <a:pt x="111731" y="565566"/>
                  </a:lnTo>
                  <a:cubicBezTo>
                    <a:pt x="119580" y="558139"/>
                    <a:pt x="126066" y="549641"/>
                    <a:pt x="130931" y="540268"/>
                  </a:cubicBezTo>
                  <a:lnTo>
                    <a:pt x="136672" y="529306"/>
                  </a:lnTo>
                  <a:lnTo>
                    <a:pt x="155516" y="533360"/>
                  </a:lnTo>
                  <a:cubicBezTo>
                    <a:pt x="159700" y="521262"/>
                    <a:pt x="161775" y="508646"/>
                    <a:pt x="161775" y="495770"/>
                  </a:cubicBezTo>
                  <a:lnTo>
                    <a:pt x="161775" y="0"/>
                  </a:lnTo>
                  <a:lnTo>
                    <a:pt x="194208" y="0"/>
                  </a:lnTo>
                  <a:close/>
                </a:path>
              </a:pathLst>
            </a:custGeom>
            <a:solidFill>
              <a:srgbClr val="CAB481"/>
            </a:solidFill>
            <a:ln w="3243" cap="flat">
              <a:noFill/>
              <a:prstDash val="solid"/>
              <a:miter/>
            </a:ln>
          </p:spPr>
          <p:txBody>
            <a:bodyPr rtlCol="0" anchor="ctr"/>
            <a:lstStyle/>
            <a:p>
              <a:endParaRPr lang="en-US" dirty="0"/>
            </a:p>
          </p:txBody>
        </p:sp>
      </p:grpSp>
      <p:grpSp>
        <p:nvGrpSpPr>
          <p:cNvPr id="79" name="Group 99"/>
          <p:cNvGrpSpPr/>
          <p:nvPr/>
        </p:nvGrpSpPr>
        <p:grpSpPr>
          <a:xfrm>
            <a:off x="6558263" y="2411702"/>
            <a:ext cx="630464" cy="630366"/>
            <a:chOff x="881340" y="6498417"/>
            <a:chExt cx="630464" cy="630366"/>
          </a:xfrm>
        </p:grpSpPr>
        <p:sp>
          <p:nvSpPr>
            <p:cNvPr id="80" name="Freeform: Shape 858"/>
            <p:cNvSpPr/>
            <p:nvPr/>
          </p:nvSpPr>
          <p:spPr>
            <a:xfrm>
              <a:off x="965990" y="6638041"/>
              <a:ext cx="49881" cy="9729"/>
            </a:xfrm>
            <a:custGeom>
              <a:avLst/>
              <a:gdLst>
                <a:gd name="connsiteX0" fmla="*/ 0 w 49881"/>
                <a:gd name="connsiteY0" fmla="*/ 0 h 9729"/>
                <a:gd name="connsiteX1" fmla="*/ 49882 w 49881"/>
                <a:gd name="connsiteY1" fmla="*/ 0 h 9729"/>
                <a:gd name="connsiteX2" fmla="*/ 49882 w 49881"/>
                <a:gd name="connsiteY2" fmla="*/ 9730 h 9729"/>
                <a:gd name="connsiteX3" fmla="*/ 0 w 49881"/>
                <a:gd name="connsiteY3" fmla="*/ 9730 h 9729"/>
              </a:gdLst>
              <a:ahLst/>
              <a:cxnLst>
                <a:cxn ang="0">
                  <a:pos x="connsiteX0" y="connsiteY0"/>
                </a:cxn>
                <a:cxn ang="0">
                  <a:pos x="connsiteX1" y="connsiteY1"/>
                </a:cxn>
                <a:cxn ang="0">
                  <a:pos x="connsiteX2" y="connsiteY2"/>
                </a:cxn>
                <a:cxn ang="0">
                  <a:pos x="connsiteX3" y="connsiteY3"/>
                </a:cxn>
              </a:cxnLst>
              <a:rect l="l" t="t" r="r" b="b"/>
              <a:pathLst>
                <a:path w="49881" h="9729">
                  <a:moveTo>
                    <a:pt x="0" y="0"/>
                  </a:moveTo>
                  <a:lnTo>
                    <a:pt x="49882" y="0"/>
                  </a:lnTo>
                  <a:lnTo>
                    <a:pt x="49882" y="9730"/>
                  </a:lnTo>
                  <a:lnTo>
                    <a:pt x="0" y="9730"/>
                  </a:lnTo>
                  <a:close/>
                </a:path>
              </a:pathLst>
            </a:custGeom>
            <a:solidFill>
              <a:srgbClr val="000000"/>
            </a:solidFill>
            <a:ln w="3243" cap="flat">
              <a:noFill/>
              <a:prstDash val="solid"/>
              <a:miter/>
            </a:ln>
          </p:spPr>
          <p:txBody>
            <a:bodyPr rtlCol="0" anchor="ctr"/>
            <a:lstStyle/>
            <a:p>
              <a:endParaRPr lang="en-US"/>
            </a:p>
          </p:txBody>
        </p:sp>
        <p:sp>
          <p:nvSpPr>
            <p:cNvPr id="81" name="Freeform: Shape 859"/>
            <p:cNvSpPr/>
            <p:nvPr/>
          </p:nvSpPr>
          <p:spPr>
            <a:xfrm>
              <a:off x="965990" y="6578202"/>
              <a:ext cx="129666" cy="9729"/>
            </a:xfrm>
            <a:custGeom>
              <a:avLst/>
              <a:gdLst>
                <a:gd name="connsiteX0" fmla="*/ 0 w 129666"/>
                <a:gd name="connsiteY0" fmla="*/ 0 h 9729"/>
                <a:gd name="connsiteX1" fmla="*/ 129667 w 129666"/>
                <a:gd name="connsiteY1" fmla="*/ 0 h 9729"/>
                <a:gd name="connsiteX2" fmla="*/ 129667 w 129666"/>
                <a:gd name="connsiteY2" fmla="*/ 9730 h 9729"/>
                <a:gd name="connsiteX3" fmla="*/ 0 w 129666"/>
                <a:gd name="connsiteY3" fmla="*/ 9730 h 9729"/>
              </a:gdLst>
              <a:ahLst/>
              <a:cxnLst>
                <a:cxn ang="0">
                  <a:pos x="connsiteX0" y="connsiteY0"/>
                </a:cxn>
                <a:cxn ang="0">
                  <a:pos x="connsiteX1" y="connsiteY1"/>
                </a:cxn>
                <a:cxn ang="0">
                  <a:pos x="connsiteX2" y="connsiteY2"/>
                </a:cxn>
                <a:cxn ang="0">
                  <a:pos x="connsiteX3" y="connsiteY3"/>
                </a:cxn>
              </a:cxnLst>
              <a:rect l="l" t="t" r="r" b="b"/>
              <a:pathLst>
                <a:path w="129666" h="9729">
                  <a:moveTo>
                    <a:pt x="0" y="0"/>
                  </a:moveTo>
                  <a:lnTo>
                    <a:pt x="129667" y="0"/>
                  </a:lnTo>
                  <a:lnTo>
                    <a:pt x="129667" y="9730"/>
                  </a:lnTo>
                  <a:lnTo>
                    <a:pt x="0" y="9730"/>
                  </a:lnTo>
                  <a:close/>
                </a:path>
              </a:pathLst>
            </a:custGeom>
            <a:solidFill>
              <a:srgbClr val="000000"/>
            </a:solidFill>
            <a:ln w="3243" cap="flat">
              <a:noFill/>
              <a:prstDash val="solid"/>
              <a:miter/>
            </a:ln>
          </p:spPr>
          <p:txBody>
            <a:bodyPr rtlCol="0" anchor="ctr"/>
            <a:lstStyle/>
            <a:p>
              <a:endParaRPr lang="en-US"/>
            </a:p>
          </p:txBody>
        </p:sp>
        <p:sp>
          <p:nvSpPr>
            <p:cNvPr id="82" name="Freeform: Shape 860"/>
            <p:cNvSpPr/>
            <p:nvPr/>
          </p:nvSpPr>
          <p:spPr>
            <a:xfrm>
              <a:off x="941147" y="6717826"/>
              <a:ext cx="570657" cy="410957"/>
            </a:xfrm>
            <a:custGeom>
              <a:avLst/>
              <a:gdLst>
                <a:gd name="connsiteX0" fmla="*/ 570657 w 570657"/>
                <a:gd name="connsiteY0" fmla="*/ 347746 h 410957"/>
                <a:gd name="connsiteX1" fmla="*/ 505337 w 570657"/>
                <a:gd name="connsiteY1" fmla="*/ 282426 h 410957"/>
                <a:gd name="connsiteX2" fmla="*/ 518440 w 570657"/>
                <a:gd name="connsiteY2" fmla="*/ 224436 h 410957"/>
                <a:gd name="connsiteX3" fmla="*/ 518440 w 570657"/>
                <a:gd name="connsiteY3" fmla="*/ 224306 h 410957"/>
                <a:gd name="connsiteX4" fmla="*/ 400352 w 570657"/>
                <a:gd name="connsiteY4" fmla="*/ 90780 h 410957"/>
                <a:gd name="connsiteX5" fmla="*/ 383908 w 570657"/>
                <a:gd name="connsiteY5" fmla="*/ 89775 h 410957"/>
                <a:gd name="connsiteX6" fmla="*/ 367919 w 570657"/>
                <a:gd name="connsiteY6" fmla="*/ 90715 h 410957"/>
                <a:gd name="connsiteX7" fmla="*/ 332762 w 570657"/>
                <a:gd name="connsiteY7" fmla="*/ 99829 h 410957"/>
                <a:gd name="connsiteX8" fmla="*/ 332762 w 570657"/>
                <a:gd name="connsiteY8" fmla="*/ 99731 h 410957"/>
                <a:gd name="connsiteX9" fmla="*/ 327864 w 570657"/>
                <a:gd name="connsiteY9" fmla="*/ 101969 h 410957"/>
                <a:gd name="connsiteX10" fmla="*/ 313853 w 570657"/>
                <a:gd name="connsiteY10" fmla="*/ 109526 h 410957"/>
                <a:gd name="connsiteX11" fmla="*/ 170629 w 570657"/>
                <a:gd name="connsiteY11" fmla="*/ 130 h 410957"/>
                <a:gd name="connsiteX12" fmla="*/ 164435 w 570657"/>
                <a:gd name="connsiteY12" fmla="*/ 0 h 410957"/>
                <a:gd name="connsiteX13" fmla="*/ 46573 w 570657"/>
                <a:gd name="connsiteY13" fmla="*/ 49785 h 410957"/>
                <a:gd name="connsiteX14" fmla="*/ 64 w 570657"/>
                <a:gd name="connsiteY14" fmla="*/ 169106 h 410957"/>
                <a:gd name="connsiteX15" fmla="*/ 151915 w 570657"/>
                <a:gd name="connsiteY15" fmla="*/ 328449 h 410957"/>
                <a:gd name="connsiteX16" fmla="*/ 158272 w 570657"/>
                <a:gd name="connsiteY16" fmla="*/ 328805 h 410957"/>
                <a:gd name="connsiteX17" fmla="*/ 163559 w 570657"/>
                <a:gd name="connsiteY17" fmla="*/ 328903 h 410957"/>
                <a:gd name="connsiteX18" fmla="*/ 261701 w 570657"/>
                <a:gd name="connsiteY18" fmla="*/ 290632 h 410957"/>
                <a:gd name="connsiteX19" fmla="*/ 265139 w 570657"/>
                <a:gd name="connsiteY19" fmla="*/ 287583 h 410957"/>
                <a:gd name="connsiteX20" fmla="*/ 265301 w 570657"/>
                <a:gd name="connsiteY20" fmla="*/ 287875 h 410957"/>
                <a:gd name="connsiteX21" fmla="*/ 265398 w 570657"/>
                <a:gd name="connsiteY21" fmla="*/ 288037 h 410957"/>
                <a:gd name="connsiteX22" fmla="*/ 267863 w 570657"/>
                <a:gd name="connsiteY22" fmla="*/ 292416 h 410957"/>
                <a:gd name="connsiteX23" fmla="*/ 267896 w 570657"/>
                <a:gd name="connsiteY23" fmla="*/ 292481 h 410957"/>
                <a:gd name="connsiteX24" fmla="*/ 273474 w 570657"/>
                <a:gd name="connsiteY24" fmla="*/ 301140 h 410957"/>
                <a:gd name="connsiteX25" fmla="*/ 273474 w 570657"/>
                <a:gd name="connsiteY25" fmla="*/ 301140 h 410957"/>
                <a:gd name="connsiteX26" fmla="*/ 276523 w 570657"/>
                <a:gd name="connsiteY26" fmla="*/ 305486 h 410957"/>
                <a:gd name="connsiteX27" fmla="*/ 276620 w 570657"/>
                <a:gd name="connsiteY27" fmla="*/ 305389 h 410957"/>
                <a:gd name="connsiteX28" fmla="*/ 367919 w 570657"/>
                <a:gd name="connsiteY28" fmla="*/ 357800 h 410957"/>
                <a:gd name="connsiteX29" fmla="*/ 383908 w 570657"/>
                <a:gd name="connsiteY29" fmla="*/ 358773 h 410957"/>
                <a:gd name="connsiteX30" fmla="*/ 400352 w 570657"/>
                <a:gd name="connsiteY30" fmla="*/ 357800 h 410957"/>
                <a:gd name="connsiteX31" fmla="*/ 442028 w 570657"/>
                <a:gd name="connsiteY31" fmla="*/ 345638 h 410957"/>
                <a:gd name="connsiteX32" fmla="*/ 507348 w 570657"/>
                <a:gd name="connsiteY32" fmla="*/ 410958 h 410957"/>
                <a:gd name="connsiteX33" fmla="*/ 570657 w 570657"/>
                <a:gd name="connsiteY33" fmla="*/ 347649 h 410957"/>
                <a:gd name="connsiteX34" fmla="*/ 278534 w 570657"/>
                <a:gd name="connsiteY34" fmla="*/ 291021 h 410957"/>
                <a:gd name="connsiteX35" fmla="*/ 277334 w 570657"/>
                <a:gd name="connsiteY35" fmla="*/ 289172 h 410957"/>
                <a:gd name="connsiteX36" fmla="*/ 275290 w 570657"/>
                <a:gd name="connsiteY36" fmla="*/ 285669 h 410957"/>
                <a:gd name="connsiteX37" fmla="*/ 272890 w 570657"/>
                <a:gd name="connsiteY37" fmla="*/ 281194 h 410957"/>
                <a:gd name="connsiteX38" fmla="*/ 271042 w 570657"/>
                <a:gd name="connsiteY38" fmla="*/ 277464 h 410957"/>
                <a:gd name="connsiteX39" fmla="*/ 269031 w 570657"/>
                <a:gd name="connsiteY39" fmla="*/ 272923 h 410957"/>
                <a:gd name="connsiteX40" fmla="*/ 267442 w 570657"/>
                <a:gd name="connsiteY40" fmla="*/ 269064 h 410957"/>
                <a:gd name="connsiteX41" fmla="*/ 265755 w 570657"/>
                <a:gd name="connsiteY41" fmla="*/ 264361 h 410957"/>
                <a:gd name="connsiteX42" fmla="*/ 264458 w 570657"/>
                <a:gd name="connsiteY42" fmla="*/ 260437 h 410957"/>
                <a:gd name="connsiteX43" fmla="*/ 263128 w 570657"/>
                <a:gd name="connsiteY43" fmla="*/ 255539 h 410957"/>
                <a:gd name="connsiteX44" fmla="*/ 262155 w 570657"/>
                <a:gd name="connsiteY44" fmla="*/ 251647 h 410957"/>
                <a:gd name="connsiteX45" fmla="*/ 261150 w 570657"/>
                <a:gd name="connsiteY45" fmla="*/ 246393 h 410957"/>
                <a:gd name="connsiteX46" fmla="*/ 260501 w 570657"/>
                <a:gd name="connsiteY46" fmla="*/ 242663 h 410957"/>
                <a:gd name="connsiteX47" fmla="*/ 259820 w 570657"/>
                <a:gd name="connsiteY47" fmla="*/ 236728 h 410957"/>
                <a:gd name="connsiteX48" fmla="*/ 259496 w 570657"/>
                <a:gd name="connsiteY48" fmla="*/ 233550 h 410957"/>
                <a:gd name="connsiteX49" fmla="*/ 259171 w 570657"/>
                <a:gd name="connsiteY49" fmla="*/ 224566 h 410957"/>
                <a:gd name="connsiteX50" fmla="*/ 259171 w 570657"/>
                <a:gd name="connsiteY50" fmla="*/ 224306 h 410957"/>
                <a:gd name="connsiteX51" fmla="*/ 259171 w 570657"/>
                <a:gd name="connsiteY51" fmla="*/ 223658 h 410957"/>
                <a:gd name="connsiteX52" fmla="*/ 259463 w 570657"/>
                <a:gd name="connsiteY52" fmla="*/ 215420 h 410957"/>
                <a:gd name="connsiteX53" fmla="*/ 259787 w 570657"/>
                <a:gd name="connsiteY53" fmla="*/ 212274 h 410957"/>
                <a:gd name="connsiteX54" fmla="*/ 260404 w 570657"/>
                <a:gd name="connsiteY54" fmla="*/ 206630 h 410957"/>
                <a:gd name="connsiteX55" fmla="*/ 261052 w 570657"/>
                <a:gd name="connsiteY55" fmla="*/ 202998 h 410957"/>
                <a:gd name="connsiteX56" fmla="*/ 261960 w 570657"/>
                <a:gd name="connsiteY56" fmla="*/ 198036 h 410957"/>
                <a:gd name="connsiteX57" fmla="*/ 262933 w 570657"/>
                <a:gd name="connsiteY57" fmla="*/ 194144 h 410957"/>
                <a:gd name="connsiteX58" fmla="*/ 264101 w 570657"/>
                <a:gd name="connsiteY58" fmla="*/ 189570 h 410957"/>
                <a:gd name="connsiteX59" fmla="*/ 265398 w 570657"/>
                <a:gd name="connsiteY59" fmla="*/ 185581 h 410957"/>
                <a:gd name="connsiteX60" fmla="*/ 266825 w 570657"/>
                <a:gd name="connsiteY60" fmla="*/ 181333 h 410957"/>
                <a:gd name="connsiteX61" fmla="*/ 268447 w 570657"/>
                <a:gd name="connsiteY61" fmla="*/ 177311 h 410957"/>
                <a:gd name="connsiteX62" fmla="*/ 270101 w 570657"/>
                <a:gd name="connsiteY62" fmla="*/ 173322 h 410957"/>
                <a:gd name="connsiteX63" fmla="*/ 272047 w 570657"/>
                <a:gd name="connsiteY63" fmla="*/ 169300 h 410957"/>
                <a:gd name="connsiteX64" fmla="*/ 273896 w 570657"/>
                <a:gd name="connsiteY64" fmla="*/ 165603 h 410957"/>
                <a:gd name="connsiteX65" fmla="*/ 276166 w 570657"/>
                <a:gd name="connsiteY65" fmla="*/ 161613 h 410957"/>
                <a:gd name="connsiteX66" fmla="*/ 278209 w 570657"/>
                <a:gd name="connsiteY66" fmla="*/ 158143 h 410957"/>
                <a:gd name="connsiteX67" fmla="*/ 280804 w 570657"/>
                <a:gd name="connsiteY67" fmla="*/ 154219 h 410957"/>
                <a:gd name="connsiteX68" fmla="*/ 283009 w 570657"/>
                <a:gd name="connsiteY68" fmla="*/ 151008 h 410957"/>
                <a:gd name="connsiteX69" fmla="*/ 285896 w 570657"/>
                <a:gd name="connsiteY69" fmla="*/ 147181 h 410957"/>
                <a:gd name="connsiteX70" fmla="*/ 288264 w 570657"/>
                <a:gd name="connsiteY70" fmla="*/ 144229 h 410957"/>
                <a:gd name="connsiteX71" fmla="*/ 291474 w 570657"/>
                <a:gd name="connsiteY71" fmla="*/ 140564 h 410957"/>
                <a:gd name="connsiteX72" fmla="*/ 294004 w 570657"/>
                <a:gd name="connsiteY72" fmla="*/ 137840 h 410957"/>
                <a:gd name="connsiteX73" fmla="*/ 297507 w 570657"/>
                <a:gd name="connsiteY73" fmla="*/ 134337 h 410957"/>
                <a:gd name="connsiteX74" fmla="*/ 300167 w 570657"/>
                <a:gd name="connsiteY74" fmla="*/ 131840 h 410957"/>
                <a:gd name="connsiteX75" fmla="*/ 303961 w 570657"/>
                <a:gd name="connsiteY75" fmla="*/ 128532 h 410957"/>
                <a:gd name="connsiteX76" fmla="*/ 306783 w 570657"/>
                <a:gd name="connsiteY76" fmla="*/ 126229 h 410957"/>
                <a:gd name="connsiteX77" fmla="*/ 310837 w 570657"/>
                <a:gd name="connsiteY77" fmla="*/ 123148 h 410957"/>
                <a:gd name="connsiteX78" fmla="*/ 313821 w 570657"/>
                <a:gd name="connsiteY78" fmla="*/ 121072 h 410957"/>
                <a:gd name="connsiteX79" fmla="*/ 318102 w 570657"/>
                <a:gd name="connsiteY79" fmla="*/ 118250 h 410957"/>
                <a:gd name="connsiteX80" fmla="*/ 321248 w 570657"/>
                <a:gd name="connsiteY80" fmla="*/ 116369 h 410957"/>
                <a:gd name="connsiteX81" fmla="*/ 325756 w 570657"/>
                <a:gd name="connsiteY81" fmla="*/ 113840 h 410957"/>
                <a:gd name="connsiteX82" fmla="*/ 327053 w 570657"/>
                <a:gd name="connsiteY82" fmla="*/ 113191 h 410957"/>
                <a:gd name="connsiteX83" fmla="*/ 334902 w 570657"/>
                <a:gd name="connsiteY83" fmla="*/ 164403 h 410957"/>
                <a:gd name="connsiteX84" fmla="*/ 278501 w 570657"/>
                <a:gd name="connsiteY84" fmla="*/ 290988 h 410957"/>
                <a:gd name="connsiteX85" fmla="*/ 304967 w 570657"/>
                <a:gd name="connsiteY85" fmla="*/ 113515 h 410957"/>
                <a:gd name="connsiteX86" fmla="*/ 305486 w 570657"/>
                <a:gd name="connsiteY86" fmla="*/ 115105 h 410957"/>
                <a:gd name="connsiteX87" fmla="*/ 276199 w 570657"/>
                <a:gd name="connsiteY87" fmla="*/ 143873 h 410957"/>
                <a:gd name="connsiteX88" fmla="*/ 259269 w 570657"/>
                <a:gd name="connsiteY88" fmla="*/ 174100 h 410957"/>
                <a:gd name="connsiteX89" fmla="*/ 169364 w 570657"/>
                <a:gd name="connsiteY89" fmla="*/ 160284 h 410957"/>
                <a:gd name="connsiteX90" fmla="*/ 169364 w 570657"/>
                <a:gd name="connsiteY90" fmla="*/ 9827 h 410957"/>
                <a:gd name="connsiteX91" fmla="*/ 170305 w 570657"/>
                <a:gd name="connsiteY91" fmla="*/ 9827 h 410957"/>
                <a:gd name="connsiteX92" fmla="*/ 304967 w 570657"/>
                <a:gd name="connsiteY92" fmla="*/ 113483 h 410957"/>
                <a:gd name="connsiteX93" fmla="*/ 64638 w 570657"/>
                <a:gd name="connsiteY93" fmla="*/ 46249 h 410957"/>
                <a:gd name="connsiteX94" fmla="*/ 159602 w 570657"/>
                <a:gd name="connsiteY94" fmla="*/ 9860 h 410957"/>
                <a:gd name="connsiteX95" fmla="*/ 159602 w 570657"/>
                <a:gd name="connsiteY95" fmla="*/ 151786 h 410957"/>
                <a:gd name="connsiteX96" fmla="*/ 64638 w 570657"/>
                <a:gd name="connsiteY96" fmla="*/ 46249 h 410957"/>
                <a:gd name="connsiteX97" fmla="*/ 53579 w 570657"/>
                <a:gd name="connsiteY97" fmla="*/ 56563 h 410957"/>
                <a:gd name="connsiteX98" fmla="*/ 57438 w 570657"/>
                <a:gd name="connsiteY98" fmla="*/ 52801 h 410957"/>
                <a:gd name="connsiteX99" fmla="*/ 157624 w 570657"/>
                <a:gd name="connsiteY99" fmla="*/ 164111 h 410957"/>
                <a:gd name="connsiteX100" fmla="*/ 46865 w 570657"/>
                <a:gd name="connsiteY100" fmla="*/ 264199 h 410957"/>
                <a:gd name="connsiteX101" fmla="*/ 9827 w 570657"/>
                <a:gd name="connsiteY101" fmla="*/ 168846 h 410957"/>
                <a:gd name="connsiteX102" fmla="*/ 53579 w 570657"/>
                <a:gd name="connsiteY102" fmla="*/ 56595 h 410957"/>
                <a:gd name="connsiteX103" fmla="*/ 255279 w 570657"/>
                <a:gd name="connsiteY103" fmla="*/ 283367 h 410957"/>
                <a:gd name="connsiteX104" fmla="*/ 158694 w 570657"/>
                <a:gd name="connsiteY104" fmla="*/ 319075 h 410957"/>
                <a:gd name="connsiteX105" fmla="*/ 152726 w 570657"/>
                <a:gd name="connsiteY105" fmla="*/ 318751 h 410957"/>
                <a:gd name="connsiteX106" fmla="*/ 53384 w 570657"/>
                <a:gd name="connsiteY106" fmla="*/ 271432 h 410957"/>
                <a:gd name="connsiteX107" fmla="*/ 166056 w 570657"/>
                <a:gd name="connsiteY107" fmla="*/ 169625 h 410957"/>
                <a:gd name="connsiteX108" fmla="*/ 255896 w 570657"/>
                <a:gd name="connsiteY108" fmla="*/ 183441 h 410957"/>
                <a:gd name="connsiteX109" fmla="*/ 249409 w 570657"/>
                <a:gd name="connsiteY109" fmla="*/ 224306 h 410957"/>
                <a:gd name="connsiteX110" fmla="*/ 260760 w 570657"/>
                <a:gd name="connsiteY110" fmla="*/ 278502 h 410957"/>
                <a:gd name="connsiteX111" fmla="*/ 255279 w 570657"/>
                <a:gd name="connsiteY111" fmla="*/ 283367 h 410957"/>
                <a:gd name="connsiteX112" fmla="*/ 383941 w 570657"/>
                <a:gd name="connsiteY112" fmla="*/ 349108 h 410957"/>
                <a:gd name="connsiteX113" fmla="*/ 284047 w 570657"/>
                <a:gd name="connsiteY113" fmla="*/ 299064 h 410957"/>
                <a:gd name="connsiteX114" fmla="*/ 344665 w 570657"/>
                <a:gd name="connsiteY114" fmla="*/ 164435 h 410957"/>
                <a:gd name="connsiteX115" fmla="*/ 335940 w 570657"/>
                <a:gd name="connsiteY115" fmla="*/ 109105 h 410957"/>
                <a:gd name="connsiteX116" fmla="*/ 383941 w 570657"/>
                <a:gd name="connsiteY116" fmla="*/ 99504 h 410957"/>
                <a:gd name="connsiteX117" fmla="*/ 472158 w 570657"/>
                <a:gd name="connsiteY117" fmla="*/ 136089 h 410957"/>
                <a:gd name="connsiteX118" fmla="*/ 508743 w 570657"/>
                <a:gd name="connsiteY118" fmla="*/ 224306 h 410957"/>
                <a:gd name="connsiteX119" fmla="*/ 472223 w 570657"/>
                <a:gd name="connsiteY119" fmla="*/ 312556 h 410957"/>
                <a:gd name="connsiteX120" fmla="*/ 383941 w 570657"/>
                <a:gd name="connsiteY120" fmla="*/ 349108 h 410957"/>
                <a:gd name="connsiteX121" fmla="*/ 479099 w 570657"/>
                <a:gd name="connsiteY121" fmla="*/ 319432 h 410957"/>
                <a:gd name="connsiteX122" fmla="*/ 500602 w 570657"/>
                <a:gd name="connsiteY122" fmla="*/ 291410 h 410957"/>
                <a:gd name="connsiteX123" fmla="*/ 556938 w 570657"/>
                <a:gd name="connsiteY123" fmla="*/ 347746 h 410957"/>
                <a:gd name="connsiteX124" fmla="*/ 507413 w 570657"/>
                <a:gd name="connsiteY124" fmla="*/ 397271 h 410957"/>
                <a:gd name="connsiteX125" fmla="*/ 451077 w 570657"/>
                <a:gd name="connsiteY125" fmla="*/ 340935 h 410957"/>
                <a:gd name="connsiteX126" fmla="*/ 479132 w 570657"/>
                <a:gd name="connsiteY126" fmla="*/ 319400 h 41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70657" h="410957">
                  <a:moveTo>
                    <a:pt x="570657" y="347746"/>
                  </a:moveTo>
                  <a:lnTo>
                    <a:pt x="505337" y="282426"/>
                  </a:lnTo>
                  <a:cubicBezTo>
                    <a:pt x="513900" y="264555"/>
                    <a:pt x="518440" y="244836"/>
                    <a:pt x="518440" y="224436"/>
                  </a:cubicBezTo>
                  <a:lnTo>
                    <a:pt x="518440" y="224306"/>
                  </a:lnTo>
                  <a:cubicBezTo>
                    <a:pt x="518440" y="155711"/>
                    <a:pt x="466807" y="98921"/>
                    <a:pt x="400352" y="90780"/>
                  </a:cubicBezTo>
                  <a:cubicBezTo>
                    <a:pt x="394968" y="90099"/>
                    <a:pt x="389487" y="89775"/>
                    <a:pt x="383908" y="89775"/>
                  </a:cubicBezTo>
                  <a:cubicBezTo>
                    <a:pt x="378330" y="89775"/>
                    <a:pt x="373173" y="90099"/>
                    <a:pt x="367919" y="90715"/>
                  </a:cubicBezTo>
                  <a:cubicBezTo>
                    <a:pt x="355821" y="92142"/>
                    <a:pt x="344081" y="95191"/>
                    <a:pt x="332762" y="99829"/>
                  </a:cubicBezTo>
                  <a:lnTo>
                    <a:pt x="332762" y="99731"/>
                  </a:lnTo>
                  <a:cubicBezTo>
                    <a:pt x="332762" y="99731"/>
                    <a:pt x="327864" y="101969"/>
                    <a:pt x="327864" y="101969"/>
                  </a:cubicBezTo>
                  <a:cubicBezTo>
                    <a:pt x="322999" y="104207"/>
                    <a:pt x="318361" y="106769"/>
                    <a:pt x="313853" y="109526"/>
                  </a:cubicBezTo>
                  <a:cubicBezTo>
                    <a:pt x="292869" y="46444"/>
                    <a:pt x="235463" y="2530"/>
                    <a:pt x="170629" y="130"/>
                  </a:cubicBezTo>
                  <a:cubicBezTo>
                    <a:pt x="168586" y="65"/>
                    <a:pt x="166510" y="0"/>
                    <a:pt x="164435" y="0"/>
                  </a:cubicBezTo>
                  <a:cubicBezTo>
                    <a:pt x="119645" y="0"/>
                    <a:pt x="77774" y="17676"/>
                    <a:pt x="46573" y="49785"/>
                  </a:cubicBezTo>
                  <a:cubicBezTo>
                    <a:pt x="15340" y="81893"/>
                    <a:pt x="-1168" y="124251"/>
                    <a:pt x="64" y="169106"/>
                  </a:cubicBezTo>
                  <a:cubicBezTo>
                    <a:pt x="2335" y="252166"/>
                    <a:pt x="69049" y="322156"/>
                    <a:pt x="151915" y="328449"/>
                  </a:cubicBezTo>
                  <a:cubicBezTo>
                    <a:pt x="154056" y="328611"/>
                    <a:pt x="156164" y="328740"/>
                    <a:pt x="158272" y="328805"/>
                  </a:cubicBezTo>
                  <a:cubicBezTo>
                    <a:pt x="160024" y="328870"/>
                    <a:pt x="161808" y="328903"/>
                    <a:pt x="163559" y="328903"/>
                  </a:cubicBezTo>
                  <a:cubicBezTo>
                    <a:pt x="199138" y="328903"/>
                    <a:pt x="233809" y="315443"/>
                    <a:pt x="261701" y="290632"/>
                  </a:cubicBezTo>
                  <a:lnTo>
                    <a:pt x="265139" y="287583"/>
                  </a:lnTo>
                  <a:cubicBezTo>
                    <a:pt x="265139" y="287583"/>
                    <a:pt x="265236" y="287778"/>
                    <a:pt x="265301" y="287875"/>
                  </a:cubicBezTo>
                  <a:cubicBezTo>
                    <a:pt x="265301" y="287940"/>
                    <a:pt x="265366" y="287972"/>
                    <a:pt x="265398" y="288037"/>
                  </a:cubicBezTo>
                  <a:cubicBezTo>
                    <a:pt x="266209" y="289497"/>
                    <a:pt x="267020" y="290956"/>
                    <a:pt x="267863" y="292416"/>
                  </a:cubicBezTo>
                  <a:cubicBezTo>
                    <a:pt x="267863" y="292416"/>
                    <a:pt x="267863" y="292481"/>
                    <a:pt x="267896" y="292481"/>
                  </a:cubicBezTo>
                  <a:cubicBezTo>
                    <a:pt x="269647" y="295432"/>
                    <a:pt x="271496" y="298318"/>
                    <a:pt x="273474" y="301140"/>
                  </a:cubicBezTo>
                  <a:cubicBezTo>
                    <a:pt x="273474" y="301140"/>
                    <a:pt x="273474" y="301140"/>
                    <a:pt x="273474" y="301140"/>
                  </a:cubicBezTo>
                  <a:lnTo>
                    <a:pt x="276523" y="305486"/>
                  </a:lnTo>
                  <a:lnTo>
                    <a:pt x="276620" y="305389"/>
                  </a:lnTo>
                  <a:cubicBezTo>
                    <a:pt x="298772" y="334611"/>
                    <a:pt x="331789" y="353519"/>
                    <a:pt x="367919" y="357800"/>
                  </a:cubicBezTo>
                  <a:cubicBezTo>
                    <a:pt x="373206" y="358449"/>
                    <a:pt x="378525" y="358773"/>
                    <a:pt x="383908" y="358773"/>
                  </a:cubicBezTo>
                  <a:cubicBezTo>
                    <a:pt x="389292" y="358773"/>
                    <a:pt x="394936" y="358449"/>
                    <a:pt x="400352" y="357800"/>
                  </a:cubicBezTo>
                  <a:cubicBezTo>
                    <a:pt x="414914" y="356049"/>
                    <a:pt x="428958" y="351930"/>
                    <a:pt x="442028" y="345638"/>
                  </a:cubicBezTo>
                  <a:lnTo>
                    <a:pt x="507348" y="410958"/>
                  </a:lnTo>
                  <a:lnTo>
                    <a:pt x="570657" y="347649"/>
                  </a:lnTo>
                  <a:close/>
                  <a:moveTo>
                    <a:pt x="278534" y="291021"/>
                  </a:moveTo>
                  <a:cubicBezTo>
                    <a:pt x="278145" y="290405"/>
                    <a:pt x="277723" y="289788"/>
                    <a:pt x="277334" y="289172"/>
                  </a:cubicBezTo>
                  <a:cubicBezTo>
                    <a:pt x="276620" y="288005"/>
                    <a:pt x="275939" y="286837"/>
                    <a:pt x="275290" y="285669"/>
                  </a:cubicBezTo>
                  <a:cubicBezTo>
                    <a:pt x="274447" y="284210"/>
                    <a:pt x="273669" y="282718"/>
                    <a:pt x="272890" y="281194"/>
                  </a:cubicBezTo>
                  <a:cubicBezTo>
                    <a:pt x="272242" y="279961"/>
                    <a:pt x="271626" y="278729"/>
                    <a:pt x="271042" y="277464"/>
                  </a:cubicBezTo>
                  <a:cubicBezTo>
                    <a:pt x="270328" y="275972"/>
                    <a:pt x="269680" y="274448"/>
                    <a:pt x="269031" y="272923"/>
                  </a:cubicBezTo>
                  <a:cubicBezTo>
                    <a:pt x="268480" y="271626"/>
                    <a:pt x="267961" y="270361"/>
                    <a:pt x="267442" y="269064"/>
                  </a:cubicBezTo>
                  <a:cubicBezTo>
                    <a:pt x="266858" y="267507"/>
                    <a:pt x="266307" y="265950"/>
                    <a:pt x="265755" y="264361"/>
                  </a:cubicBezTo>
                  <a:cubicBezTo>
                    <a:pt x="265301" y="263064"/>
                    <a:pt x="264879" y="261766"/>
                    <a:pt x="264458" y="260437"/>
                  </a:cubicBezTo>
                  <a:cubicBezTo>
                    <a:pt x="263971" y="258815"/>
                    <a:pt x="263550" y="257161"/>
                    <a:pt x="263128" y="255539"/>
                  </a:cubicBezTo>
                  <a:cubicBezTo>
                    <a:pt x="262804" y="254242"/>
                    <a:pt x="262447" y="252945"/>
                    <a:pt x="262155" y="251647"/>
                  </a:cubicBezTo>
                  <a:cubicBezTo>
                    <a:pt x="261766" y="249929"/>
                    <a:pt x="261474" y="248145"/>
                    <a:pt x="261150" y="246393"/>
                  </a:cubicBezTo>
                  <a:cubicBezTo>
                    <a:pt x="260923" y="245161"/>
                    <a:pt x="260663" y="243896"/>
                    <a:pt x="260501" y="242663"/>
                  </a:cubicBezTo>
                  <a:cubicBezTo>
                    <a:pt x="260209" y="240685"/>
                    <a:pt x="260014" y="238707"/>
                    <a:pt x="259820" y="236728"/>
                  </a:cubicBezTo>
                  <a:cubicBezTo>
                    <a:pt x="259723" y="235658"/>
                    <a:pt x="259560" y="234620"/>
                    <a:pt x="259496" y="233550"/>
                  </a:cubicBezTo>
                  <a:cubicBezTo>
                    <a:pt x="259269" y="230566"/>
                    <a:pt x="259171" y="227582"/>
                    <a:pt x="259171" y="224566"/>
                  </a:cubicBezTo>
                  <a:cubicBezTo>
                    <a:pt x="259171" y="224468"/>
                    <a:pt x="259171" y="224404"/>
                    <a:pt x="259171" y="224306"/>
                  </a:cubicBezTo>
                  <a:cubicBezTo>
                    <a:pt x="259171" y="224079"/>
                    <a:pt x="259171" y="223885"/>
                    <a:pt x="259171" y="223658"/>
                  </a:cubicBezTo>
                  <a:cubicBezTo>
                    <a:pt x="259171" y="220901"/>
                    <a:pt x="259269" y="218144"/>
                    <a:pt x="259463" y="215420"/>
                  </a:cubicBezTo>
                  <a:cubicBezTo>
                    <a:pt x="259528" y="214349"/>
                    <a:pt x="259690" y="213312"/>
                    <a:pt x="259787" y="212274"/>
                  </a:cubicBezTo>
                  <a:cubicBezTo>
                    <a:pt x="259982" y="210393"/>
                    <a:pt x="260144" y="208512"/>
                    <a:pt x="260404" y="206630"/>
                  </a:cubicBezTo>
                  <a:cubicBezTo>
                    <a:pt x="260566" y="205398"/>
                    <a:pt x="260825" y="204198"/>
                    <a:pt x="261052" y="202998"/>
                  </a:cubicBezTo>
                  <a:cubicBezTo>
                    <a:pt x="261344" y="201344"/>
                    <a:pt x="261604" y="199657"/>
                    <a:pt x="261960" y="198036"/>
                  </a:cubicBezTo>
                  <a:cubicBezTo>
                    <a:pt x="262252" y="196738"/>
                    <a:pt x="262609" y="195441"/>
                    <a:pt x="262933" y="194144"/>
                  </a:cubicBezTo>
                  <a:cubicBezTo>
                    <a:pt x="263323" y="192619"/>
                    <a:pt x="263679" y="191095"/>
                    <a:pt x="264101" y="189570"/>
                  </a:cubicBezTo>
                  <a:cubicBezTo>
                    <a:pt x="264490" y="188241"/>
                    <a:pt x="264944" y="186911"/>
                    <a:pt x="265398" y="185581"/>
                  </a:cubicBezTo>
                  <a:cubicBezTo>
                    <a:pt x="265852" y="184154"/>
                    <a:pt x="266307" y="182727"/>
                    <a:pt x="266825" y="181333"/>
                  </a:cubicBezTo>
                  <a:cubicBezTo>
                    <a:pt x="267312" y="179970"/>
                    <a:pt x="267896" y="178641"/>
                    <a:pt x="268447" y="177311"/>
                  </a:cubicBezTo>
                  <a:cubicBezTo>
                    <a:pt x="268998" y="175981"/>
                    <a:pt x="269517" y="174651"/>
                    <a:pt x="270101" y="173322"/>
                  </a:cubicBezTo>
                  <a:cubicBezTo>
                    <a:pt x="270717" y="171960"/>
                    <a:pt x="271366" y="170630"/>
                    <a:pt x="272047" y="169300"/>
                  </a:cubicBezTo>
                  <a:cubicBezTo>
                    <a:pt x="272663" y="168067"/>
                    <a:pt x="273247" y="166803"/>
                    <a:pt x="273896" y="165603"/>
                  </a:cubicBezTo>
                  <a:cubicBezTo>
                    <a:pt x="274609" y="164241"/>
                    <a:pt x="275388" y="162943"/>
                    <a:pt x="276166" y="161613"/>
                  </a:cubicBezTo>
                  <a:cubicBezTo>
                    <a:pt x="276847" y="160446"/>
                    <a:pt x="277496" y="159278"/>
                    <a:pt x="278209" y="158143"/>
                  </a:cubicBezTo>
                  <a:cubicBezTo>
                    <a:pt x="279053" y="156813"/>
                    <a:pt x="279928" y="155516"/>
                    <a:pt x="280804" y="154219"/>
                  </a:cubicBezTo>
                  <a:cubicBezTo>
                    <a:pt x="281550" y="153148"/>
                    <a:pt x="282264" y="152078"/>
                    <a:pt x="283009" y="151008"/>
                  </a:cubicBezTo>
                  <a:cubicBezTo>
                    <a:pt x="283950" y="149711"/>
                    <a:pt x="284923" y="148446"/>
                    <a:pt x="285896" y="147181"/>
                  </a:cubicBezTo>
                  <a:cubicBezTo>
                    <a:pt x="286674" y="146175"/>
                    <a:pt x="287453" y="145202"/>
                    <a:pt x="288264" y="144229"/>
                  </a:cubicBezTo>
                  <a:cubicBezTo>
                    <a:pt x="289301" y="142964"/>
                    <a:pt x="290372" y="141764"/>
                    <a:pt x="291474" y="140564"/>
                  </a:cubicBezTo>
                  <a:cubicBezTo>
                    <a:pt x="292318" y="139657"/>
                    <a:pt x="293129" y="138716"/>
                    <a:pt x="294004" y="137840"/>
                  </a:cubicBezTo>
                  <a:cubicBezTo>
                    <a:pt x="295139" y="136640"/>
                    <a:pt x="296339" y="135473"/>
                    <a:pt x="297507" y="134337"/>
                  </a:cubicBezTo>
                  <a:cubicBezTo>
                    <a:pt x="298383" y="133494"/>
                    <a:pt x="299258" y="132651"/>
                    <a:pt x="300167" y="131840"/>
                  </a:cubicBezTo>
                  <a:cubicBezTo>
                    <a:pt x="301399" y="130705"/>
                    <a:pt x="302664" y="129602"/>
                    <a:pt x="303961" y="128532"/>
                  </a:cubicBezTo>
                  <a:cubicBezTo>
                    <a:pt x="304902" y="127753"/>
                    <a:pt x="305810" y="126975"/>
                    <a:pt x="306783" y="126229"/>
                  </a:cubicBezTo>
                  <a:cubicBezTo>
                    <a:pt x="308113" y="125191"/>
                    <a:pt x="309475" y="124153"/>
                    <a:pt x="310837" y="123148"/>
                  </a:cubicBezTo>
                  <a:cubicBezTo>
                    <a:pt x="311810" y="122434"/>
                    <a:pt x="312815" y="121753"/>
                    <a:pt x="313821" y="121072"/>
                  </a:cubicBezTo>
                  <a:cubicBezTo>
                    <a:pt x="315248" y="120099"/>
                    <a:pt x="316675" y="119159"/>
                    <a:pt x="318102" y="118250"/>
                  </a:cubicBezTo>
                  <a:cubicBezTo>
                    <a:pt x="319140" y="117602"/>
                    <a:pt x="320178" y="116986"/>
                    <a:pt x="321248" y="116369"/>
                  </a:cubicBezTo>
                  <a:cubicBezTo>
                    <a:pt x="322740" y="115494"/>
                    <a:pt x="324232" y="114650"/>
                    <a:pt x="325756" y="113840"/>
                  </a:cubicBezTo>
                  <a:cubicBezTo>
                    <a:pt x="326178" y="113613"/>
                    <a:pt x="326632" y="113418"/>
                    <a:pt x="327053" y="113191"/>
                  </a:cubicBezTo>
                  <a:cubicBezTo>
                    <a:pt x="332243" y="129699"/>
                    <a:pt x="334902" y="146889"/>
                    <a:pt x="334902" y="164403"/>
                  </a:cubicBezTo>
                  <a:cubicBezTo>
                    <a:pt x="334902" y="212890"/>
                    <a:pt x="314405" y="258685"/>
                    <a:pt x="278501" y="290988"/>
                  </a:cubicBezTo>
                  <a:close/>
                  <a:moveTo>
                    <a:pt x="304967" y="113515"/>
                  </a:moveTo>
                  <a:lnTo>
                    <a:pt x="305486" y="115105"/>
                  </a:lnTo>
                  <a:cubicBezTo>
                    <a:pt x="294231" y="123213"/>
                    <a:pt x="284339" y="132910"/>
                    <a:pt x="276199" y="143873"/>
                  </a:cubicBezTo>
                  <a:cubicBezTo>
                    <a:pt x="269290" y="153148"/>
                    <a:pt x="263615" y="163332"/>
                    <a:pt x="259269" y="174100"/>
                  </a:cubicBezTo>
                  <a:lnTo>
                    <a:pt x="169364" y="160284"/>
                  </a:lnTo>
                  <a:lnTo>
                    <a:pt x="169364" y="9827"/>
                  </a:lnTo>
                  <a:cubicBezTo>
                    <a:pt x="169689" y="9827"/>
                    <a:pt x="170013" y="9827"/>
                    <a:pt x="170305" y="9827"/>
                  </a:cubicBezTo>
                  <a:cubicBezTo>
                    <a:pt x="231409" y="12097"/>
                    <a:pt x="285507" y="53741"/>
                    <a:pt x="304967" y="113483"/>
                  </a:cubicBezTo>
                  <a:close/>
                  <a:moveTo>
                    <a:pt x="64638" y="46249"/>
                  </a:moveTo>
                  <a:cubicBezTo>
                    <a:pt x="91266" y="23644"/>
                    <a:pt x="124380" y="10930"/>
                    <a:pt x="159602" y="9860"/>
                  </a:cubicBezTo>
                  <a:lnTo>
                    <a:pt x="159602" y="151786"/>
                  </a:lnTo>
                  <a:lnTo>
                    <a:pt x="64638" y="46249"/>
                  </a:lnTo>
                  <a:close/>
                  <a:moveTo>
                    <a:pt x="53579" y="56563"/>
                  </a:moveTo>
                  <a:cubicBezTo>
                    <a:pt x="54844" y="55266"/>
                    <a:pt x="56141" y="54033"/>
                    <a:pt x="57438" y="52801"/>
                  </a:cubicBezTo>
                  <a:lnTo>
                    <a:pt x="157624" y="164111"/>
                  </a:lnTo>
                  <a:lnTo>
                    <a:pt x="46865" y="264199"/>
                  </a:lnTo>
                  <a:cubicBezTo>
                    <a:pt x="24649" y="238090"/>
                    <a:pt x="10832" y="204782"/>
                    <a:pt x="9827" y="168846"/>
                  </a:cubicBezTo>
                  <a:cubicBezTo>
                    <a:pt x="8659" y="126651"/>
                    <a:pt x="24194" y="86791"/>
                    <a:pt x="53579" y="56595"/>
                  </a:cubicBezTo>
                  <a:close/>
                  <a:moveTo>
                    <a:pt x="255279" y="283367"/>
                  </a:moveTo>
                  <a:cubicBezTo>
                    <a:pt x="227873" y="307691"/>
                    <a:pt x="193527" y="320405"/>
                    <a:pt x="158694" y="319075"/>
                  </a:cubicBezTo>
                  <a:cubicBezTo>
                    <a:pt x="156716" y="319011"/>
                    <a:pt x="154705" y="318881"/>
                    <a:pt x="152726" y="318751"/>
                  </a:cubicBezTo>
                  <a:cubicBezTo>
                    <a:pt x="114001" y="315800"/>
                    <a:pt x="79039" y="298091"/>
                    <a:pt x="53384" y="271432"/>
                  </a:cubicBezTo>
                  <a:lnTo>
                    <a:pt x="166056" y="169625"/>
                  </a:lnTo>
                  <a:lnTo>
                    <a:pt x="255896" y="183441"/>
                  </a:lnTo>
                  <a:cubicBezTo>
                    <a:pt x="251712" y="196479"/>
                    <a:pt x="249409" y="210198"/>
                    <a:pt x="249409" y="224306"/>
                  </a:cubicBezTo>
                  <a:cubicBezTo>
                    <a:pt x="249409" y="243215"/>
                    <a:pt x="253301" y="261572"/>
                    <a:pt x="260760" y="278502"/>
                  </a:cubicBezTo>
                  <a:lnTo>
                    <a:pt x="255279" y="283367"/>
                  </a:lnTo>
                  <a:close/>
                  <a:moveTo>
                    <a:pt x="383941" y="349108"/>
                  </a:moveTo>
                  <a:cubicBezTo>
                    <a:pt x="344567" y="349108"/>
                    <a:pt x="307594" y="330459"/>
                    <a:pt x="284047" y="299064"/>
                  </a:cubicBezTo>
                  <a:cubicBezTo>
                    <a:pt x="322578" y="264880"/>
                    <a:pt x="344665" y="216101"/>
                    <a:pt x="344665" y="164435"/>
                  </a:cubicBezTo>
                  <a:cubicBezTo>
                    <a:pt x="344665" y="145494"/>
                    <a:pt x="341713" y="126910"/>
                    <a:pt x="335940" y="109105"/>
                  </a:cubicBezTo>
                  <a:cubicBezTo>
                    <a:pt x="351184" y="102748"/>
                    <a:pt x="367303" y="99504"/>
                    <a:pt x="383941" y="99504"/>
                  </a:cubicBezTo>
                  <a:cubicBezTo>
                    <a:pt x="418352" y="99504"/>
                    <a:pt x="449553" y="113515"/>
                    <a:pt x="472158" y="136089"/>
                  </a:cubicBezTo>
                  <a:cubicBezTo>
                    <a:pt x="494764" y="158695"/>
                    <a:pt x="508743" y="189895"/>
                    <a:pt x="508743" y="224306"/>
                  </a:cubicBezTo>
                  <a:cubicBezTo>
                    <a:pt x="508775" y="257648"/>
                    <a:pt x="495802" y="288978"/>
                    <a:pt x="472223" y="312556"/>
                  </a:cubicBezTo>
                  <a:cubicBezTo>
                    <a:pt x="448645" y="336135"/>
                    <a:pt x="417282" y="349108"/>
                    <a:pt x="383941" y="349108"/>
                  </a:cubicBezTo>
                  <a:close/>
                  <a:moveTo>
                    <a:pt x="479099" y="319432"/>
                  </a:moveTo>
                  <a:cubicBezTo>
                    <a:pt x="487564" y="310967"/>
                    <a:pt x="494732" y="301529"/>
                    <a:pt x="500602" y="291410"/>
                  </a:cubicBezTo>
                  <a:lnTo>
                    <a:pt x="556938" y="347746"/>
                  </a:lnTo>
                  <a:lnTo>
                    <a:pt x="507413" y="397271"/>
                  </a:lnTo>
                  <a:lnTo>
                    <a:pt x="451077" y="340935"/>
                  </a:lnTo>
                  <a:cubicBezTo>
                    <a:pt x="461196" y="335097"/>
                    <a:pt x="470634" y="327897"/>
                    <a:pt x="479132" y="319400"/>
                  </a:cubicBezTo>
                  <a:close/>
                </a:path>
              </a:pathLst>
            </a:custGeom>
            <a:solidFill>
              <a:srgbClr val="000000"/>
            </a:solidFill>
            <a:ln w="3243" cap="flat">
              <a:noFill/>
              <a:prstDash val="solid"/>
              <a:miter/>
            </a:ln>
          </p:spPr>
          <p:txBody>
            <a:bodyPr rtlCol="0" anchor="ctr"/>
            <a:lstStyle/>
            <a:p>
              <a:endParaRPr lang="en-US"/>
            </a:p>
          </p:txBody>
        </p:sp>
        <p:sp>
          <p:nvSpPr>
            <p:cNvPr id="83" name="Freeform: Shape 861"/>
            <p:cNvSpPr/>
            <p:nvPr/>
          </p:nvSpPr>
          <p:spPr>
            <a:xfrm>
              <a:off x="1157507" y="6508147"/>
              <a:ext cx="151526" cy="151494"/>
            </a:xfrm>
            <a:custGeom>
              <a:avLst/>
              <a:gdLst>
                <a:gd name="connsiteX0" fmla="*/ 151527 w 151526"/>
                <a:gd name="connsiteY0" fmla="*/ 151495 h 151494"/>
                <a:gd name="connsiteX1" fmla="*/ 141797 w 151526"/>
                <a:gd name="connsiteY1" fmla="*/ 141765 h 151494"/>
                <a:gd name="connsiteX2" fmla="*/ 9730 w 151526"/>
                <a:gd name="connsiteY2" fmla="*/ 141765 h 151494"/>
                <a:gd name="connsiteX3" fmla="*/ 9730 w 151526"/>
                <a:gd name="connsiteY3" fmla="*/ 9730 h 151494"/>
                <a:gd name="connsiteX4" fmla="*/ 0 w 151526"/>
                <a:gd name="connsiteY4" fmla="*/ 0 h 151494"/>
                <a:gd name="connsiteX5" fmla="*/ 0 w 151526"/>
                <a:gd name="connsiteY5" fmla="*/ 151495 h 151494"/>
                <a:gd name="connsiteX6" fmla="*/ 151527 w 151526"/>
                <a:gd name="connsiteY6" fmla="*/ 151495 h 15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526" h="151494">
                  <a:moveTo>
                    <a:pt x="151527" y="151495"/>
                  </a:moveTo>
                  <a:lnTo>
                    <a:pt x="141797" y="141765"/>
                  </a:lnTo>
                  <a:lnTo>
                    <a:pt x="9730" y="141765"/>
                  </a:lnTo>
                  <a:lnTo>
                    <a:pt x="9730" y="9730"/>
                  </a:lnTo>
                  <a:lnTo>
                    <a:pt x="0" y="0"/>
                  </a:lnTo>
                  <a:lnTo>
                    <a:pt x="0" y="151495"/>
                  </a:lnTo>
                  <a:lnTo>
                    <a:pt x="151527" y="151495"/>
                  </a:lnTo>
                  <a:close/>
                </a:path>
              </a:pathLst>
            </a:custGeom>
            <a:solidFill>
              <a:srgbClr val="000000"/>
            </a:solidFill>
            <a:ln w="3243" cap="flat">
              <a:noFill/>
              <a:prstDash val="solid"/>
              <a:miter/>
            </a:ln>
          </p:spPr>
          <p:txBody>
            <a:bodyPr rtlCol="0" anchor="ctr"/>
            <a:lstStyle/>
            <a:p>
              <a:endParaRPr lang="en-US"/>
            </a:p>
          </p:txBody>
        </p:sp>
        <p:sp>
          <p:nvSpPr>
            <p:cNvPr id="84" name="Freeform: Shape 862"/>
            <p:cNvSpPr/>
            <p:nvPr/>
          </p:nvSpPr>
          <p:spPr>
            <a:xfrm>
              <a:off x="881340" y="6498417"/>
              <a:ext cx="427725" cy="628453"/>
            </a:xfrm>
            <a:custGeom>
              <a:avLst/>
              <a:gdLst>
                <a:gd name="connsiteX0" fmla="*/ 9730 w 427725"/>
                <a:gd name="connsiteY0" fmla="*/ 9730 h 628453"/>
                <a:gd name="connsiteX1" fmla="*/ 276167 w 427725"/>
                <a:gd name="connsiteY1" fmla="*/ 9730 h 628453"/>
                <a:gd name="connsiteX2" fmla="*/ 266437 w 427725"/>
                <a:gd name="connsiteY2" fmla="*/ 0 h 628453"/>
                <a:gd name="connsiteX3" fmla="*/ 0 w 427725"/>
                <a:gd name="connsiteY3" fmla="*/ 0 h 628453"/>
                <a:gd name="connsiteX4" fmla="*/ 0 w 427725"/>
                <a:gd name="connsiteY4" fmla="*/ 628454 h 628453"/>
                <a:gd name="connsiteX5" fmla="*/ 427726 w 427725"/>
                <a:gd name="connsiteY5" fmla="*/ 628454 h 628453"/>
                <a:gd name="connsiteX6" fmla="*/ 427726 w 427725"/>
                <a:gd name="connsiteY6" fmla="*/ 618724 h 628453"/>
                <a:gd name="connsiteX7" fmla="*/ 9730 w 427725"/>
                <a:gd name="connsiteY7" fmla="*/ 618724 h 628453"/>
                <a:gd name="connsiteX8" fmla="*/ 9730 w 427725"/>
                <a:gd name="connsiteY8" fmla="*/ 9730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7725" h="628453">
                  <a:moveTo>
                    <a:pt x="9730" y="9730"/>
                  </a:moveTo>
                  <a:lnTo>
                    <a:pt x="276167" y="9730"/>
                  </a:lnTo>
                  <a:lnTo>
                    <a:pt x="266437" y="0"/>
                  </a:lnTo>
                  <a:lnTo>
                    <a:pt x="0" y="0"/>
                  </a:lnTo>
                  <a:lnTo>
                    <a:pt x="0" y="628454"/>
                  </a:lnTo>
                  <a:lnTo>
                    <a:pt x="427726" y="628454"/>
                  </a:lnTo>
                  <a:lnTo>
                    <a:pt x="427726" y="618724"/>
                  </a:lnTo>
                  <a:lnTo>
                    <a:pt x="9730" y="618724"/>
                  </a:lnTo>
                  <a:lnTo>
                    <a:pt x="9730" y="9730"/>
                  </a:lnTo>
                  <a:close/>
                </a:path>
              </a:pathLst>
            </a:custGeom>
            <a:solidFill>
              <a:srgbClr val="000000"/>
            </a:solidFill>
            <a:ln w="3243" cap="flat">
              <a:noFill/>
              <a:prstDash val="solid"/>
              <a:miter/>
            </a:ln>
          </p:spPr>
          <p:txBody>
            <a:bodyPr rtlCol="0" anchor="ctr"/>
            <a:lstStyle/>
            <a:p>
              <a:endParaRPr lang="en-US"/>
            </a:p>
          </p:txBody>
        </p:sp>
        <p:sp>
          <p:nvSpPr>
            <p:cNvPr id="85" name="Freeform: Shape 1058"/>
            <p:cNvSpPr/>
            <p:nvPr/>
          </p:nvSpPr>
          <p:spPr>
            <a:xfrm>
              <a:off x="1147777" y="6498417"/>
              <a:ext cx="193722" cy="310188"/>
            </a:xfrm>
            <a:custGeom>
              <a:avLst/>
              <a:gdLst>
                <a:gd name="connsiteX0" fmla="*/ 45893 w 193722"/>
                <a:gd name="connsiteY0" fmla="*/ 0 h 310188"/>
                <a:gd name="connsiteX1" fmla="*/ 0 w 193722"/>
                <a:gd name="connsiteY1" fmla="*/ 0 h 310188"/>
                <a:gd name="connsiteX2" fmla="*/ 19460 w 193722"/>
                <a:gd name="connsiteY2" fmla="*/ 19460 h 310188"/>
                <a:gd name="connsiteX3" fmla="*/ 151527 w 193722"/>
                <a:gd name="connsiteY3" fmla="*/ 151495 h 310188"/>
                <a:gd name="connsiteX4" fmla="*/ 161289 w 193722"/>
                <a:gd name="connsiteY4" fmla="*/ 161257 h 310188"/>
                <a:gd name="connsiteX5" fmla="*/ 161289 w 193722"/>
                <a:gd name="connsiteY5" fmla="*/ 310124 h 310188"/>
                <a:gd name="connsiteX6" fmla="*/ 177279 w 193722"/>
                <a:gd name="connsiteY6" fmla="*/ 309184 h 310188"/>
                <a:gd name="connsiteX7" fmla="*/ 193722 w 193722"/>
                <a:gd name="connsiteY7" fmla="*/ 310189 h 310188"/>
                <a:gd name="connsiteX8" fmla="*/ 193722 w 193722"/>
                <a:gd name="connsiteY8" fmla="*/ 147830 h 310188"/>
                <a:gd name="connsiteX9" fmla="*/ 45893 w 193722"/>
                <a:gd name="connsiteY9" fmla="*/ 0 h 31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722" h="310188">
                  <a:moveTo>
                    <a:pt x="45893" y="0"/>
                  </a:moveTo>
                  <a:lnTo>
                    <a:pt x="0" y="0"/>
                  </a:lnTo>
                  <a:lnTo>
                    <a:pt x="19460" y="19460"/>
                  </a:lnTo>
                  <a:lnTo>
                    <a:pt x="151527" y="151495"/>
                  </a:lnTo>
                  <a:lnTo>
                    <a:pt x="161289" y="161257"/>
                  </a:lnTo>
                  <a:lnTo>
                    <a:pt x="161289" y="310124"/>
                  </a:lnTo>
                  <a:cubicBezTo>
                    <a:pt x="166543" y="309508"/>
                    <a:pt x="171895" y="309184"/>
                    <a:pt x="177279" y="309184"/>
                  </a:cubicBezTo>
                  <a:cubicBezTo>
                    <a:pt x="182662" y="309184"/>
                    <a:pt x="188338" y="309508"/>
                    <a:pt x="193722" y="310189"/>
                  </a:cubicBezTo>
                  <a:lnTo>
                    <a:pt x="193722" y="147830"/>
                  </a:lnTo>
                  <a:lnTo>
                    <a:pt x="45893" y="0"/>
                  </a:lnTo>
                  <a:close/>
                </a:path>
              </a:pathLst>
            </a:custGeom>
            <a:solidFill>
              <a:srgbClr val="CAB481"/>
            </a:solidFill>
            <a:ln w="3243" cap="flat">
              <a:noFill/>
              <a:prstDash val="solid"/>
              <a:miter/>
            </a:ln>
          </p:spPr>
          <p:txBody>
            <a:bodyPr rtlCol="0" anchor="ctr"/>
            <a:lstStyle/>
            <a:p>
              <a:endParaRPr lang="en-US" dirty="0"/>
            </a:p>
          </p:txBody>
        </p:sp>
        <p:sp>
          <p:nvSpPr>
            <p:cNvPr id="86" name="Freeform: Shape 1059"/>
            <p:cNvSpPr/>
            <p:nvPr/>
          </p:nvSpPr>
          <p:spPr>
            <a:xfrm>
              <a:off x="1309066" y="7075691"/>
              <a:ext cx="32432" cy="51179"/>
            </a:xfrm>
            <a:custGeom>
              <a:avLst/>
              <a:gdLst>
                <a:gd name="connsiteX0" fmla="*/ 0 w 32432"/>
                <a:gd name="connsiteY0" fmla="*/ 0 h 51179"/>
                <a:gd name="connsiteX1" fmla="*/ 0 w 32432"/>
                <a:gd name="connsiteY1" fmla="*/ 51179 h 51179"/>
                <a:gd name="connsiteX2" fmla="*/ 32433 w 32432"/>
                <a:gd name="connsiteY2" fmla="*/ 51179 h 51179"/>
                <a:gd name="connsiteX3" fmla="*/ 32433 w 32432"/>
                <a:gd name="connsiteY3" fmla="*/ 0 h 51179"/>
                <a:gd name="connsiteX4" fmla="*/ 15989 w 32432"/>
                <a:gd name="connsiteY4" fmla="*/ 973 h 51179"/>
                <a:gd name="connsiteX5" fmla="*/ 0 w 32432"/>
                <a:gd name="connsiteY5" fmla="*/ 0 h 5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32" h="51179">
                  <a:moveTo>
                    <a:pt x="0" y="0"/>
                  </a:moveTo>
                  <a:lnTo>
                    <a:pt x="0" y="51179"/>
                  </a:lnTo>
                  <a:lnTo>
                    <a:pt x="32433" y="51179"/>
                  </a:lnTo>
                  <a:lnTo>
                    <a:pt x="32433" y="0"/>
                  </a:lnTo>
                  <a:cubicBezTo>
                    <a:pt x="27017" y="649"/>
                    <a:pt x="21535" y="973"/>
                    <a:pt x="15989" y="973"/>
                  </a:cubicBezTo>
                  <a:cubicBezTo>
                    <a:pt x="10443" y="973"/>
                    <a:pt x="5287" y="649"/>
                    <a:pt x="0" y="0"/>
                  </a:cubicBezTo>
                  <a:close/>
                </a:path>
              </a:pathLst>
            </a:custGeom>
            <a:solidFill>
              <a:srgbClr val="CAB481"/>
            </a:solidFill>
            <a:ln w="3243" cap="flat">
              <a:noFill/>
              <a:prstDash val="solid"/>
              <a:miter/>
            </a:ln>
          </p:spPr>
          <p:txBody>
            <a:bodyPr rtlCol="0" anchor="ctr"/>
            <a:lstStyle/>
            <a:p>
              <a:endParaRPr lang="en-US"/>
            </a:p>
          </p:txBody>
        </p:sp>
      </p:grpSp>
      <p:grpSp>
        <p:nvGrpSpPr>
          <p:cNvPr id="87" name="Group 1144"/>
          <p:cNvGrpSpPr/>
          <p:nvPr/>
        </p:nvGrpSpPr>
        <p:grpSpPr>
          <a:xfrm>
            <a:off x="7824364" y="2413975"/>
            <a:ext cx="601284" cy="601311"/>
            <a:chOff x="15231171" y="1283003"/>
            <a:chExt cx="679990" cy="680021"/>
          </a:xfrm>
        </p:grpSpPr>
        <p:sp>
          <p:nvSpPr>
            <p:cNvPr id="88" name="Freeform: Shape 997"/>
            <p:cNvSpPr/>
            <p:nvPr/>
          </p:nvSpPr>
          <p:spPr>
            <a:xfrm>
              <a:off x="15231171" y="1283035"/>
              <a:ext cx="679990" cy="679989"/>
            </a:xfrm>
            <a:custGeom>
              <a:avLst/>
              <a:gdLst>
                <a:gd name="connsiteX0" fmla="*/ 658325 w 679990"/>
                <a:gd name="connsiteY0" fmla="*/ 605394 h 679989"/>
                <a:gd name="connsiteX1" fmla="*/ 658325 w 679990"/>
                <a:gd name="connsiteY1" fmla="*/ 213668 h 679989"/>
                <a:gd name="connsiteX2" fmla="*/ 617622 w 679990"/>
                <a:gd name="connsiteY2" fmla="*/ 172965 h 679989"/>
                <a:gd name="connsiteX3" fmla="*/ 456819 w 679990"/>
                <a:gd name="connsiteY3" fmla="*/ 172965 h 679989"/>
                <a:gd name="connsiteX4" fmla="*/ 433468 w 679990"/>
                <a:gd name="connsiteY4" fmla="*/ 141505 h 679989"/>
                <a:gd name="connsiteX5" fmla="*/ 426041 w 679990"/>
                <a:gd name="connsiteY5" fmla="*/ 147797 h 679989"/>
                <a:gd name="connsiteX6" fmla="*/ 529404 w 679990"/>
                <a:gd name="connsiteY6" fmla="*/ 287161 h 679989"/>
                <a:gd name="connsiteX7" fmla="*/ 519026 w 679990"/>
                <a:gd name="connsiteY7" fmla="*/ 343887 h 679989"/>
                <a:gd name="connsiteX8" fmla="*/ 468625 w 679990"/>
                <a:gd name="connsiteY8" fmla="*/ 336524 h 679989"/>
                <a:gd name="connsiteX9" fmla="*/ 470993 w 679990"/>
                <a:gd name="connsiteY9" fmla="*/ 346708 h 679989"/>
                <a:gd name="connsiteX10" fmla="*/ 526906 w 679990"/>
                <a:gd name="connsiteY10" fmla="*/ 354849 h 679989"/>
                <a:gd name="connsiteX11" fmla="*/ 539718 w 679990"/>
                <a:gd name="connsiteY11" fmla="*/ 284761 h 679989"/>
                <a:gd name="connsiteX12" fmla="*/ 496128 w 679990"/>
                <a:gd name="connsiteY12" fmla="*/ 225960 h 679989"/>
                <a:gd name="connsiteX13" fmla="*/ 496128 w 679990"/>
                <a:gd name="connsiteY13" fmla="*/ 225960 h 679989"/>
                <a:gd name="connsiteX14" fmla="*/ 605363 w 679990"/>
                <a:gd name="connsiteY14" fmla="*/ 225960 h 679989"/>
                <a:gd name="connsiteX15" fmla="*/ 605363 w 679990"/>
                <a:gd name="connsiteY15" fmla="*/ 605426 h 679989"/>
                <a:gd name="connsiteX16" fmla="*/ 432398 w 679990"/>
                <a:gd name="connsiteY16" fmla="*/ 605426 h 679989"/>
                <a:gd name="connsiteX17" fmla="*/ 432398 w 679990"/>
                <a:gd name="connsiteY17" fmla="*/ 627059 h 679989"/>
                <a:gd name="connsiteX18" fmla="*/ 247530 w 679990"/>
                <a:gd name="connsiteY18" fmla="*/ 627059 h 679989"/>
                <a:gd name="connsiteX19" fmla="*/ 247530 w 679990"/>
                <a:gd name="connsiteY19" fmla="*/ 605426 h 679989"/>
                <a:gd name="connsiteX20" fmla="*/ 74565 w 679990"/>
                <a:gd name="connsiteY20" fmla="*/ 605426 h 679989"/>
                <a:gd name="connsiteX21" fmla="*/ 74565 w 679990"/>
                <a:gd name="connsiteY21" fmla="*/ 225960 h 679989"/>
                <a:gd name="connsiteX22" fmla="*/ 259594 w 679990"/>
                <a:gd name="connsiteY22" fmla="*/ 225960 h 679989"/>
                <a:gd name="connsiteX23" fmla="*/ 259594 w 679990"/>
                <a:gd name="connsiteY23" fmla="*/ 225960 h 679989"/>
                <a:gd name="connsiteX24" fmla="*/ 204881 w 679990"/>
                <a:gd name="connsiteY24" fmla="*/ 460451 h 679989"/>
                <a:gd name="connsiteX25" fmla="*/ 324915 w 679990"/>
                <a:gd name="connsiteY25" fmla="*/ 580485 h 679989"/>
                <a:gd name="connsiteX26" fmla="*/ 332050 w 679990"/>
                <a:gd name="connsiteY26" fmla="*/ 573869 h 679989"/>
                <a:gd name="connsiteX27" fmla="*/ 292450 w 679990"/>
                <a:gd name="connsiteY27" fmla="*/ 534268 h 679989"/>
                <a:gd name="connsiteX28" fmla="*/ 445696 w 679990"/>
                <a:gd name="connsiteY28" fmla="*/ 381022 h 679989"/>
                <a:gd name="connsiteX29" fmla="*/ 443100 w 679990"/>
                <a:gd name="connsiteY29" fmla="*/ 369833 h 679989"/>
                <a:gd name="connsiteX30" fmla="*/ 285574 w 679990"/>
                <a:gd name="connsiteY30" fmla="*/ 527392 h 679989"/>
                <a:gd name="connsiteX31" fmla="*/ 264199 w 679990"/>
                <a:gd name="connsiteY31" fmla="*/ 506019 h 679989"/>
                <a:gd name="connsiteX32" fmla="*/ 435025 w 679990"/>
                <a:gd name="connsiteY32" fmla="*/ 335195 h 679989"/>
                <a:gd name="connsiteX33" fmla="*/ 432398 w 679990"/>
                <a:gd name="connsiteY33" fmla="*/ 324038 h 679989"/>
                <a:gd name="connsiteX34" fmla="*/ 257325 w 679990"/>
                <a:gd name="connsiteY34" fmla="*/ 499143 h 679989"/>
                <a:gd name="connsiteX35" fmla="*/ 215583 w 679990"/>
                <a:gd name="connsiteY35" fmla="*/ 457402 h 679989"/>
                <a:gd name="connsiteX36" fmla="*/ 240719 w 679990"/>
                <a:gd name="connsiteY36" fmla="*/ 349725 h 679989"/>
                <a:gd name="connsiteX37" fmla="*/ 241140 w 679990"/>
                <a:gd name="connsiteY37" fmla="*/ 350146 h 679989"/>
                <a:gd name="connsiteX38" fmla="*/ 401197 w 679990"/>
                <a:gd name="connsiteY38" fmla="*/ 190122 h 679989"/>
                <a:gd name="connsiteX39" fmla="*/ 398603 w 679990"/>
                <a:gd name="connsiteY39" fmla="*/ 178933 h 679989"/>
                <a:gd name="connsiteX40" fmla="*/ 244611 w 679990"/>
                <a:gd name="connsiteY40" fmla="*/ 332924 h 679989"/>
                <a:gd name="connsiteX41" fmla="*/ 257972 w 679990"/>
                <a:gd name="connsiteY41" fmla="*/ 275713 h 679989"/>
                <a:gd name="connsiteX42" fmla="*/ 258524 w 679990"/>
                <a:gd name="connsiteY42" fmla="*/ 276264 h 679989"/>
                <a:gd name="connsiteX43" fmla="*/ 390625 w 679990"/>
                <a:gd name="connsiteY43" fmla="*/ 144813 h 679989"/>
                <a:gd name="connsiteX44" fmla="*/ 389391 w 679990"/>
                <a:gd name="connsiteY44" fmla="*/ 139462 h 679989"/>
                <a:gd name="connsiteX45" fmla="*/ 388029 w 679990"/>
                <a:gd name="connsiteY45" fmla="*/ 133689 h 679989"/>
                <a:gd name="connsiteX46" fmla="*/ 387121 w 679990"/>
                <a:gd name="connsiteY46" fmla="*/ 129732 h 679989"/>
                <a:gd name="connsiteX47" fmla="*/ 300914 w 679990"/>
                <a:gd name="connsiteY47" fmla="*/ 129732 h 679989"/>
                <a:gd name="connsiteX48" fmla="*/ 263065 w 679990"/>
                <a:gd name="connsiteY48" fmla="*/ 97656 h 679989"/>
                <a:gd name="connsiteX49" fmla="*/ 248406 w 679990"/>
                <a:gd name="connsiteY49" fmla="*/ 9730 h 679989"/>
                <a:gd name="connsiteX50" fmla="*/ 433856 w 679990"/>
                <a:gd name="connsiteY50" fmla="*/ 9730 h 679989"/>
                <a:gd name="connsiteX51" fmla="*/ 435478 w 679990"/>
                <a:gd name="connsiteY51" fmla="*/ 0 h 679989"/>
                <a:gd name="connsiteX52" fmla="*/ 236924 w 679990"/>
                <a:gd name="connsiteY52" fmla="*/ 0 h 679989"/>
                <a:gd name="connsiteX53" fmla="*/ 253465 w 679990"/>
                <a:gd name="connsiteY53" fmla="*/ 99277 h 679989"/>
                <a:gd name="connsiteX54" fmla="*/ 280805 w 679990"/>
                <a:gd name="connsiteY54" fmla="*/ 135083 h 679989"/>
                <a:gd name="connsiteX55" fmla="*/ 271951 w 679990"/>
                <a:gd name="connsiteY55" fmla="*/ 172965 h 679989"/>
                <a:gd name="connsiteX56" fmla="*/ 271951 w 679990"/>
                <a:gd name="connsiteY56" fmla="*/ 172965 h 679989"/>
                <a:gd name="connsiteX57" fmla="*/ 62304 w 679990"/>
                <a:gd name="connsiteY57" fmla="*/ 172965 h 679989"/>
                <a:gd name="connsiteX58" fmla="*/ 21601 w 679990"/>
                <a:gd name="connsiteY58" fmla="*/ 213668 h 679989"/>
                <a:gd name="connsiteX59" fmla="*/ 21601 w 679990"/>
                <a:gd name="connsiteY59" fmla="*/ 605394 h 679989"/>
                <a:gd name="connsiteX60" fmla="*/ 1 w 679990"/>
                <a:gd name="connsiteY60" fmla="*/ 605394 h 679989"/>
                <a:gd name="connsiteX61" fmla="*/ 1 w 679990"/>
                <a:gd name="connsiteY61" fmla="*/ 610259 h 679989"/>
                <a:gd name="connsiteX62" fmla="*/ 17126 w 679990"/>
                <a:gd name="connsiteY62" fmla="*/ 660141 h 679989"/>
                <a:gd name="connsiteX63" fmla="*/ 80532 w 679990"/>
                <a:gd name="connsiteY63" fmla="*/ 679989 h 679989"/>
                <a:gd name="connsiteX64" fmla="*/ 599459 w 679990"/>
                <a:gd name="connsiteY64" fmla="*/ 679989 h 679989"/>
                <a:gd name="connsiteX65" fmla="*/ 679990 w 679990"/>
                <a:gd name="connsiteY65" fmla="*/ 610259 h 679989"/>
                <a:gd name="connsiteX66" fmla="*/ 679990 w 679990"/>
                <a:gd name="connsiteY66" fmla="*/ 605394 h 679989"/>
                <a:gd name="connsiteX67" fmla="*/ 658358 w 679990"/>
                <a:gd name="connsiteY67" fmla="*/ 605394 h 679989"/>
                <a:gd name="connsiteX68" fmla="*/ 488862 w 679990"/>
                <a:gd name="connsiteY68" fmla="*/ 216198 h 679989"/>
                <a:gd name="connsiteX69" fmla="*/ 463987 w 679990"/>
                <a:gd name="connsiteY69" fmla="*/ 182695 h 679989"/>
                <a:gd name="connsiteX70" fmla="*/ 617590 w 679990"/>
                <a:gd name="connsiteY70" fmla="*/ 182695 h 679989"/>
                <a:gd name="connsiteX71" fmla="*/ 648563 w 679990"/>
                <a:gd name="connsiteY71" fmla="*/ 213668 h 679989"/>
                <a:gd name="connsiteX72" fmla="*/ 648563 w 679990"/>
                <a:gd name="connsiteY72" fmla="*/ 605394 h 679989"/>
                <a:gd name="connsiteX73" fmla="*/ 615060 w 679990"/>
                <a:gd name="connsiteY73" fmla="*/ 605394 h 679989"/>
                <a:gd name="connsiteX74" fmla="*/ 615060 w 679990"/>
                <a:gd name="connsiteY74" fmla="*/ 216198 h 679989"/>
                <a:gd name="connsiteX75" fmla="*/ 488862 w 679990"/>
                <a:gd name="connsiteY75" fmla="*/ 216198 h 679989"/>
                <a:gd name="connsiteX76" fmla="*/ 290017 w 679990"/>
                <a:gd name="connsiteY76" fmla="*/ 138197 h 679989"/>
                <a:gd name="connsiteX77" fmla="*/ 300881 w 679990"/>
                <a:gd name="connsiteY77" fmla="*/ 139429 h 679989"/>
                <a:gd name="connsiteX78" fmla="*/ 382223 w 679990"/>
                <a:gd name="connsiteY78" fmla="*/ 139429 h 679989"/>
                <a:gd name="connsiteX79" fmla="*/ 261767 w 679990"/>
                <a:gd name="connsiteY79" fmla="*/ 259269 h 679989"/>
                <a:gd name="connsiteX80" fmla="*/ 290017 w 679990"/>
                <a:gd name="connsiteY80" fmla="*/ 138197 h 679989"/>
                <a:gd name="connsiteX81" fmla="*/ 31266 w 679990"/>
                <a:gd name="connsiteY81" fmla="*/ 213668 h 679989"/>
                <a:gd name="connsiteX82" fmla="*/ 62241 w 679990"/>
                <a:gd name="connsiteY82" fmla="*/ 182695 h 679989"/>
                <a:gd name="connsiteX83" fmla="*/ 269617 w 679990"/>
                <a:gd name="connsiteY83" fmla="*/ 182695 h 679989"/>
                <a:gd name="connsiteX84" fmla="*/ 261800 w 679990"/>
                <a:gd name="connsiteY84" fmla="*/ 216198 h 679989"/>
                <a:gd name="connsiteX85" fmla="*/ 64770 w 679990"/>
                <a:gd name="connsiteY85" fmla="*/ 216198 h 679989"/>
                <a:gd name="connsiteX86" fmla="*/ 64770 w 679990"/>
                <a:gd name="connsiteY86" fmla="*/ 605394 h 679989"/>
                <a:gd name="connsiteX87" fmla="*/ 31266 w 679990"/>
                <a:gd name="connsiteY87" fmla="*/ 605394 h 679989"/>
                <a:gd name="connsiteX88" fmla="*/ 31266 w 679990"/>
                <a:gd name="connsiteY88" fmla="*/ 213668 h 679989"/>
                <a:gd name="connsiteX89" fmla="*/ 599394 w 679990"/>
                <a:gd name="connsiteY89" fmla="*/ 670260 h 679989"/>
                <a:gd name="connsiteX90" fmla="*/ 80467 w 679990"/>
                <a:gd name="connsiteY90" fmla="*/ 670260 h 679989"/>
                <a:gd name="connsiteX91" fmla="*/ 23937 w 679990"/>
                <a:gd name="connsiteY91" fmla="*/ 653265 h 679989"/>
                <a:gd name="connsiteX92" fmla="*/ 9730 w 679990"/>
                <a:gd name="connsiteY92" fmla="*/ 615124 h 679989"/>
                <a:gd name="connsiteX93" fmla="*/ 237767 w 679990"/>
                <a:gd name="connsiteY93" fmla="*/ 615124 h 679989"/>
                <a:gd name="connsiteX94" fmla="*/ 237767 w 679990"/>
                <a:gd name="connsiteY94" fmla="*/ 636756 h 679989"/>
                <a:gd name="connsiteX95" fmla="*/ 442094 w 679990"/>
                <a:gd name="connsiteY95" fmla="*/ 636756 h 679989"/>
                <a:gd name="connsiteX96" fmla="*/ 442094 w 679990"/>
                <a:gd name="connsiteY96" fmla="*/ 615124 h 679989"/>
                <a:gd name="connsiteX97" fmla="*/ 670066 w 679990"/>
                <a:gd name="connsiteY97" fmla="*/ 615124 h 679989"/>
                <a:gd name="connsiteX98" fmla="*/ 599394 w 679990"/>
                <a:gd name="connsiteY98" fmla="*/ 670260 h 67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679990" h="679989">
                  <a:moveTo>
                    <a:pt x="658325" y="605394"/>
                  </a:moveTo>
                  <a:lnTo>
                    <a:pt x="658325" y="213668"/>
                  </a:lnTo>
                  <a:cubicBezTo>
                    <a:pt x="658325" y="191225"/>
                    <a:pt x="640065" y="172965"/>
                    <a:pt x="617622" y="172965"/>
                  </a:cubicBezTo>
                  <a:lnTo>
                    <a:pt x="456819" y="172965"/>
                  </a:lnTo>
                  <a:cubicBezTo>
                    <a:pt x="456819" y="172965"/>
                    <a:pt x="433468" y="141505"/>
                    <a:pt x="433468" y="141505"/>
                  </a:cubicBezTo>
                  <a:cubicBezTo>
                    <a:pt x="431197" y="143808"/>
                    <a:pt x="428700" y="145948"/>
                    <a:pt x="426041" y="147797"/>
                  </a:cubicBezTo>
                  <a:lnTo>
                    <a:pt x="529404" y="287161"/>
                  </a:lnTo>
                  <a:lnTo>
                    <a:pt x="519026" y="343887"/>
                  </a:lnTo>
                  <a:lnTo>
                    <a:pt x="468625" y="336524"/>
                  </a:lnTo>
                  <a:lnTo>
                    <a:pt x="470993" y="346708"/>
                  </a:lnTo>
                  <a:lnTo>
                    <a:pt x="526906" y="354849"/>
                  </a:lnTo>
                  <a:lnTo>
                    <a:pt x="539718" y="284761"/>
                  </a:lnTo>
                  <a:lnTo>
                    <a:pt x="496128" y="225960"/>
                  </a:lnTo>
                  <a:lnTo>
                    <a:pt x="496128" y="225960"/>
                  </a:lnTo>
                  <a:cubicBezTo>
                    <a:pt x="496128" y="225960"/>
                    <a:pt x="605363" y="225960"/>
                    <a:pt x="605363" y="225960"/>
                  </a:cubicBezTo>
                  <a:lnTo>
                    <a:pt x="605363" y="605426"/>
                  </a:lnTo>
                  <a:lnTo>
                    <a:pt x="432398" y="605426"/>
                  </a:lnTo>
                  <a:lnTo>
                    <a:pt x="432398" y="627059"/>
                  </a:lnTo>
                  <a:lnTo>
                    <a:pt x="247530" y="627059"/>
                  </a:lnTo>
                  <a:lnTo>
                    <a:pt x="247530" y="605426"/>
                  </a:lnTo>
                  <a:lnTo>
                    <a:pt x="74565" y="605426"/>
                  </a:lnTo>
                  <a:lnTo>
                    <a:pt x="74565" y="225960"/>
                  </a:lnTo>
                  <a:lnTo>
                    <a:pt x="259594" y="225960"/>
                  </a:lnTo>
                  <a:lnTo>
                    <a:pt x="259594" y="225960"/>
                  </a:lnTo>
                  <a:cubicBezTo>
                    <a:pt x="259594" y="225960"/>
                    <a:pt x="204881" y="460451"/>
                    <a:pt x="204881" y="460451"/>
                  </a:cubicBezTo>
                  <a:lnTo>
                    <a:pt x="324915" y="580485"/>
                  </a:lnTo>
                  <a:lnTo>
                    <a:pt x="332050" y="573869"/>
                  </a:lnTo>
                  <a:lnTo>
                    <a:pt x="292450" y="534268"/>
                  </a:lnTo>
                  <a:lnTo>
                    <a:pt x="445696" y="381022"/>
                  </a:lnTo>
                  <a:lnTo>
                    <a:pt x="443100" y="369833"/>
                  </a:lnTo>
                  <a:lnTo>
                    <a:pt x="285574" y="527392"/>
                  </a:lnTo>
                  <a:lnTo>
                    <a:pt x="264199" y="506019"/>
                  </a:lnTo>
                  <a:lnTo>
                    <a:pt x="435025" y="335195"/>
                  </a:lnTo>
                  <a:lnTo>
                    <a:pt x="432398" y="324038"/>
                  </a:lnTo>
                  <a:lnTo>
                    <a:pt x="257325" y="499143"/>
                  </a:lnTo>
                  <a:lnTo>
                    <a:pt x="215583" y="457402"/>
                  </a:lnTo>
                  <a:lnTo>
                    <a:pt x="240719" y="349725"/>
                  </a:lnTo>
                  <a:lnTo>
                    <a:pt x="241140" y="350146"/>
                  </a:lnTo>
                  <a:lnTo>
                    <a:pt x="401197" y="190122"/>
                  </a:lnTo>
                  <a:lnTo>
                    <a:pt x="398603" y="178933"/>
                  </a:lnTo>
                  <a:lnTo>
                    <a:pt x="244611" y="332924"/>
                  </a:lnTo>
                  <a:lnTo>
                    <a:pt x="257972" y="275713"/>
                  </a:lnTo>
                  <a:lnTo>
                    <a:pt x="258524" y="276264"/>
                  </a:lnTo>
                  <a:lnTo>
                    <a:pt x="390625" y="144813"/>
                  </a:lnTo>
                  <a:lnTo>
                    <a:pt x="389391" y="139462"/>
                  </a:lnTo>
                  <a:lnTo>
                    <a:pt x="388029" y="133689"/>
                  </a:lnTo>
                  <a:lnTo>
                    <a:pt x="387121" y="129732"/>
                  </a:lnTo>
                  <a:lnTo>
                    <a:pt x="300914" y="129732"/>
                  </a:lnTo>
                  <a:cubicBezTo>
                    <a:pt x="282071" y="129732"/>
                    <a:pt x="266146" y="116240"/>
                    <a:pt x="263065" y="97656"/>
                  </a:cubicBezTo>
                  <a:lnTo>
                    <a:pt x="248406" y="9730"/>
                  </a:lnTo>
                  <a:lnTo>
                    <a:pt x="433856" y="9730"/>
                  </a:lnTo>
                  <a:lnTo>
                    <a:pt x="435478" y="0"/>
                  </a:lnTo>
                  <a:lnTo>
                    <a:pt x="236924" y="0"/>
                  </a:lnTo>
                  <a:lnTo>
                    <a:pt x="253465" y="99277"/>
                  </a:lnTo>
                  <a:cubicBezTo>
                    <a:pt x="256189" y="115494"/>
                    <a:pt x="266697" y="128629"/>
                    <a:pt x="280805" y="135083"/>
                  </a:cubicBezTo>
                  <a:lnTo>
                    <a:pt x="271951" y="172965"/>
                  </a:lnTo>
                  <a:lnTo>
                    <a:pt x="271951" y="172965"/>
                  </a:lnTo>
                  <a:cubicBezTo>
                    <a:pt x="271951" y="172965"/>
                    <a:pt x="62304" y="172965"/>
                    <a:pt x="62304" y="172965"/>
                  </a:cubicBezTo>
                  <a:cubicBezTo>
                    <a:pt x="39861" y="172965"/>
                    <a:pt x="21601" y="191225"/>
                    <a:pt x="21601" y="213668"/>
                  </a:cubicBezTo>
                  <a:lnTo>
                    <a:pt x="21601" y="605394"/>
                  </a:lnTo>
                  <a:lnTo>
                    <a:pt x="1" y="605394"/>
                  </a:lnTo>
                  <a:lnTo>
                    <a:pt x="1" y="610259"/>
                  </a:lnTo>
                  <a:cubicBezTo>
                    <a:pt x="-64" y="632216"/>
                    <a:pt x="5515" y="648530"/>
                    <a:pt x="17126" y="660141"/>
                  </a:cubicBezTo>
                  <a:cubicBezTo>
                    <a:pt x="30456" y="673503"/>
                    <a:pt x="51181" y="679989"/>
                    <a:pt x="80532" y="679989"/>
                  </a:cubicBezTo>
                  <a:lnTo>
                    <a:pt x="599459" y="679989"/>
                  </a:lnTo>
                  <a:cubicBezTo>
                    <a:pt x="649147" y="679989"/>
                    <a:pt x="679990" y="653265"/>
                    <a:pt x="679990" y="610259"/>
                  </a:cubicBezTo>
                  <a:lnTo>
                    <a:pt x="679990" y="605394"/>
                  </a:lnTo>
                  <a:lnTo>
                    <a:pt x="658358" y="605394"/>
                  </a:lnTo>
                  <a:close/>
                  <a:moveTo>
                    <a:pt x="488862" y="216198"/>
                  </a:moveTo>
                  <a:lnTo>
                    <a:pt x="463987" y="182695"/>
                  </a:lnTo>
                  <a:lnTo>
                    <a:pt x="617590" y="182695"/>
                  </a:lnTo>
                  <a:cubicBezTo>
                    <a:pt x="634683" y="182695"/>
                    <a:pt x="648563" y="196609"/>
                    <a:pt x="648563" y="213668"/>
                  </a:cubicBezTo>
                  <a:lnTo>
                    <a:pt x="648563" y="605394"/>
                  </a:lnTo>
                  <a:lnTo>
                    <a:pt x="615060" y="605394"/>
                  </a:lnTo>
                  <a:lnTo>
                    <a:pt x="615060" y="216198"/>
                  </a:lnTo>
                  <a:lnTo>
                    <a:pt x="488862" y="216198"/>
                  </a:lnTo>
                  <a:close/>
                  <a:moveTo>
                    <a:pt x="290017" y="138197"/>
                  </a:moveTo>
                  <a:cubicBezTo>
                    <a:pt x="293519" y="139008"/>
                    <a:pt x="297152" y="139429"/>
                    <a:pt x="300881" y="139429"/>
                  </a:cubicBezTo>
                  <a:lnTo>
                    <a:pt x="382223" y="139429"/>
                  </a:lnTo>
                  <a:lnTo>
                    <a:pt x="261767" y="259269"/>
                  </a:lnTo>
                  <a:lnTo>
                    <a:pt x="290017" y="138197"/>
                  </a:lnTo>
                  <a:close/>
                  <a:moveTo>
                    <a:pt x="31266" y="213668"/>
                  </a:moveTo>
                  <a:cubicBezTo>
                    <a:pt x="31266" y="196576"/>
                    <a:pt x="45180" y="182695"/>
                    <a:pt x="62241" y="182695"/>
                  </a:cubicBezTo>
                  <a:lnTo>
                    <a:pt x="269617" y="182695"/>
                  </a:lnTo>
                  <a:lnTo>
                    <a:pt x="261800" y="216198"/>
                  </a:lnTo>
                  <a:lnTo>
                    <a:pt x="64770" y="216198"/>
                  </a:lnTo>
                  <a:lnTo>
                    <a:pt x="64770" y="605394"/>
                  </a:lnTo>
                  <a:lnTo>
                    <a:pt x="31266" y="605394"/>
                  </a:lnTo>
                  <a:lnTo>
                    <a:pt x="31266" y="213668"/>
                  </a:lnTo>
                  <a:close/>
                  <a:moveTo>
                    <a:pt x="599394" y="670260"/>
                  </a:moveTo>
                  <a:lnTo>
                    <a:pt x="80467" y="670260"/>
                  </a:lnTo>
                  <a:cubicBezTo>
                    <a:pt x="53840" y="670260"/>
                    <a:pt x="35354" y="664714"/>
                    <a:pt x="23937" y="653265"/>
                  </a:cubicBezTo>
                  <a:cubicBezTo>
                    <a:pt x="15083" y="644411"/>
                    <a:pt x="10445" y="631891"/>
                    <a:pt x="9730" y="615124"/>
                  </a:cubicBezTo>
                  <a:lnTo>
                    <a:pt x="237767" y="615124"/>
                  </a:lnTo>
                  <a:lnTo>
                    <a:pt x="237767" y="636756"/>
                  </a:lnTo>
                  <a:lnTo>
                    <a:pt x="442094" y="636756"/>
                  </a:lnTo>
                  <a:lnTo>
                    <a:pt x="442094" y="615124"/>
                  </a:lnTo>
                  <a:lnTo>
                    <a:pt x="670066" y="615124"/>
                  </a:lnTo>
                  <a:cubicBezTo>
                    <a:pt x="667861" y="649762"/>
                    <a:pt x="641785" y="670260"/>
                    <a:pt x="599394" y="670260"/>
                  </a:cubicBezTo>
                  <a:close/>
                </a:path>
              </a:pathLst>
            </a:custGeom>
            <a:solidFill>
              <a:srgbClr val="000000"/>
            </a:solidFill>
            <a:ln w="3243" cap="flat">
              <a:noFill/>
              <a:prstDash val="solid"/>
              <a:miter/>
            </a:ln>
          </p:spPr>
          <p:txBody>
            <a:bodyPr rtlCol="0" anchor="ctr"/>
            <a:lstStyle/>
            <a:p>
              <a:endParaRPr lang="en-US"/>
            </a:p>
          </p:txBody>
        </p:sp>
        <p:sp>
          <p:nvSpPr>
            <p:cNvPr id="89" name="Freeform: Shape 1121"/>
            <p:cNvSpPr/>
            <p:nvPr/>
          </p:nvSpPr>
          <p:spPr>
            <a:xfrm>
              <a:off x="15556054" y="1283003"/>
              <a:ext cx="173516" cy="603609"/>
            </a:xfrm>
            <a:custGeom>
              <a:avLst/>
              <a:gdLst>
                <a:gd name="connsiteX0" fmla="*/ 173516 w 173516"/>
                <a:gd name="connsiteY0" fmla="*/ 464440 h 603609"/>
                <a:gd name="connsiteX1" fmla="*/ 22768 w 173516"/>
                <a:gd name="connsiteY1" fmla="*/ 603610 h 603609"/>
                <a:gd name="connsiteX2" fmla="*/ 0 w 173516"/>
                <a:gd name="connsiteY2" fmla="*/ 580485 h 603609"/>
                <a:gd name="connsiteX3" fmla="*/ 7134 w 173516"/>
                <a:gd name="connsiteY3" fmla="*/ 573869 h 603609"/>
                <a:gd name="connsiteX4" fmla="*/ 137645 w 173516"/>
                <a:gd name="connsiteY4" fmla="*/ 453413 h 603609"/>
                <a:gd name="connsiteX5" fmla="*/ 120780 w 173516"/>
                <a:gd name="connsiteY5" fmla="*/ 381022 h 603609"/>
                <a:gd name="connsiteX6" fmla="*/ 118186 w 173516"/>
                <a:gd name="connsiteY6" fmla="*/ 369833 h 603609"/>
                <a:gd name="connsiteX7" fmla="*/ 110109 w 173516"/>
                <a:gd name="connsiteY7" fmla="*/ 335195 h 603609"/>
                <a:gd name="connsiteX8" fmla="*/ 107482 w 173516"/>
                <a:gd name="connsiteY8" fmla="*/ 324038 h 603609"/>
                <a:gd name="connsiteX9" fmla="*/ 76282 w 173516"/>
                <a:gd name="connsiteY9" fmla="*/ 190122 h 603609"/>
                <a:gd name="connsiteX10" fmla="*/ 73687 w 173516"/>
                <a:gd name="connsiteY10" fmla="*/ 178933 h 603609"/>
                <a:gd name="connsiteX11" fmla="*/ 65708 w 173516"/>
                <a:gd name="connsiteY11" fmla="*/ 144813 h 603609"/>
                <a:gd name="connsiteX12" fmla="*/ 64476 w 173516"/>
                <a:gd name="connsiteY12" fmla="*/ 139462 h 603609"/>
                <a:gd name="connsiteX13" fmla="*/ 63114 w 173516"/>
                <a:gd name="connsiteY13" fmla="*/ 133689 h 603609"/>
                <a:gd name="connsiteX14" fmla="*/ 62205 w 173516"/>
                <a:gd name="connsiteY14" fmla="*/ 129732 h 603609"/>
                <a:gd name="connsiteX15" fmla="*/ 75763 w 173516"/>
                <a:gd name="connsiteY15" fmla="*/ 124834 h 603609"/>
                <a:gd name="connsiteX16" fmla="*/ 93245 w 173516"/>
                <a:gd name="connsiteY16" fmla="*/ 103850 h 603609"/>
                <a:gd name="connsiteX17" fmla="*/ 108942 w 173516"/>
                <a:gd name="connsiteY17" fmla="*/ 9730 h 603609"/>
                <a:gd name="connsiteX18" fmla="*/ 110563 w 173516"/>
                <a:gd name="connsiteY18" fmla="*/ 0 h 603609"/>
                <a:gd name="connsiteX19" fmla="*/ 143774 w 173516"/>
                <a:gd name="connsiteY19" fmla="*/ 0 h 603609"/>
                <a:gd name="connsiteX20" fmla="*/ 125255 w 173516"/>
                <a:gd name="connsiteY20" fmla="*/ 109169 h 603609"/>
                <a:gd name="connsiteX21" fmla="*/ 108552 w 173516"/>
                <a:gd name="connsiteY21" fmla="*/ 141505 h 603609"/>
                <a:gd name="connsiteX22" fmla="*/ 101125 w 173516"/>
                <a:gd name="connsiteY22" fmla="*/ 147797 h 603609"/>
                <a:gd name="connsiteX23" fmla="*/ 99925 w 173516"/>
                <a:gd name="connsiteY23" fmla="*/ 148673 h 603609"/>
                <a:gd name="connsiteX24" fmla="*/ 143709 w 173516"/>
                <a:gd name="connsiteY24" fmla="*/ 336524 h 603609"/>
                <a:gd name="connsiteX25" fmla="*/ 146077 w 173516"/>
                <a:gd name="connsiteY25" fmla="*/ 346708 h 603609"/>
                <a:gd name="connsiteX26" fmla="*/ 173516 w 173516"/>
                <a:gd name="connsiteY26" fmla="*/ 464440 h 603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3516" h="603609">
                  <a:moveTo>
                    <a:pt x="173516" y="464440"/>
                  </a:moveTo>
                  <a:lnTo>
                    <a:pt x="22768" y="603610"/>
                  </a:lnTo>
                  <a:lnTo>
                    <a:pt x="0" y="580485"/>
                  </a:lnTo>
                  <a:lnTo>
                    <a:pt x="7134" y="573869"/>
                  </a:lnTo>
                  <a:lnTo>
                    <a:pt x="137645" y="453413"/>
                  </a:lnTo>
                  <a:lnTo>
                    <a:pt x="120780" y="381022"/>
                  </a:lnTo>
                  <a:lnTo>
                    <a:pt x="118186" y="369833"/>
                  </a:lnTo>
                  <a:lnTo>
                    <a:pt x="110109" y="335195"/>
                  </a:lnTo>
                  <a:lnTo>
                    <a:pt x="107482" y="324038"/>
                  </a:lnTo>
                  <a:lnTo>
                    <a:pt x="76282" y="190122"/>
                  </a:lnTo>
                  <a:lnTo>
                    <a:pt x="73687" y="178933"/>
                  </a:lnTo>
                  <a:lnTo>
                    <a:pt x="65708" y="144813"/>
                  </a:lnTo>
                  <a:lnTo>
                    <a:pt x="64476" y="139462"/>
                  </a:lnTo>
                  <a:lnTo>
                    <a:pt x="63114" y="133689"/>
                  </a:lnTo>
                  <a:lnTo>
                    <a:pt x="62205" y="129732"/>
                  </a:lnTo>
                  <a:lnTo>
                    <a:pt x="75763" y="124834"/>
                  </a:lnTo>
                  <a:cubicBezTo>
                    <a:pt x="84942" y="121526"/>
                    <a:pt x="91655" y="113483"/>
                    <a:pt x="93245" y="103850"/>
                  </a:cubicBezTo>
                  <a:lnTo>
                    <a:pt x="108942" y="9730"/>
                  </a:lnTo>
                  <a:lnTo>
                    <a:pt x="110563" y="0"/>
                  </a:lnTo>
                  <a:lnTo>
                    <a:pt x="143774" y="0"/>
                  </a:lnTo>
                  <a:lnTo>
                    <a:pt x="125255" y="109169"/>
                  </a:lnTo>
                  <a:cubicBezTo>
                    <a:pt x="123180" y="121656"/>
                    <a:pt x="117212" y="132878"/>
                    <a:pt x="108552" y="141505"/>
                  </a:cubicBezTo>
                  <a:cubicBezTo>
                    <a:pt x="106283" y="143808"/>
                    <a:pt x="103785" y="145948"/>
                    <a:pt x="101125" y="147797"/>
                  </a:cubicBezTo>
                  <a:cubicBezTo>
                    <a:pt x="100735" y="148121"/>
                    <a:pt x="100314" y="148413"/>
                    <a:pt x="99925" y="148673"/>
                  </a:cubicBezTo>
                  <a:lnTo>
                    <a:pt x="143709" y="336524"/>
                  </a:lnTo>
                  <a:lnTo>
                    <a:pt x="146077" y="346708"/>
                  </a:lnTo>
                  <a:lnTo>
                    <a:pt x="173516" y="464440"/>
                  </a:lnTo>
                  <a:close/>
                </a:path>
              </a:pathLst>
            </a:custGeom>
            <a:solidFill>
              <a:srgbClr val="CAB481"/>
            </a:solidFill>
            <a:ln w="3243" cap="flat">
              <a:noFill/>
              <a:prstDash val="solid"/>
              <a:miter/>
            </a:ln>
          </p:spPr>
          <p:txBody>
            <a:bodyPr rtlCol="0" anchor="ctr"/>
            <a:lstStyle/>
            <a:p>
              <a:endParaRPr lang="en-US"/>
            </a:p>
          </p:txBody>
        </p:sp>
      </p:grpSp>
      <p:grpSp>
        <p:nvGrpSpPr>
          <p:cNvPr id="90" name="Group 777"/>
          <p:cNvGrpSpPr/>
          <p:nvPr/>
        </p:nvGrpSpPr>
        <p:grpSpPr>
          <a:xfrm>
            <a:off x="9090935" y="2407679"/>
            <a:ext cx="639708" cy="628421"/>
            <a:chOff x="17527264" y="5197564"/>
            <a:chExt cx="639708" cy="628421"/>
          </a:xfrm>
        </p:grpSpPr>
        <p:sp>
          <p:nvSpPr>
            <p:cNvPr id="91" name="Freeform: Shape 957"/>
            <p:cNvSpPr/>
            <p:nvPr/>
          </p:nvSpPr>
          <p:spPr>
            <a:xfrm>
              <a:off x="17836544" y="5387134"/>
              <a:ext cx="49655" cy="49655"/>
            </a:xfrm>
            <a:custGeom>
              <a:avLst/>
              <a:gdLst>
                <a:gd name="connsiteX0" fmla="*/ 49655 w 49655"/>
                <a:gd name="connsiteY0" fmla="*/ 0 h 49655"/>
                <a:gd name="connsiteX1" fmla="*/ 0 w 49655"/>
                <a:gd name="connsiteY1" fmla="*/ 0 h 49655"/>
                <a:gd name="connsiteX2" fmla="*/ 0 w 49655"/>
                <a:gd name="connsiteY2" fmla="*/ 49655 h 49655"/>
                <a:gd name="connsiteX3" fmla="*/ 49655 w 49655"/>
                <a:gd name="connsiteY3" fmla="*/ 49655 h 49655"/>
                <a:gd name="connsiteX4" fmla="*/ 49655 w 49655"/>
                <a:gd name="connsiteY4" fmla="*/ 0 h 49655"/>
                <a:gd name="connsiteX5" fmla="*/ 39925 w 49655"/>
                <a:gd name="connsiteY5" fmla="*/ 39925 h 49655"/>
                <a:gd name="connsiteX6" fmla="*/ 9730 w 49655"/>
                <a:gd name="connsiteY6" fmla="*/ 39925 h 49655"/>
                <a:gd name="connsiteX7" fmla="*/ 9730 w 49655"/>
                <a:gd name="connsiteY7" fmla="*/ 9730 h 49655"/>
                <a:gd name="connsiteX8" fmla="*/ 39925 w 49655"/>
                <a:gd name="connsiteY8" fmla="*/ 9730 h 49655"/>
                <a:gd name="connsiteX9" fmla="*/ 39925 w 49655"/>
                <a:gd name="connsiteY9" fmla="*/ 39925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49655" y="0"/>
                  </a:moveTo>
                  <a:lnTo>
                    <a:pt x="0" y="0"/>
                  </a:lnTo>
                  <a:lnTo>
                    <a:pt x="0" y="49655"/>
                  </a:lnTo>
                  <a:lnTo>
                    <a:pt x="49655" y="49655"/>
                  </a:lnTo>
                  <a:lnTo>
                    <a:pt x="49655" y="0"/>
                  </a:lnTo>
                  <a:close/>
                  <a:moveTo>
                    <a:pt x="39925" y="39925"/>
                  </a:moveTo>
                  <a:lnTo>
                    <a:pt x="9730" y="39925"/>
                  </a:lnTo>
                  <a:lnTo>
                    <a:pt x="9730" y="9730"/>
                  </a:lnTo>
                  <a:lnTo>
                    <a:pt x="39925" y="9730"/>
                  </a:lnTo>
                  <a:lnTo>
                    <a:pt x="39925" y="39925"/>
                  </a:lnTo>
                  <a:close/>
                </a:path>
              </a:pathLst>
            </a:custGeom>
            <a:solidFill>
              <a:srgbClr val="000000"/>
            </a:solidFill>
            <a:ln w="3243" cap="flat">
              <a:noFill/>
              <a:prstDash val="solid"/>
              <a:miter/>
            </a:ln>
          </p:spPr>
          <p:txBody>
            <a:bodyPr rtlCol="0" anchor="ctr"/>
            <a:lstStyle/>
            <a:p>
              <a:endParaRPr lang="en-US"/>
            </a:p>
          </p:txBody>
        </p:sp>
        <p:sp>
          <p:nvSpPr>
            <p:cNvPr id="92" name="Freeform: Shape 958"/>
            <p:cNvSpPr/>
            <p:nvPr/>
          </p:nvSpPr>
          <p:spPr>
            <a:xfrm>
              <a:off x="17936340" y="5387134"/>
              <a:ext cx="49655" cy="49655"/>
            </a:xfrm>
            <a:custGeom>
              <a:avLst/>
              <a:gdLst>
                <a:gd name="connsiteX0" fmla="*/ 49655 w 49655"/>
                <a:gd name="connsiteY0" fmla="*/ 0 h 49655"/>
                <a:gd name="connsiteX1" fmla="*/ 0 w 49655"/>
                <a:gd name="connsiteY1" fmla="*/ 0 h 49655"/>
                <a:gd name="connsiteX2" fmla="*/ 0 w 49655"/>
                <a:gd name="connsiteY2" fmla="*/ 49655 h 49655"/>
                <a:gd name="connsiteX3" fmla="*/ 49655 w 49655"/>
                <a:gd name="connsiteY3" fmla="*/ 49655 h 49655"/>
                <a:gd name="connsiteX4" fmla="*/ 49655 w 49655"/>
                <a:gd name="connsiteY4" fmla="*/ 0 h 49655"/>
                <a:gd name="connsiteX5" fmla="*/ 39925 w 49655"/>
                <a:gd name="connsiteY5" fmla="*/ 39925 h 49655"/>
                <a:gd name="connsiteX6" fmla="*/ 9730 w 49655"/>
                <a:gd name="connsiteY6" fmla="*/ 39925 h 49655"/>
                <a:gd name="connsiteX7" fmla="*/ 9730 w 49655"/>
                <a:gd name="connsiteY7" fmla="*/ 9730 h 49655"/>
                <a:gd name="connsiteX8" fmla="*/ 39925 w 49655"/>
                <a:gd name="connsiteY8" fmla="*/ 9730 h 49655"/>
                <a:gd name="connsiteX9" fmla="*/ 39925 w 49655"/>
                <a:gd name="connsiteY9" fmla="*/ 39925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49655" y="0"/>
                  </a:moveTo>
                  <a:lnTo>
                    <a:pt x="0" y="0"/>
                  </a:lnTo>
                  <a:lnTo>
                    <a:pt x="0" y="49655"/>
                  </a:lnTo>
                  <a:lnTo>
                    <a:pt x="49655" y="49655"/>
                  </a:lnTo>
                  <a:lnTo>
                    <a:pt x="49655" y="0"/>
                  </a:lnTo>
                  <a:close/>
                  <a:moveTo>
                    <a:pt x="39925" y="39925"/>
                  </a:moveTo>
                  <a:lnTo>
                    <a:pt x="9730" y="39925"/>
                  </a:lnTo>
                  <a:lnTo>
                    <a:pt x="9730" y="9730"/>
                  </a:lnTo>
                  <a:lnTo>
                    <a:pt x="39925" y="9730"/>
                  </a:lnTo>
                  <a:lnTo>
                    <a:pt x="39925" y="39925"/>
                  </a:lnTo>
                  <a:close/>
                </a:path>
              </a:pathLst>
            </a:custGeom>
            <a:solidFill>
              <a:srgbClr val="000000"/>
            </a:solidFill>
            <a:ln w="3243" cap="flat">
              <a:noFill/>
              <a:prstDash val="solid"/>
              <a:miter/>
            </a:ln>
          </p:spPr>
          <p:txBody>
            <a:bodyPr rtlCol="0" anchor="ctr"/>
            <a:lstStyle/>
            <a:p>
              <a:endParaRPr lang="en-US"/>
            </a:p>
          </p:txBody>
        </p:sp>
        <p:sp>
          <p:nvSpPr>
            <p:cNvPr id="93" name="Freeform: Shape 959"/>
            <p:cNvSpPr/>
            <p:nvPr/>
          </p:nvSpPr>
          <p:spPr>
            <a:xfrm>
              <a:off x="17636951" y="5387134"/>
              <a:ext cx="49655" cy="49655"/>
            </a:xfrm>
            <a:custGeom>
              <a:avLst/>
              <a:gdLst>
                <a:gd name="connsiteX0" fmla="*/ 49655 w 49655"/>
                <a:gd name="connsiteY0" fmla="*/ 49655 h 49655"/>
                <a:gd name="connsiteX1" fmla="*/ 49655 w 49655"/>
                <a:gd name="connsiteY1" fmla="*/ 0 h 49655"/>
                <a:gd name="connsiteX2" fmla="*/ 0 w 49655"/>
                <a:gd name="connsiteY2" fmla="*/ 0 h 49655"/>
                <a:gd name="connsiteX3" fmla="*/ 0 w 49655"/>
                <a:gd name="connsiteY3" fmla="*/ 49655 h 49655"/>
                <a:gd name="connsiteX4" fmla="*/ 49655 w 49655"/>
                <a:gd name="connsiteY4" fmla="*/ 49655 h 49655"/>
                <a:gd name="connsiteX5" fmla="*/ 9730 w 49655"/>
                <a:gd name="connsiteY5" fmla="*/ 9730 h 49655"/>
                <a:gd name="connsiteX6" fmla="*/ 39925 w 49655"/>
                <a:gd name="connsiteY6" fmla="*/ 9730 h 49655"/>
                <a:gd name="connsiteX7" fmla="*/ 39925 w 49655"/>
                <a:gd name="connsiteY7" fmla="*/ 39925 h 49655"/>
                <a:gd name="connsiteX8" fmla="*/ 9730 w 49655"/>
                <a:gd name="connsiteY8" fmla="*/ 39925 h 49655"/>
                <a:gd name="connsiteX9" fmla="*/ 9730 w 49655"/>
                <a:gd name="connsiteY9" fmla="*/ 9730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49655" y="49655"/>
                  </a:moveTo>
                  <a:lnTo>
                    <a:pt x="49655" y="0"/>
                  </a:lnTo>
                  <a:lnTo>
                    <a:pt x="0" y="0"/>
                  </a:lnTo>
                  <a:lnTo>
                    <a:pt x="0" y="49655"/>
                  </a:lnTo>
                  <a:lnTo>
                    <a:pt x="49655" y="49655"/>
                  </a:lnTo>
                  <a:close/>
                  <a:moveTo>
                    <a:pt x="9730" y="9730"/>
                  </a:moveTo>
                  <a:lnTo>
                    <a:pt x="39925" y="9730"/>
                  </a:lnTo>
                  <a:lnTo>
                    <a:pt x="39925" y="39925"/>
                  </a:lnTo>
                  <a:lnTo>
                    <a:pt x="9730" y="39925"/>
                  </a:lnTo>
                  <a:lnTo>
                    <a:pt x="9730" y="9730"/>
                  </a:lnTo>
                  <a:close/>
                </a:path>
              </a:pathLst>
            </a:custGeom>
            <a:solidFill>
              <a:srgbClr val="000000"/>
            </a:solidFill>
            <a:ln w="3243" cap="flat">
              <a:noFill/>
              <a:prstDash val="solid"/>
              <a:miter/>
            </a:ln>
          </p:spPr>
          <p:txBody>
            <a:bodyPr rtlCol="0" anchor="ctr"/>
            <a:lstStyle/>
            <a:p>
              <a:endParaRPr lang="en-US"/>
            </a:p>
          </p:txBody>
        </p:sp>
        <p:sp>
          <p:nvSpPr>
            <p:cNvPr id="94" name="Freeform: Shape 960"/>
            <p:cNvSpPr/>
            <p:nvPr/>
          </p:nvSpPr>
          <p:spPr>
            <a:xfrm>
              <a:off x="17736748" y="5387134"/>
              <a:ext cx="49655" cy="49655"/>
            </a:xfrm>
            <a:custGeom>
              <a:avLst/>
              <a:gdLst>
                <a:gd name="connsiteX0" fmla="*/ 49655 w 49655"/>
                <a:gd name="connsiteY0" fmla="*/ 49655 h 49655"/>
                <a:gd name="connsiteX1" fmla="*/ 49655 w 49655"/>
                <a:gd name="connsiteY1" fmla="*/ 0 h 49655"/>
                <a:gd name="connsiteX2" fmla="*/ 0 w 49655"/>
                <a:gd name="connsiteY2" fmla="*/ 0 h 49655"/>
                <a:gd name="connsiteX3" fmla="*/ 0 w 49655"/>
                <a:gd name="connsiteY3" fmla="*/ 49655 h 49655"/>
                <a:gd name="connsiteX4" fmla="*/ 49655 w 49655"/>
                <a:gd name="connsiteY4" fmla="*/ 49655 h 49655"/>
                <a:gd name="connsiteX5" fmla="*/ 9730 w 49655"/>
                <a:gd name="connsiteY5" fmla="*/ 9730 h 49655"/>
                <a:gd name="connsiteX6" fmla="*/ 39925 w 49655"/>
                <a:gd name="connsiteY6" fmla="*/ 9730 h 49655"/>
                <a:gd name="connsiteX7" fmla="*/ 39925 w 49655"/>
                <a:gd name="connsiteY7" fmla="*/ 39925 h 49655"/>
                <a:gd name="connsiteX8" fmla="*/ 9730 w 49655"/>
                <a:gd name="connsiteY8" fmla="*/ 39925 h 49655"/>
                <a:gd name="connsiteX9" fmla="*/ 9730 w 49655"/>
                <a:gd name="connsiteY9" fmla="*/ 9730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49655" y="49655"/>
                  </a:moveTo>
                  <a:lnTo>
                    <a:pt x="49655" y="0"/>
                  </a:lnTo>
                  <a:lnTo>
                    <a:pt x="0" y="0"/>
                  </a:lnTo>
                  <a:lnTo>
                    <a:pt x="0" y="49655"/>
                  </a:lnTo>
                  <a:lnTo>
                    <a:pt x="49655" y="49655"/>
                  </a:lnTo>
                  <a:close/>
                  <a:moveTo>
                    <a:pt x="9730" y="9730"/>
                  </a:moveTo>
                  <a:lnTo>
                    <a:pt x="39925" y="9730"/>
                  </a:lnTo>
                  <a:lnTo>
                    <a:pt x="39925" y="39925"/>
                  </a:lnTo>
                  <a:lnTo>
                    <a:pt x="9730" y="39925"/>
                  </a:lnTo>
                  <a:lnTo>
                    <a:pt x="9730" y="9730"/>
                  </a:lnTo>
                  <a:close/>
                </a:path>
              </a:pathLst>
            </a:custGeom>
            <a:solidFill>
              <a:srgbClr val="000000"/>
            </a:solidFill>
            <a:ln w="3243" cap="flat">
              <a:noFill/>
              <a:prstDash val="solid"/>
              <a:miter/>
            </a:ln>
          </p:spPr>
          <p:txBody>
            <a:bodyPr rtlCol="0" anchor="ctr"/>
            <a:lstStyle/>
            <a:p>
              <a:endParaRPr lang="en-US"/>
            </a:p>
          </p:txBody>
        </p:sp>
        <p:sp>
          <p:nvSpPr>
            <p:cNvPr id="95" name="Freeform: Shape 961"/>
            <p:cNvSpPr/>
            <p:nvPr/>
          </p:nvSpPr>
          <p:spPr>
            <a:xfrm>
              <a:off x="18036136" y="5387134"/>
              <a:ext cx="49655" cy="49655"/>
            </a:xfrm>
            <a:custGeom>
              <a:avLst/>
              <a:gdLst>
                <a:gd name="connsiteX0" fmla="*/ 49655 w 49655"/>
                <a:gd name="connsiteY0" fmla="*/ 0 h 49655"/>
                <a:gd name="connsiteX1" fmla="*/ 0 w 49655"/>
                <a:gd name="connsiteY1" fmla="*/ 0 h 49655"/>
                <a:gd name="connsiteX2" fmla="*/ 0 w 49655"/>
                <a:gd name="connsiteY2" fmla="*/ 49655 h 49655"/>
                <a:gd name="connsiteX3" fmla="*/ 49655 w 49655"/>
                <a:gd name="connsiteY3" fmla="*/ 49655 h 49655"/>
                <a:gd name="connsiteX4" fmla="*/ 49655 w 49655"/>
                <a:gd name="connsiteY4" fmla="*/ 0 h 49655"/>
                <a:gd name="connsiteX5" fmla="*/ 39925 w 49655"/>
                <a:gd name="connsiteY5" fmla="*/ 39925 h 49655"/>
                <a:gd name="connsiteX6" fmla="*/ 9730 w 49655"/>
                <a:gd name="connsiteY6" fmla="*/ 39925 h 49655"/>
                <a:gd name="connsiteX7" fmla="*/ 9730 w 49655"/>
                <a:gd name="connsiteY7" fmla="*/ 9730 h 49655"/>
                <a:gd name="connsiteX8" fmla="*/ 39925 w 49655"/>
                <a:gd name="connsiteY8" fmla="*/ 9730 h 49655"/>
                <a:gd name="connsiteX9" fmla="*/ 39925 w 49655"/>
                <a:gd name="connsiteY9" fmla="*/ 39925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49655" y="0"/>
                  </a:moveTo>
                  <a:lnTo>
                    <a:pt x="0" y="0"/>
                  </a:lnTo>
                  <a:lnTo>
                    <a:pt x="0" y="49655"/>
                  </a:lnTo>
                  <a:lnTo>
                    <a:pt x="49655" y="49655"/>
                  </a:lnTo>
                  <a:lnTo>
                    <a:pt x="49655" y="0"/>
                  </a:lnTo>
                  <a:close/>
                  <a:moveTo>
                    <a:pt x="39925" y="39925"/>
                  </a:moveTo>
                  <a:lnTo>
                    <a:pt x="9730" y="39925"/>
                  </a:lnTo>
                  <a:lnTo>
                    <a:pt x="9730" y="9730"/>
                  </a:lnTo>
                  <a:lnTo>
                    <a:pt x="39925" y="9730"/>
                  </a:lnTo>
                  <a:lnTo>
                    <a:pt x="39925" y="39925"/>
                  </a:lnTo>
                  <a:close/>
                </a:path>
              </a:pathLst>
            </a:custGeom>
            <a:solidFill>
              <a:srgbClr val="000000"/>
            </a:solidFill>
            <a:ln w="3243" cap="flat">
              <a:noFill/>
              <a:prstDash val="solid"/>
              <a:miter/>
            </a:ln>
          </p:spPr>
          <p:txBody>
            <a:bodyPr rtlCol="0" anchor="ctr"/>
            <a:lstStyle/>
            <a:p>
              <a:endParaRPr lang="en-US"/>
            </a:p>
          </p:txBody>
        </p:sp>
        <p:sp>
          <p:nvSpPr>
            <p:cNvPr id="96" name="Freeform: Shape 962"/>
            <p:cNvSpPr/>
            <p:nvPr/>
          </p:nvSpPr>
          <p:spPr>
            <a:xfrm>
              <a:off x="17936340" y="5604662"/>
              <a:ext cx="49655" cy="49654"/>
            </a:xfrm>
            <a:custGeom>
              <a:avLst/>
              <a:gdLst>
                <a:gd name="connsiteX0" fmla="*/ 0 w 49655"/>
                <a:gd name="connsiteY0" fmla="*/ 49655 h 49654"/>
                <a:gd name="connsiteX1" fmla="*/ 49655 w 49655"/>
                <a:gd name="connsiteY1" fmla="*/ 49655 h 49654"/>
                <a:gd name="connsiteX2" fmla="*/ 49655 w 49655"/>
                <a:gd name="connsiteY2" fmla="*/ 0 h 49654"/>
                <a:gd name="connsiteX3" fmla="*/ 0 w 49655"/>
                <a:gd name="connsiteY3" fmla="*/ 0 h 49654"/>
                <a:gd name="connsiteX4" fmla="*/ 0 w 49655"/>
                <a:gd name="connsiteY4" fmla="*/ 49655 h 49654"/>
                <a:gd name="connsiteX5" fmla="*/ 9730 w 49655"/>
                <a:gd name="connsiteY5" fmla="*/ 9730 h 49654"/>
                <a:gd name="connsiteX6" fmla="*/ 39925 w 49655"/>
                <a:gd name="connsiteY6" fmla="*/ 9730 h 49654"/>
                <a:gd name="connsiteX7" fmla="*/ 39925 w 49655"/>
                <a:gd name="connsiteY7" fmla="*/ 39925 h 49654"/>
                <a:gd name="connsiteX8" fmla="*/ 9730 w 49655"/>
                <a:gd name="connsiteY8" fmla="*/ 39925 h 49654"/>
                <a:gd name="connsiteX9" fmla="*/ 9730 w 49655"/>
                <a:gd name="connsiteY9" fmla="*/ 9730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4">
                  <a:moveTo>
                    <a:pt x="0" y="49655"/>
                  </a:moveTo>
                  <a:lnTo>
                    <a:pt x="49655" y="49655"/>
                  </a:lnTo>
                  <a:lnTo>
                    <a:pt x="49655" y="0"/>
                  </a:lnTo>
                  <a:lnTo>
                    <a:pt x="0" y="0"/>
                  </a:lnTo>
                  <a:lnTo>
                    <a:pt x="0" y="49655"/>
                  </a:lnTo>
                  <a:close/>
                  <a:moveTo>
                    <a:pt x="9730" y="9730"/>
                  </a:moveTo>
                  <a:lnTo>
                    <a:pt x="39925" y="9730"/>
                  </a:lnTo>
                  <a:lnTo>
                    <a:pt x="39925" y="39925"/>
                  </a:lnTo>
                  <a:lnTo>
                    <a:pt x="9730" y="39925"/>
                  </a:lnTo>
                  <a:lnTo>
                    <a:pt x="9730" y="9730"/>
                  </a:lnTo>
                  <a:close/>
                </a:path>
              </a:pathLst>
            </a:custGeom>
            <a:solidFill>
              <a:srgbClr val="000000"/>
            </a:solidFill>
            <a:ln w="3243" cap="flat">
              <a:noFill/>
              <a:prstDash val="solid"/>
              <a:miter/>
            </a:ln>
          </p:spPr>
          <p:txBody>
            <a:bodyPr rtlCol="0" anchor="ctr"/>
            <a:lstStyle/>
            <a:p>
              <a:endParaRPr lang="en-US"/>
            </a:p>
          </p:txBody>
        </p:sp>
        <p:sp>
          <p:nvSpPr>
            <p:cNvPr id="97" name="Freeform: Shape 963"/>
            <p:cNvSpPr/>
            <p:nvPr/>
          </p:nvSpPr>
          <p:spPr>
            <a:xfrm>
              <a:off x="17937767" y="5498347"/>
              <a:ext cx="46801" cy="46800"/>
            </a:xfrm>
            <a:custGeom>
              <a:avLst/>
              <a:gdLst>
                <a:gd name="connsiteX0" fmla="*/ 6876 w 46801"/>
                <a:gd name="connsiteY0" fmla="*/ 46801 h 46800"/>
                <a:gd name="connsiteX1" fmla="*/ 23384 w 46801"/>
                <a:gd name="connsiteY1" fmla="*/ 30260 h 46800"/>
                <a:gd name="connsiteX2" fmla="*/ 39925 w 46801"/>
                <a:gd name="connsiteY2" fmla="*/ 46801 h 46800"/>
                <a:gd name="connsiteX3" fmla="*/ 46801 w 46801"/>
                <a:gd name="connsiteY3" fmla="*/ 39925 h 46800"/>
                <a:gd name="connsiteX4" fmla="*/ 30293 w 46801"/>
                <a:gd name="connsiteY4" fmla="*/ 23384 h 46800"/>
                <a:gd name="connsiteX5" fmla="*/ 46801 w 46801"/>
                <a:gd name="connsiteY5" fmla="*/ 6876 h 46800"/>
                <a:gd name="connsiteX6" fmla="*/ 39925 w 46801"/>
                <a:gd name="connsiteY6" fmla="*/ 0 h 46800"/>
                <a:gd name="connsiteX7" fmla="*/ 23384 w 46801"/>
                <a:gd name="connsiteY7" fmla="*/ 16508 h 46800"/>
                <a:gd name="connsiteX8" fmla="*/ 6876 w 46801"/>
                <a:gd name="connsiteY8" fmla="*/ 0 h 46800"/>
                <a:gd name="connsiteX9" fmla="*/ 0 w 46801"/>
                <a:gd name="connsiteY9" fmla="*/ 6876 h 46800"/>
                <a:gd name="connsiteX10" fmla="*/ 16509 w 46801"/>
                <a:gd name="connsiteY10" fmla="*/ 23384 h 46800"/>
                <a:gd name="connsiteX11" fmla="*/ 0 w 46801"/>
                <a:gd name="connsiteY11" fmla="*/ 39925 h 46800"/>
                <a:gd name="connsiteX12" fmla="*/ 6876 w 46801"/>
                <a:gd name="connsiteY12" fmla="*/ 46801 h 4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801" h="46800">
                  <a:moveTo>
                    <a:pt x="6876" y="46801"/>
                  </a:moveTo>
                  <a:lnTo>
                    <a:pt x="23384" y="30260"/>
                  </a:lnTo>
                  <a:lnTo>
                    <a:pt x="39925" y="46801"/>
                  </a:lnTo>
                  <a:lnTo>
                    <a:pt x="46801" y="39925"/>
                  </a:lnTo>
                  <a:lnTo>
                    <a:pt x="30293" y="23384"/>
                  </a:lnTo>
                  <a:lnTo>
                    <a:pt x="46801" y="6876"/>
                  </a:lnTo>
                  <a:lnTo>
                    <a:pt x="39925" y="0"/>
                  </a:lnTo>
                  <a:lnTo>
                    <a:pt x="23384" y="16508"/>
                  </a:lnTo>
                  <a:lnTo>
                    <a:pt x="6876" y="0"/>
                  </a:lnTo>
                  <a:lnTo>
                    <a:pt x="0" y="6876"/>
                  </a:lnTo>
                  <a:lnTo>
                    <a:pt x="16509" y="23384"/>
                  </a:lnTo>
                  <a:lnTo>
                    <a:pt x="0" y="39925"/>
                  </a:lnTo>
                  <a:lnTo>
                    <a:pt x="6876" y="46801"/>
                  </a:lnTo>
                  <a:close/>
                </a:path>
              </a:pathLst>
            </a:custGeom>
            <a:solidFill>
              <a:srgbClr val="000000"/>
            </a:solidFill>
            <a:ln w="3243" cap="flat">
              <a:noFill/>
              <a:prstDash val="solid"/>
              <a:miter/>
            </a:ln>
          </p:spPr>
          <p:txBody>
            <a:bodyPr rtlCol="0" anchor="ctr"/>
            <a:lstStyle/>
            <a:p>
              <a:endParaRPr lang="en-US"/>
            </a:p>
          </p:txBody>
        </p:sp>
        <p:sp>
          <p:nvSpPr>
            <p:cNvPr id="98" name="Freeform: Shape 964"/>
            <p:cNvSpPr/>
            <p:nvPr/>
          </p:nvSpPr>
          <p:spPr>
            <a:xfrm>
              <a:off x="17837971" y="5498347"/>
              <a:ext cx="46801" cy="46800"/>
            </a:xfrm>
            <a:custGeom>
              <a:avLst/>
              <a:gdLst>
                <a:gd name="connsiteX0" fmla="*/ 39925 w 46801"/>
                <a:gd name="connsiteY0" fmla="*/ 0 h 46800"/>
                <a:gd name="connsiteX1" fmla="*/ 23417 w 46801"/>
                <a:gd name="connsiteY1" fmla="*/ 16508 h 46800"/>
                <a:gd name="connsiteX2" fmla="*/ 6876 w 46801"/>
                <a:gd name="connsiteY2" fmla="*/ 0 h 46800"/>
                <a:gd name="connsiteX3" fmla="*/ 0 w 46801"/>
                <a:gd name="connsiteY3" fmla="*/ 6876 h 46800"/>
                <a:gd name="connsiteX4" fmla="*/ 16509 w 46801"/>
                <a:gd name="connsiteY4" fmla="*/ 23384 h 46800"/>
                <a:gd name="connsiteX5" fmla="*/ 0 w 46801"/>
                <a:gd name="connsiteY5" fmla="*/ 39925 h 46800"/>
                <a:gd name="connsiteX6" fmla="*/ 6876 w 46801"/>
                <a:gd name="connsiteY6" fmla="*/ 46801 h 46800"/>
                <a:gd name="connsiteX7" fmla="*/ 23417 w 46801"/>
                <a:gd name="connsiteY7" fmla="*/ 30260 h 46800"/>
                <a:gd name="connsiteX8" fmla="*/ 39925 w 46801"/>
                <a:gd name="connsiteY8" fmla="*/ 46801 h 46800"/>
                <a:gd name="connsiteX9" fmla="*/ 46801 w 46801"/>
                <a:gd name="connsiteY9" fmla="*/ 39925 h 46800"/>
                <a:gd name="connsiteX10" fmla="*/ 30293 w 46801"/>
                <a:gd name="connsiteY10" fmla="*/ 23384 h 46800"/>
                <a:gd name="connsiteX11" fmla="*/ 46801 w 46801"/>
                <a:gd name="connsiteY11" fmla="*/ 6876 h 46800"/>
                <a:gd name="connsiteX12" fmla="*/ 39925 w 46801"/>
                <a:gd name="connsiteY12" fmla="*/ 0 h 4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801" h="46800">
                  <a:moveTo>
                    <a:pt x="39925" y="0"/>
                  </a:moveTo>
                  <a:lnTo>
                    <a:pt x="23417" y="16508"/>
                  </a:lnTo>
                  <a:lnTo>
                    <a:pt x="6876" y="0"/>
                  </a:lnTo>
                  <a:lnTo>
                    <a:pt x="0" y="6876"/>
                  </a:lnTo>
                  <a:lnTo>
                    <a:pt x="16509" y="23384"/>
                  </a:lnTo>
                  <a:lnTo>
                    <a:pt x="0" y="39925"/>
                  </a:lnTo>
                  <a:lnTo>
                    <a:pt x="6876" y="46801"/>
                  </a:lnTo>
                  <a:lnTo>
                    <a:pt x="23417" y="30260"/>
                  </a:lnTo>
                  <a:lnTo>
                    <a:pt x="39925" y="46801"/>
                  </a:lnTo>
                  <a:lnTo>
                    <a:pt x="46801" y="39925"/>
                  </a:lnTo>
                  <a:lnTo>
                    <a:pt x="30293" y="23384"/>
                  </a:lnTo>
                  <a:lnTo>
                    <a:pt x="46801" y="6876"/>
                  </a:lnTo>
                  <a:lnTo>
                    <a:pt x="39925" y="0"/>
                  </a:lnTo>
                  <a:close/>
                </a:path>
              </a:pathLst>
            </a:custGeom>
            <a:solidFill>
              <a:srgbClr val="000000"/>
            </a:solidFill>
            <a:ln w="3243" cap="flat">
              <a:noFill/>
              <a:prstDash val="solid"/>
              <a:miter/>
            </a:ln>
          </p:spPr>
          <p:txBody>
            <a:bodyPr rtlCol="0" anchor="ctr"/>
            <a:lstStyle/>
            <a:p>
              <a:endParaRPr lang="en-US"/>
            </a:p>
          </p:txBody>
        </p:sp>
        <p:sp>
          <p:nvSpPr>
            <p:cNvPr id="99" name="Freeform: Shape 965"/>
            <p:cNvSpPr/>
            <p:nvPr/>
          </p:nvSpPr>
          <p:spPr>
            <a:xfrm>
              <a:off x="18037563" y="5498347"/>
              <a:ext cx="46801" cy="46800"/>
            </a:xfrm>
            <a:custGeom>
              <a:avLst/>
              <a:gdLst>
                <a:gd name="connsiteX0" fmla="*/ 39925 w 46801"/>
                <a:gd name="connsiteY0" fmla="*/ 0 h 46800"/>
                <a:gd name="connsiteX1" fmla="*/ 23384 w 46801"/>
                <a:gd name="connsiteY1" fmla="*/ 16508 h 46800"/>
                <a:gd name="connsiteX2" fmla="*/ 6876 w 46801"/>
                <a:gd name="connsiteY2" fmla="*/ 0 h 46800"/>
                <a:gd name="connsiteX3" fmla="*/ 0 w 46801"/>
                <a:gd name="connsiteY3" fmla="*/ 6876 h 46800"/>
                <a:gd name="connsiteX4" fmla="*/ 16509 w 46801"/>
                <a:gd name="connsiteY4" fmla="*/ 23384 h 46800"/>
                <a:gd name="connsiteX5" fmla="*/ 0 w 46801"/>
                <a:gd name="connsiteY5" fmla="*/ 39925 h 46800"/>
                <a:gd name="connsiteX6" fmla="*/ 6876 w 46801"/>
                <a:gd name="connsiteY6" fmla="*/ 46801 h 46800"/>
                <a:gd name="connsiteX7" fmla="*/ 23384 w 46801"/>
                <a:gd name="connsiteY7" fmla="*/ 30260 h 46800"/>
                <a:gd name="connsiteX8" fmla="*/ 39925 w 46801"/>
                <a:gd name="connsiteY8" fmla="*/ 46801 h 46800"/>
                <a:gd name="connsiteX9" fmla="*/ 46801 w 46801"/>
                <a:gd name="connsiteY9" fmla="*/ 39925 h 46800"/>
                <a:gd name="connsiteX10" fmla="*/ 30260 w 46801"/>
                <a:gd name="connsiteY10" fmla="*/ 23384 h 46800"/>
                <a:gd name="connsiteX11" fmla="*/ 46801 w 46801"/>
                <a:gd name="connsiteY11" fmla="*/ 6876 h 46800"/>
                <a:gd name="connsiteX12" fmla="*/ 39925 w 46801"/>
                <a:gd name="connsiteY12" fmla="*/ 0 h 4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801" h="46800">
                  <a:moveTo>
                    <a:pt x="39925" y="0"/>
                  </a:moveTo>
                  <a:lnTo>
                    <a:pt x="23384" y="16508"/>
                  </a:lnTo>
                  <a:lnTo>
                    <a:pt x="6876" y="0"/>
                  </a:lnTo>
                  <a:lnTo>
                    <a:pt x="0" y="6876"/>
                  </a:lnTo>
                  <a:lnTo>
                    <a:pt x="16509" y="23384"/>
                  </a:lnTo>
                  <a:lnTo>
                    <a:pt x="0" y="39925"/>
                  </a:lnTo>
                  <a:lnTo>
                    <a:pt x="6876" y="46801"/>
                  </a:lnTo>
                  <a:lnTo>
                    <a:pt x="23384" y="30260"/>
                  </a:lnTo>
                  <a:lnTo>
                    <a:pt x="39925" y="46801"/>
                  </a:lnTo>
                  <a:lnTo>
                    <a:pt x="46801" y="39925"/>
                  </a:lnTo>
                  <a:lnTo>
                    <a:pt x="30260" y="23384"/>
                  </a:lnTo>
                  <a:lnTo>
                    <a:pt x="46801" y="6876"/>
                  </a:lnTo>
                  <a:lnTo>
                    <a:pt x="39925" y="0"/>
                  </a:lnTo>
                  <a:close/>
                </a:path>
              </a:pathLst>
            </a:custGeom>
            <a:solidFill>
              <a:srgbClr val="000000"/>
            </a:solidFill>
            <a:ln w="3243" cap="flat">
              <a:noFill/>
              <a:prstDash val="solid"/>
              <a:miter/>
            </a:ln>
          </p:spPr>
          <p:txBody>
            <a:bodyPr rtlCol="0" anchor="ctr"/>
            <a:lstStyle/>
            <a:p>
              <a:endParaRPr lang="en-US"/>
            </a:p>
          </p:txBody>
        </p:sp>
        <p:sp>
          <p:nvSpPr>
            <p:cNvPr id="100" name="Freeform: Shape 966"/>
            <p:cNvSpPr/>
            <p:nvPr/>
          </p:nvSpPr>
          <p:spPr>
            <a:xfrm>
              <a:off x="17527264" y="5197564"/>
              <a:ext cx="607338" cy="628421"/>
            </a:xfrm>
            <a:custGeom>
              <a:avLst/>
              <a:gdLst>
                <a:gd name="connsiteX0" fmla="*/ 483802 w 607338"/>
                <a:gd name="connsiteY0" fmla="*/ 89547 h 628421"/>
                <a:gd name="connsiteX1" fmla="*/ 508613 w 607338"/>
                <a:gd name="connsiteY1" fmla="*/ 64736 h 628421"/>
                <a:gd name="connsiteX2" fmla="*/ 508613 w 607338"/>
                <a:gd name="connsiteY2" fmla="*/ 49655 h 628421"/>
                <a:gd name="connsiteX3" fmla="*/ 607275 w 607338"/>
                <a:gd name="connsiteY3" fmla="*/ 49655 h 628421"/>
                <a:gd name="connsiteX4" fmla="*/ 607275 w 607338"/>
                <a:gd name="connsiteY4" fmla="*/ 39925 h 628421"/>
                <a:gd name="connsiteX5" fmla="*/ 508613 w 607338"/>
                <a:gd name="connsiteY5" fmla="*/ 39925 h 628421"/>
                <a:gd name="connsiteX6" fmla="*/ 508613 w 607338"/>
                <a:gd name="connsiteY6" fmla="*/ 24811 h 628421"/>
                <a:gd name="connsiteX7" fmla="*/ 483802 w 607338"/>
                <a:gd name="connsiteY7" fmla="*/ 0 h 628421"/>
                <a:gd name="connsiteX8" fmla="*/ 458991 w 607338"/>
                <a:gd name="connsiteY8" fmla="*/ 24811 h 628421"/>
                <a:gd name="connsiteX9" fmla="*/ 458991 w 607338"/>
                <a:gd name="connsiteY9" fmla="*/ 39893 h 628421"/>
                <a:gd name="connsiteX10" fmla="*/ 209258 w 607338"/>
                <a:gd name="connsiteY10" fmla="*/ 39893 h 628421"/>
                <a:gd name="connsiteX11" fmla="*/ 209258 w 607338"/>
                <a:gd name="connsiteY11" fmla="*/ 24811 h 628421"/>
                <a:gd name="connsiteX12" fmla="*/ 184447 w 607338"/>
                <a:gd name="connsiteY12" fmla="*/ 0 h 628421"/>
                <a:gd name="connsiteX13" fmla="*/ 159636 w 607338"/>
                <a:gd name="connsiteY13" fmla="*/ 24811 h 628421"/>
                <a:gd name="connsiteX14" fmla="*/ 159636 w 607338"/>
                <a:gd name="connsiteY14" fmla="*/ 39893 h 628421"/>
                <a:gd name="connsiteX15" fmla="*/ 39892 w 607338"/>
                <a:gd name="connsiteY15" fmla="*/ 39893 h 628421"/>
                <a:gd name="connsiteX16" fmla="*/ 39892 w 607338"/>
                <a:gd name="connsiteY16" fmla="*/ 119710 h 628421"/>
                <a:gd name="connsiteX17" fmla="*/ 39892 w 607338"/>
                <a:gd name="connsiteY17" fmla="*/ 119710 h 628421"/>
                <a:gd name="connsiteX18" fmla="*/ 39892 w 607338"/>
                <a:gd name="connsiteY18" fmla="*/ 356633 h 628421"/>
                <a:gd name="connsiteX19" fmla="*/ 0 w 607338"/>
                <a:gd name="connsiteY19" fmla="*/ 463889 h 628421"/>
                <a:gd name="connsiteX20" fmla="*/ 164532 w 607338"/>
                <a:gd name="connsiteY20" fmla="*/ 628421 h 628421"/>
                <a:gd name="connsiteX21" fmla="*/ 315767 w 607338"/>
                <a:gd name="connsiteY21" fmla="*/ 528625 h 628421"/>
                <a:gd name="connsiteX22" fmla="*/ 486008 w 607338"/>
                <a:gd name="connsiteY22" fmla="*/ 528625 h 628421"/>
                <a:gd name="connsiteX23" fmla="*/ 495608 w 607338"/>
                <a:gd name="connsiteY23" fmla="*/ 519025 h 628421"/>
                <a:gd name="connsiteX24" fmla="*/ 495738 w 607338"/>
                <a:gd name="connsiteY24" fmla="*/ 518895 h 628421"/>
                <a:gd name="connsiteX25" fmla="*/ 505338 w 607338"/>
                <a:gd name="connsiteY25" fmla="*/ 509295 h 628421"/>
                <a:gd name="connsiteX26" fmla="*/ 505338 w 607338"/>
                <a:gd name="connsiteY26" fmla="*/ 416828 h 628421"/>
                <a:gd name="connsiteX27" fmla="*/ 597772 w 607338"/>
                <a:gd name="connsiteY27" fmla="*/ 416828 h 628421"/>
                <a:gd name="connsiteX28" fmla="*/ 607339 w 607338"/>
                <a:gd name="connsiteY28" fmla="*/ 407261 h 628421"/>
                <a:gd name="connsiteX29" fmla="*/ 607339 w 607338"/>
                <a:gd name="connsiteY29" fmla="*/ 407099 h 628421"/>
                <a:gd name="connsiteX30" fmla="*/ 495608 w 607338"/>
                <a:gd name="connsiteY30" fmla="*/ 407099 h 628421"/>
                <a:gd name="connsiteX31" fmla="*/ 495608 w 607338"/>
                <a:gd name="connsiteY31" fmla="*/ 518895 h 628421"/>
                <a:gd name="connsiteX32" fmla="*/ 319561 w 607338"/>
                <a:gd name="connsiteY32" fmla="*/ 518895 h 628421"/>
                <a:gd name="connsiteX33" fmla="*/ 329065 w 607338"/>
                <a:gd name="connsiteY33" fmla="*/ 463889 h 628421"/>
                <a:gd name="connsiteX34" fmla="*/ 164532 w 607338"/>
                <a:gd name="connsiteY34" fmla="*/ 299356 h 628421"/>
                <a:gd name="connsiteX35" fmla="*/ 49622 w 607338"/>
                <a:gd name="connsiteY35" fmla="*/ 346287 h 628421"/>
                <a:gd name="connsiteX36" fmla="*/ 49622 w 607338"/>
                <a:gd name="connsiteY36" fmla="*/ 134597 h 628421"/>
                <a:gd name="connsiteX37" fmla="*/ 49622 w 607338"/>
                <a:gd name="connsiteY37" fmla="*/ 134597 h 628421"/>
                <a:gd name="connsiteX38" fmla="*/ 49622 w 607338"/>
                <a:gd name="connsiteY38" fmla="*/ 129473 h 628421"/>
                <a:gd name="connsiteX39" fmla="*/ 607339 w 607338"/>
                <a:gd name="connsiteY39" fmla="*/ 129473 h 628421"/>
                <a:gd name="connsiteX40" fmla="*/ 607339 w 607338"/>
                <a:gd name="connsiteY40" fmla="*/ 119743 h 628421"/>
                <a:gd name="connsiteX41" fmla="*/ 49622 w 607338"/>
                <a:gd name="connsiteY41" fmla="*/ 119743 h 628421"/>
                <a:gd name="connsiteX42" fmla="*/ 49622 w 607338"/>
                <a:gd name="connsiteY42" fmla="*/ 49655 h 628421"/>
                <a:gd name="connsiteX43" fmla="*/ 159636 w 607338"/>
                <a:gd name="connsiteY43" fmla="*/ 49655 h 628421"/>
                <a:gd name="connsiteX44" fmla="*/ 159636 w 607338"/>
                <a:gd name="connsiteY44" fmla="*/ 64736 h 628421"/>
                <a:gd name="connsiteX45" fmla="*/ 184447 w 607338"/>
                <a:gd name="connsiteY45" fmla="*/ 89547 h 628421"/>
                <a:gd name="connsiteX46" fmla="*/ 209258 w 607338"/>
                <a:gd name="connsiteY46" fmla="*/ 64736 h 628421"/>
                <a:gd name="connsiteX47" fmla="*/ 209258 w 607338"/>
                <a:gd name="connsiteY47" fmla="*/ 49655 h 628421"/>
                <a:gd name="connsiteX48" fmla="*/ 458991 w 607338"/>
                <a:gd name="connsiteY48" fmla="*/ 49655 h 628421"/>
                <a:gd name="connsiteX49" fmla="*/ 458991 w 607338"/>
                <a:gd name="connsiteY49" fmla="*/ 64736 h 628421"/>
                <a:gd name="connsiteX50" fmla="*/ 483802 w 607338"/>
                <a:gd name="connsiteY50" fmla="*/ 89547 h 628421"/>
                <a:gd name="connsiteX51" fmla="*/ 468721 w 607338"/>
                <a:gd name="connsiteY51" fmla="*/ 24811 h 628421"/>
                <a:gd name="connsiteX52" fmla="*/ 483802 w 607338"/>
                <a:gd name="connsiteY52" fmla="*/ 9730 h 628421"/>
                <a:gd name="connsiteX53" fmla="*/ 498883 w 607338"/>
                <a:gd name="connsiteY53" fmla="*/ 24811 h 628421"/>
                <a:gd name="connsiteX54" fmla="*/ 498883 w 607338"/>
                <a:gd name="connsiteY54" fmla="*/ 64736 h 628421"/>
                <a:gd name="connsiteX55" fmla="*/ 483802 w 607338"/>
                <a:gd name="connsiteY55" fmla="*/ 79817 h 628421"/>
                <a:gd name="connsiteX56" fmla="*/ 468721 w 607338"/>
                <a:gd name="connsiteY56" fmla="*/ 64736 h 628421"/>
                <a:gd name="connsiteX57" fmla="*/ 468721 w 607338"/>
                <a:gd name="connsiteY57" fmla="*/ 24811 h 628421"/>
                <a:gd name="connsiteX58" fmla="*/ 164467 w 607338"/>
                <a:gd name="connsiteY58" fmla="*/ 309086 h 628421"/>
                <a:gd name="connsiteX59" fmla="*/ 319270 w 607338"/>
                <a:gd name="connsiteY59" fmla="*/ 463889 h 628421"/>
                <a:gd name="connsiteX60" fmla="*/ 164467 w 607338"/>
                <a:gd name="connsiteY60" fmla="*/ 618691 h 628421"/>
                <a:gd name="connsiteX61" fmla="*/ 9665 w 607338"/>
                <a:gd name="connsiteY61" fmla="*/ 463889 h 628421"/>
                <a:gd name="connsiteX62" fmla="*/ 164467 w 607338"/>
                <a:gd name="connsiteY62" fmla="*/ 309086 h 628421"/>
                <a:gd name="connsiteX63" fmla="*/ 199528 w 607338"/>
                <a:gd name="connsiteY63" fmla="*/ 64704 h 628421"/>
                <a:gd name="connsiteX64" fmla="*/ 184447 w 607338"/>
                <a:gd name="connsiteY64" fmla="*/ 79785 h 628421"/>
                <a:gd name="connsiteX65" fmla="*/ 169366 w 607338"/>
                <a:gd name="connsiteY65" fmla="*/ 64704 h 628421"/>
                <a:gd name="connsiteX66" fmla="*/ 169366 w 607338"/>
                <a:gd name="connsiteY66" fmla="*/ 24779 h 628421"/>
                <a:gd name="connsiteX67" fmla="*/ 184447 w 607338"/>
                <a:gd name="connsiteY67" fmla="*/ 9697 h 628421"/>
                <a:gd name="connsiteX68" fmla="*/ 199528 w 607338"/>
                <a:gd name="connsiteY68" fmla="*/ 24779 h 628421"/>
                <a:gd name="connsiteX69" fmla="*/ 199528 w 607338"/>
                <a:gd name="connsiteY69" fmla="*/ 64704 h 62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07338" h="628421">
                  <a:moveTo>
                    <a:pt x="483802" y="89547"/>
                  </a:moveTo>
                  <a:cubicBezTo>
                    <a:pt x="497490" y="89547"/>
                    <a:pt x="508613" y="78423"/>
                    <a:pt x="508613" y="64736"/>
                  </a:cubicBezTo>
                  <a:lnTo>
                    <a:pt x="508613" y="49655"/>
                  </a:lnTo>
                  <a:lnTo>
                    <a:pt x="607275" y="49655"/>
                  </a:lnTo>
                  <a:lnTo>
                    <a:pt x="607275" y="39925"/>
                  </a:lnTo>
                  <a:lnTo>
                    <a:pt x="508613" y="39925"/>
                  </a:lnTo>
                  <a:lnTo>
                    <a:pt x="508613" y="24811"/>
                  </a:lnTo>
                  <a:cubicBezTo>
                    <a:pt x="508613" y="11125"/>
                    <a:pt x="497490" y="0"/>
                    <a:pt x="483802" y="0"/>
                  </a:cubicBezTo>
                  <a:cubicBezTo>
                    <a:pt x="470116" y="0"/>
                    <a:pt x="458991" y="11125"/>
                    <a:pt x="458991" y="24811"/>
                  </a:cubicBezTo>
                  <a:lnTo>
                    <a:pt x="458991" y="39893"/>
                  </a:lnTo>
                  <a:lnTo>
                    <a:pt x="209258" y="39893"/>
                  </a:lnTo>
                  <a:lnTo>
                    <a:pt x="209258" y="24811"/>
                  </a:lnTo>
                  <a:cubicBezTo>
                    <a:pt x="209258" y="11125"/>
                    <a:pt x="198132" y="0"/>
                    <a:pt x="184447" y="0"/>
                  </a:cubicBezTo>
                  <a:cubicBezTo>
                    <a:pt x="170759" y="0"/>
                    <a:pt x="159636" y="11125"/>
                    <a:pt x="159636" y="24811"/>
                  </a:cubicBezTo>
                  <a:lnTo>
                    <a:pt x="159636" y="39893"/>
                  </a:lnTo>
                  <a:lnTo>
                    <a:pt x="39892" y="39893"/>
                  </a:lnTo>
                  <a:lnTo>
                    <a:pt x="39892" y="119710"/>
                  </a:lnTo>
                  <a:lnTo>
                    <a:pt x="39892" y="119710"/>
                  </a:lnTo>
                  <a:lnTo>
                    <a:pt x="39892" y="356633"/>
                  </a:lnTo>
                  <a:cubicBezTo>
                    <a:pt x="15049" y="385466"/>
                    <a:pt x="0" y="422926"/>
                    <a:pt x="0" y="463889"/>
                  </a:cubicBezTo>
                  <a:cubicBezTo>
                    <a:pt x="0" y="554604"/>
                    <a:pt x="73817" y="628421"/>
                    <a:pt x="164532" y="628421"/>
                  </a:cubicBezTo>
                  <a:cubicBezTo>
                    <a:pt x="232285" y="628421"/>
                    <a:pt x="290566" y="587263"/>
                    <a:pt x="315767" y="528625"/>
                  </a:cubicBezTo>
                  <a:lnTo>
                    <a:pt x="486008" y="528625"/>
                  </a:lnTo>
                  <a:lnTo>
                    <a:pt x="495608" y="519025"/>
                  </a:lnTo>
                  <a:lnTo>
                    <a:pt x="495738" y="518895"/>
                  </a:lnTo>
                  <a:lnTo>
                    <a:pt x="505338" y="509295"/>
                  </a:lnTo>
                  <a:lnTo>
                    <a:pt x="505338" y="416828"/>
                  </a:lnTo>
                  <a:lnTo>
                    <a:pt x="597772" y="416828"/>
                  </a:lnTo>
                  <a:lnTo>
                    <a:pt x="607339" y="407261"/>
                  </a:lnTo>
                  <a:lnTo>
                    <a:pt x="607339" y="407099"/>
                  </a:lnTo>
                  <a:lnTo>
                    <a:pt x="495608" y="407099"/>
                  </a:lnTo>
                  <a:lnTo>
                    <a:pt x="495608" y="518895"/>
                  </a:lnTo>
                  <a:lnTo>
                    <a:pt x="319561" y="518895"/>
                  </a:lnTo>
                  <a:cubicBezTo>
                    <a:pt x="325692" y="501673"/>
                    <a:pt x="329065" y="483186"/>
                    <a:pt x="329065" y="463889"/>
                  </a:cubicBezTo>
                  <a:cubicBezTo>
                    <a:pt x="329065" y="373173"/>
                    <a:pt x="255248" y="299356"/>
                    <a:pt x="164532" y="299356"/>
                  </a:cubicBezTo>
                  <a:cubicBezTo>
                    <a:pt x="119872" y="299356"/>
                    <a:pt x="79299" y="317292"/>
                    <a:pt x="49622" y="346287"/>
                  </a:cubicBezTo>
                  <a:lnTo>
                    <a:pt x="49622" y="134597"/>
                  </a:lnTo>
                  <a:lnTo>
                    <a:pt x="49622" y="134597"/>
                  </a:lnTo>
                  <a:lnTo>
                    <a:pt x="49622" y="129473"/>
                  </a:lnTo>
                  <a:lnTo>
                    <a:pt x="607339" y="129473"/>
                  </a:lnTo>
                  <a:lnTo>
                    <a:pt x="607339" y="119743"/>
                  </a:lnTo>
                  <a:lnTo>
                    <a:pt x="49622" y="119743"/>
                  </a:lnTo>
                  <a:lnTo>
                    <a:pt x="49622" y="49655"/>
                  </a:lnTo>
                  <a:lnTo>
                    <a:pt x="159636" y="49655"/>
                  </a:lnTo>
                  <a:lnTo>
                    <a:pt x="159636" y="64736"/>
                  </a:lnTo>
                  <a:cubicBezTo>
                    <a:pt x="159636" y="78423"/>
                    <a:pt x="170759" y="89547"/>
                    <a:pt x="184447" y="89547"/>
                  </a:cubicBezTo>
                  <a:cubicBezTo>
                    <a:pt x="198132" y="89547"/>
                    <a:pt x="209258" y="78423"/>
                    <a:pt x="209258" y="64736"/>
                  </a:cubicBezTo>
                  <a:lnTo>
                    <a:pt x="209258" y="49655"/>
                  </a:lnTo>
                  <a:lnTo>
                    <a:pt x="458991" y="49655"/>
                  </a:lnTo>
                  <a:lnTo>
                    <a:pt x="458991" y="64736"/>
                  </a:lnTo>
                  <a:cubicBezTo>
                    <a:pt x="458991" y="78423"/>
                    <a:pt x="470116" y="89547"/>
                    <a:pt x="483802" y="89547"/>
                  </a:cubicBezTo>
                  <a:close/>
                  <a:moveTo>
                    <a:pt x="468721" y="24811"/>
                  </a:moveTo>
                  <a:cubicBezTo>
                    <a:pt x="468721" y="16476"/>
                    <a:pt x="475499" y="9730"/>
                    <a:pt x="483802" y="9730"/>
                  </a:cubicBezTo>
                  <a:cubicBezTo>
                    <a:pt x="492105" y="9730"/>
                    <a:pt x="498883" y="16508"/>
                    <a:pt x="498883" y="24811"/>
                  </a:cubicBezTo>
                  <a:lnTo>
                    <a:pt x="498883" y="64736"/>
                  </a:lnTo>
                  <a:cubicBezTo>
                    <a:pt x="498883" y="73072"/>
                    <a:pt x="492105" y="79817"/>
                    <a:pt x="483802" y="79817"/>
                  </a:cubicBezTo>
                  <a:cubicBezTo>
                    <a:pt x="475499" y="79817"/>
                    <a:pt x="468721" y="73039"/>
                    <a:pt x="468721" y="64736"/>
                  </a:cubicBezTo>
                  <a:lnTo>
                    <a:pt x="468721" y="24811"/>
                  </a:lnTo>
                  <a:close/>
                  <a:moveTo>
                    <a:pt x="164467" y="309086"/>
                  </a:moveTo>
                  <a:cubicBezTo>
                    <a:pt x="249830" y="309086"/>
                    <a:pt x="319270" y="378525"/>
                    <a:pt x="319270" y="463889"/>
                  </a:cubicBezTo>
                  <a:cubicBezTo>
                    <a:pt x="319270" y="549252"/>
                    <a:pt x="249830" y="618691"/>
                    <a:pt x="164467" y="618691"/>
                  </a:cubicBezTo>
                  <a:cubicBezTo>
                    <a:pt x="79104" y="618691"/>
                    <a:pt x="9665" y="549252"/>
                    <a:pt x="9665" y="463889"/>
                  </a:cubicBezTo>
                  <a:cubicBezTo>
                    <a:pt x="9665" y="378525"/>
                    <a:pt x="79104" y="309086"/>
                    <a:pt x="164467" y="309086"/>
                  </a:cubicBezTo>
                  <a:close/>
                  <a:moveTo>
                    <a:pt x="199528" y="64704"/>
                  </a:moveTo>
                  <a:cubicBezTo>
                    <a:pt x="199528" y="73039"/>
                    <a:pt x="192750" y="79785"/>
                    <a:pt x="184447" y="79785"/>
                  </a:cubicBezTo>
                  <a:cubicBezTo>
                    <a:pt x="176144" y="79785"/>
                    <a:pt x="169366" y="73007"/>
                    <a:pt x="169366" y="64704"/>
                  </a:cubicBezTo>
                  <a:lnTo>
                    <a:pt x="169366" y="24779"/>
                  </a:lnTo>
                  <a:cubicBezTo>
                    <a:pt x="169366" y="16443"/>
                    <a:pt x="176144" y="9697"/>
                    <a:pt x="184447" y="9697"/>
                  </a:cubicBezTo>
                  <a:cubicBezTo>
                    <a:pt x="192750" y="9697"/>
                    <a:pt x="199528" y="16476"/>
                    <a:pt x="199528" y="24779"/>
                  </a:cubicBezTo>
                  <a:lnTo>
                    <a:pt x="199528" y="64704"/>
                  </a:lnTo>
                  <a:close/>
                </a:path>
              </a:pathLst>
            </a:custGeom>
            <a:solidFill>
              <a:srgbClr val="000000"/>
            </a:solidFill>
            <a:ln w="3243" cap="flat">
              <a:noFill/>
              <a:prstDash val="solid"/>
              <a:miter/>
            </a:ln>
          </p:spPr>
          <p:txBody>
            <a:bodyPr rtlCol="0" anchor="ctr"/>
            <a:lstStyle/>
            <a:p>
              <a:endParaRPr lang="en-US"/>
            </a:p>
          </p:txBody>
        </p:sp>
        <p:sp>
          <p:nvSpPr>
            <p:cNvPr id="101" name="Freeform: Shape 967"/>
            <p:cNvSpPr/>
            <p:nvPr/>
          </p:nvSpPr>
          <p:spPr>
            <a:xfrm>
              <a:off x="17686866" y="5561656"/>
              <a:ext cx="64736" cy="104661"/>
            </a:xfrm>
            <a:custGeom>
              <a:avLst/>
              <a:gdLst>
                <a:gd name="connsiteX0" fmla="*/ 64736 w 64736"/>
                <a:gd name="connsiteY0" fmla="*/ 94931 h 104661"/>
                <a:gd name="connsiteX1" fmla="*/ 9730 w 64736"/>
                <a:gd name="connsiteY1" fmla="*/ 94931 h 104661"/>
                <a:gd name="connsiteX2" fmla="*/ 9730 w 64736"/>
                <a:gd name="connsiteY2" fmla="*/ 0 h 104661"/>
                <a:gd name="connsiteX3" fmla="*/ 0 w 64736"/>
                <a:gd name="connsiteY3" fmla="*/ 0 h 104661"/>
                <a:gd name="connsiteX4" fmla="*/ 0 w 64736"/>
                <a:gd name="connsiteY4" fmla="*/ 104661 h 104661"/>
                <a:gd name="connsiteX5" fmla="*/ 64736 w 64736"/>
                <a:gd name="connsiteY5" fmla="*/ 104661 h 104661"/>
                <a:gd name="connsiteX6" fmla="*/ 64736 w 64736"/>
                <a:gd name="connsiteY6" fmla="*/ 94931 h 10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736" h="104661">
                  <a:moveTo>
                    <a:pt x="64736" y="94931"/>
                  </a:moveTo>
                  <a:lnTo>
                    <a:pt x="9730" y="94931"/>
                  </a:lnTo>
                  <a:lnTo>
                    <a:pt x="9730" y="0"/>
                  </a:lnTo>
                  <a:lnTo>
                    <a:pt x="0" y="0"/>
                  </a:lnTo>
                  <a:lnTo>
                    <a:pt x="0" y="104661"/>
                  </a:lnTo>
                  <a:lnTo>
                    <a:pt x="64736" y="104661"/>
                  </a:lnTo>
                  <a:lnTo>
                    <a:pt x="64736" y="94931"/>
                  </a:lnTo>
                  <a:close/>
                </a:path>
              </a:pathLst>
            </a:custGeom>
            <a:solidFill>
              <a:srgbClr val="000000"/>
            </a:solidFill>
            <a:ln w="3243" cap="flat">
              <a:noFill/>
              <a:prstDash val="solid"/>
              <a:miter/>
            </a:ln>
          </p:spPr>
          <p:txBody>
            <a:bodyPr rtlCol="0" anchor="ctr"/>
            <a:lstStyle/>
            <a:p>
              <a:endParaRPr lang="en-US"/>
            </a:p>
          </p:txBody>
        </p:sp>
        <p:sp>
          <p:nvSpPr>
            <p:cNvPr id="102" name="Freeform: Shape 1111"/>
            <p:cNvSpPr/>
            <p:nvPr/>
          </p:nvSpPr>
          <p:spPr>
            <a:xfrm>
              <a:off x="18013207" y="5237456"/>
              <a:ext cx="153765" cy="488732"/>
            </a:xfrm>
            <a:custGeom>
              <a:avLst/>
              <a:gdLst>
                <a:gd name="connsiteX0" fmla="*/ 153765 w 153765"/>
                <a:gd name="connsiteY0" fmla="*/ 0 h 488732"/>
                <a:gd name="connsiteX1" fmla="*/ 153765 w 153765"/>
                <a:gd name="connsiteY1" fmla="*/ 380795 h 488732"/>
                <a:gd name="connsiteX2" fmla="*/ 45861 w 153765"/>
                <a:gd name="connsiteY2" fmla="*/ 488732 h 488732"/>
                <a:gd name="connsiteX3" fmla="*/ 0 w 153765"/>
                <a:gd name="connsiteY3" fmla="*/ 488732 h 488732"/>
                <a:gd name="connsiteX4" fmla="*/ 9600 w 153765"/>
                <a:gd name="connsiteY4" fmla="*/ 479132 h 488732"/>
                <a:gd name="connsiteX5" fmla="*/ 9730 w 153765"/>
                <a:gd name="connsiteY5" fmla="*/ 479002 h 488732"/>
                <a:gd name="connsiteX6" fmla="*/ 19330 w 153765"/>
                <a:gd name="connsiteY6" fmla="*/ 469402 h 488732"/>
                <a:gd name="connsiteX7" fmla="*/ 111764 w 153765"/>
                <a:gd name="connsiteY7" fmla="*/ 376936 h 488732"/>
                <a:gd name="connsiteX8" fmla="*/ 121332 w 153765"/>
                <a:gd name="connsiteY8" fmla="*/ 367368 h 488732"/>
                <a:gd name="connsiteX9" fmla="*/ 121332 w 153765"/>
                <a:gd name="connsiteY9" fmla="*/ 0 h 488732"/>
                <a:gd name="connsiteX10" fmla="*/ 153765 w 153765"/>
                <a:gd name="connsiteY10" fmla="*/ 0 h 48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765" h="488732">
                  <a:moveTo>
                    <a:pt x="153765" y="0"/>
                  </a:moveTo>
                  <a:lnTo>
                    <a:pt x="153765" y="380795"/>
                  </a:lnTo>
                  <a:lnTo>
                    <a:pt x="45861" y="488732"/>
                  </a:lnTo>
                  <a:lnTo>
                    <a:pt x="0" y="488732"/>
                  </a:lnTo>
                  <a:lnTo>
                    <a:pt x="9600" y="479132"/>
                  </a:lnTo>
                  <a:lnTo>
                    <a:pt x="9730" y="479002"/>
                  </a:lnTo>
                  <a:lnTo>
                    <a:pt x="19330" y="469402"/>
                  </a:lnTo>
                  <a:lnTo>
                    <a:pt x="111764" y="376936"/>
                  </a:lnTo>
                  <a:lnTo>
                    <a:pt x="121332" y="367368"/>
                  </a:lnTo>
                  <a:lnTo>
                    <a:pt x="121332" y="0"/>
                  </a:lnTo>
                  <a:lnTo>
                    <a:pt x="153765" y="0"/>
                  </a:lnTo>
                  <a:close/>
                </a:path>
              </a:pathLst>
            </a:custGeom>
            <a:solidFill>
              <a:srgbClr val="CAB481"/>
            </a:solidFill>
            <a:ln w="3243" cap="flat">
              <a:noFill/>
              <a:prstDash val="solid"/>
              <a:miter/>
            </a:ln>
          </p:spPr>
          <p:txBody>
            <a:bodyPr rtlCol="0" anchor="ctr"/>
            <a:lstStyle/>
            <a:p>
              <a:endParaRPr lang="en-US"/>
            </a:p>
          </p:txBody>
        </p:sp>
      </p:grpSp>
      <p:grpSp>
        <p:nvGrpSpPr>
          <p:cNvPr id="103" name="Group 769"/>
          <p:cNvGrpSpPr/>
          <p:nvPr/>
        </p:nvGrpSpPr>
        <p:grpSpPr>
          <a:xfrm>
            <a:off x="10505634" y="2421432"/>
            <a:ext cx="641791" cy="631253"/>
            <a:chOff x="14095954" y="3878580"/>
            <a:chExt cx="691341" cy="679989"/>
          </a:xfrm>
        </p:grpSpPr>
        <p:sp>
          <p:nvSpPr>
            <p:cNvPr id="104" name="Freeform: Shape 1020"/>
            <p:cNvSpPr/>
            <p:nvPr/>
          </p:nvSpPr>
          <p:spPr>
            <a:xfrm>
              <a:off x="14349450" y="3921813"/>
              <a:ext cx="172964" cy="9729"/>
            </a:xfrm>
            <a:custGeom>
              <a:avLst/>
              <a:gdLst>
                <a:gd name="connsiteX0" fmla="*/ 0 w 172964"/>
                <a:gd name="connsiteY0" fmla="*/ 0 h 9729"/>
                <a:gd name="connsiteX1" fmla="*/ 172965 w 172964"/>
                <a:gd name="connsiteY1" fmla="*/ 0 h 9729"/>
                <a:gd name="connsiteX2" fmla="*/ 172965 w 172964"/>
                <a:gd name="connsiteY2" fmla="*/ 9730 h 9729"/>
                <a:gd name="connsiteX3" fmla="*/ 0 w 172964"/>
                <a:gd name="connsiteY3" fmla="*/ 9730 h 9729"/>
              </a:gdLst>
              <a:ahLst/>
              <a:cxnLst>
                <a:cxn ang="0">
                  <a:pos x="connsiteX0" y="connsiteY0"/>
                </a:cxn>
                <a:cxn ang="0">
                  <a:pos x="connsiteX1" y="connsiteY1"/>
                </a:cxn>
                <a:cxn ang="0">
                  <a:pos x="connsiteX2" y="connsiteY2"/>
                </a:cxn>
                <a:cxn ang="0">
                  <a:pos x="connsiteX3" y="connsiteY3"/>
                </a:cxn>
              </a:cxnLst>
              <a:rect l="l" t="t" r="r" b="b"/>
              <a:pathLst>
                <a:path w="172964" h="9729">
                  <a:moveTo>
                    <a:pt x="0" y="0"/>
                  </a:moveTo>
                  <a:lnTo>
                    <a:pt x="172965" y="0"/>
                  </a:lnTo>
                  <a:lnTo>
                    <a:pt x="172965" y="9730"/>
                  </a:lnTo>
                  <a:lnTo>
                    <a:pt x="0" y="9730"/>
                  </a:lnTo>
                  <a:close/>
                </a:path>
              </a:pathLst>
            </a:custGeom>
            <a:solidFill>
              <a:srgbClr val="000000"/>
            </a:solidFill>
            <a:ln w="3243" cap="flat">
              <a:noFill/>
              <a:prstDash val="solid"/>
              <a:miter/>
            </a:ln>
          </p:spPr>
          <p:txBody>
            <a:bodyPr rtlCol="0" anchor="ctr"/>
            <a:lstStyle/>
            <a:p>
              <a:endParaRPr lang="en-US"/>
            </a:p>
          </p:txBody>
        </p:sp>
        <p:sp>
          <p:nvSpPr>
            <p:cNvPr id="105" name="Freeform: Shape 1021"/>
            <p:cNvSpPr/>
            <p:nvPr/>
          </p:nvSpPr>
          <p:spPr>
            <a:xfrm>
              <a:off x="14095954" y="3878580"/>
              <a:ext cx="637241" cy="679989"/>
            </a:xfrm>
            <a:custGeom>
              <a:avLst/>
              <a:gdLst>
                <a:gd name="connsiteX0" fmla="*/ 588657 w 637241"/>
                <a:gd name="connsiteY0" fmla="*/ 302697 h 679989"/>
                <a:gd name="connsiteX1" fmla="*/ 539457 w 637241"/>
                <a:gd name="connsiteY1" fmla="*/ 302697 h 679989"/>
                <a:gd name="connsiteX2" fmla="*/ 539457 w 637241"/>
                <a:gd name="connsiteY2" fmla="*/ 259464 h 679989"/>
                <a:gd name="connsiteX3" fmla="*/ 475661 w 637241"/>
                <a:gd name="connsiteY3" fmla="*/ 259464 h 679989"/>
                <a:gd name="connsiteX4" fmla="*/ 475661 w 637241"/>
                <a:gd name="connsiteY4" fmla="*/ 302697 h 679989"/>
                <a:gd name="connsiteX5" fmla="*/ 204327 w 637241"/>
                <a:gd name="connsiteY5" fmla="*/ 302697 h 679989"/>
                <a:gd name="connsiteX6" fmla="*/ 204327 w 637241"/>
                <a:gd name="connsiteY6" fmla="*/ 259464 h 679989"/>
                <a:gd name="connsiteX7" fmla="*/ 140531 w 637241"/>
                <a:gd name="connsiteY7" fmla="*/ 259464 h 679989"/>
                <a:gd name="connsiteX8" fmla="*/ 140531 w 637241"/>
                <a:gd name="connsiteY8" fmla="*/ 302697 h 679989"/>
                <a:gd name="connsiteX9" fmla="*/ 91331 w 637241"/>
                <a:gd name="connsiteY9" fmla="*/ 302697 h 679989"/>
                <a:gd name="connsiteX10" fmla="*/ 9729 w 637241"/>
                <a:gd name="connsiteY10" fmla="*/ 221063 h 679989"/>
                <a:gd name="connsiteX11" fmla="*/ 9729 w 637241"/>
                <a:gd name="connsiteY11" fmla="*/ 177830 h 679989"/>
                <a:gd name="connsiteX12" fmla="*/ 48098 w 637241"/>
                <a:gd name="connsiteY12" fmla="*/ 139462 h 679989"/>
                <a:gd name="connsiteX13" fmla="*/ 497132 w 637241"/>
                <a:gd name="connsiteY13" fmla="*/ 139462 h 679989"/>
                <a:gd name="connsiteX14" fmla="*/ 489997 w 637241"/>
                <a:gd name="connsiteY14" fmla="*/ 107029 h 679989"/>
                <a:gd name="connsiteX15" fmla="*/ 474396 w 637241"/>
                <a:gd name="connsiteY15" fmla="*/ 35968 h 679989"/>
                <a:gd name="connsiteX16" fmla="*/ 437293 w 637241"/>
                <a:gd name="connsiteY16" fmla="*/ 0 h 679989"/>
                <a:gd name="connsiteX17" fmla="*/ 242695 w 637241"/>
                <a:gd name="connsiteY17" fmla="*/ 0 h 679989"/>
                <a:gd name="connsiteX18" fmla="*/ 205527 w 637241"/>
                <a:gd name="connsiteY18" fmla="*/ 36228 h 679989"/>
                <a:gd name="connsiteX19" fmla="*/ 184739 w 637241"/>
                <a:gd name="connsiteY19" fmla="*/ 129732 h 679989"/>
                <a:gd name="connsiteX20" fmla="*/ 48098 w 637241"/>
                <a:gd name="connsiteY20" fmla="*/ 129732 h 679989"/>
                <a:gd name="connsiteX21" fmla="*/ 0 w 637241"/>
                <a:gd name="connsiteY21" fmla="*/ 177830 h 679989"/>
                <a:gd name="connsiteX22" fmla="*/ 0 w 637241"/>
                <a:gd name="connsiteY22" fmla="*/ 221063 h 679989"/>
                <a:gd name="connsiteX23" fmla="*/ 21600 w 637241"/>
                <a:gd name="connsiteY23" fmla="*/ 279994 h 679989"/>
                <a:gd name="connsiteX24" fmla="*/ 21600 w 637241"/>
                <a:gd name="connsiteY24" fmla="*/ 588658 h 679989"/>
                <a:gd name="connsiteX25" fmla="*/ 69730 w 637241"/>
                <a:gd name="connsiteY25" fmla="*/ 636756 h 679989"/>
                <a:gd name="connsiteX26" fmla="*/ 265723 w 637241"/>
                <a:gd name="connsiteY26" fmla="*/ 636756 h 679989"/>
                <a:gd name="connsiteX27" fmla="*/ 270588 w 637241"/>
                <a:gd name="connsiteY27" fmla="*/ 643859 h 679989"/>
                <a:gd name="connsiteX28" fmla="*/ 288329 w 637241"/>
                <a:gd name="connsiteY28" fmla="*/ 651286 h 679989"/>
                <a:gd name="connsiteX29" fmla="*/ 288361 w 637241"/>
                <a:gd name="connsiteY29" fmla="*/ 651286 h 679989"/>
                <a:gd name="connsiteX30" fmla="*/ 292124 w 637241"/>
                <a:gd name="connsiteY30" fmla="*/ 650962 h 679989"/>
                <a:gd name="connsiteX31" fmla="*/ 299065 w 637241"/>
                <a:gd name="connsiteY31" fmla="*/ 672659 h 679989"/>
                <a:gd name="connsiteX32" fmla="*/ 316805 w 637241"/>
                <a:gd name="connsiteY32" fmla="*/ 679989 h 679989"/>
                <a:gd name="connsiteX33" fmla="*/ 316870 w 637241"/>
                <a:gd name="connsiteY33" fmla="*/ 679989 h 679989"/>
                <a:gd name="connsiteX34" fmla="*/ 334417 w 637241"/>
                <a:gd name="connsiteY34" fmla="*/ 672659 h 679989"/>
                <a:gd name="connsiteX35" fmla="*/ 340675 w 637241"/>
                <a:gd name="connsiteY35" fmla="*/ 666335 h 679989"/>
                <a:gd name="connsiteX36" fmla="*/ 346449 w 637241"/>
                <a:gd name="connsiteY36" fmla="*/ 672076 h 679989"/>
                <a:gd name="connsiteX37" fmla="*/ 365228 w 637241"/>
                <a:gd name="connsiteY37" fmla="*/ 679957 h 679989"/>
                <a:gd name="connsiteX38" fmla="*/ 375023 w 637241"/>
                <a:gd name="connsiteY38" fmla="*/ 677914 h 679989"/>
                <a:gd name="connsiteX39" fmla="*/ 390104 w 637241"/>
                <a:gd name="connsiteY39" fmla="*/ 656962 h 679989"/>
                <a:gd name="connsiteX40" fmla="*/ 395941 w 637241"/>
                <a:gd name="connsiteY40" fmla="*/ 651286 h 679989"/>
                <a:gd name="connsiteX41" fmla="*/ 406190 w 637241"/>
                <a:gd name="connsiteY41" fmla="*/ 648108 h 679989"/>
                <a:gd name="connsiteX42" fmla="*/ 411606 w 637241"/>
                <a:gd name="connsiteY42" fmla="*/ 644021 h 679989"/>
                <a:gd name="connsiteX43" fmla="*/ 418872 w 637241"/>
                <a:gd name="connsiteY43" fmla="*/ 628389 h 679989"/>
                <a:gd name="connsiteX44" fmla="*/ 424645 w 637241"/>
                <a:gd name="connsiteY44" fmla="*/ 622615 h 679989"/>
                <a:gd name="connsiteX45" fmla="*/ 440083 w 637241"/>
                <a:gd name="connsiteY45" fmla="*/ 615675 h 679989"/>
                <a:gd name="connsiteX46" fmla="*/ 440440 w 637241"/>
                <a:gd name="connsiteY46" fmla="*/ 615351 h 679989"/>
                <a:gd name="connsiteX47" fmla="*/ 447737 w 637241"/>
                <a:gd name="connsiteY47" fmla="*/ 599750 h 679989"/>
                <a:gd name="connsiteX48" fmla="*/ 453543 w 637241"/>
                <a:gd name="connsiteY48" fmla="*/ 593945 h 679989"/>
                <a:gd name="connsiteX49" fmla="*/ 469338 w 637241"/>
                <a:gd name="connsiteY49" fmla="*/ 586712 h 679989"/>
                <a:gd name="connsiteX50" fmla="*/ 476699 w 637241"/>
                <a:gd name="connsiteY50" fmla="*/ 568809 h 679989"/>
                <a:gd name="connsiteX51" fmla="*/ 469401 w 637241"/>
                <a:gd name="connsiteY51" fmla="*/ 551198 h 679989"/>
                <a:gd name="connsiteX52" fmla="*/ 462429 w 637241"/>
                <a:gd name="connsiteY52" fmla="*/ 544063 h 679989"/>
                <a:gd name="connsiteX53" fmla="*/ 489089 w 637241"/>
                <a:gd name="connsiteY53" fmla="*/ 517598 h 679989"/>
                <a:gd name="connsiteX54" fmla="*/ 502159 w 637241"/>
                <a:gd name="connsiteY54" fmla="*/ 530668 h 679989"/>
                <a:gd name="connsiteX55" fmla="*/ 541468 w 637241"/>
                <a:gd name="connsiteY55" fmla="*/ 491359 h 679989"/>
                <a:gd name="connsiteX56" fmla="*/ 394060 w 637241"/>
                <a:gd name="connsiteY56" fmla="*/ 343919 h 679989"/>
                <a:gd name="connsiteX57" fmla="*/ 354752 w 637241"/>
                <a:gd name="connsiteY57" fmla="*/ 383228 h 679989"/>
                <a:gd name="connsiteX58" fmla="*/ 382320 w 637241"/>
                <a:gd name="connsiteY58" fmla="*/ 410796 h 679989"/>
                <a:gd name="connsiteX59" fmla="*/ 297670 w 637241"/>
                <a:gd name="connsiteY59" fmla="*/ 410796 h 679989"/>
                <a:gd name="connsiteX60" fmla="*/ 325238 w 637241"/>
                <a:gd name="connsiteY60" fmla="*/ 383228 h 679989"/>
                <a:gd name="connsiteX61" fmla="*/ 285929 w 637241"/>
                <a:gd name="connsiteY61" fmla="*/ 343919 h 679989"/>
                <a:gd name="connsiteX62" fmla="*/ 138522 w 637241"/>
                <a:gd name="connsiteY62" fmla="*/ 491359 h 679989"/>
                <a:gd name="connsiteX63" fmla="*/ 177829 w 637241"/>
                <a:gd name="connsiteY63" fmla="*/ 530668 h 679989"/>
                <a:gd name="connsiteX64" fmla="*/ 190966 w 637241"/>
                <a:gd name="connsiteY64" fmla="*/ 517533 h 679989"/>
                <a:gd name="connsiteX65" fmla="*/ 190966 w 637241"/>
                <a:gd name="connsiteY65" fmla="*/ 517533 h 679989"/>
                <a:gd name="connsiteX66" fmla="*/ 217819 w 637241"/>
                <a:gd name="connsiteY66" fmla="*/ 544290 h 679989"/>
                <a:gd name="connsiteX67" fmla="*/ 212858 w 637241"/>
                <a:gd name="connsiteY67" fmla="*/ 549350 h 679989"/>
                <a:gd name="connsiteX68" fmla="*/ 212890 w 637241"/>
                <a:gd name="connsiteY68" fmla="*/ 586128 h 679989"/>
                <a:gd name="connsiteX69" fmla="*/ 230987 w 637241"/>
                <a:gd name="connsiteY69" fmla="*/ 593718 h 679989"/>
                <a:gd name="connsiteX70" fmla="*/ 231084 w 637241"/>
                <a:gd name="connsiteY70" fmla="*/ 593718 h 679989"/>
                <a:gd name="connsiteX71" fmla="*/ 235236 w 637241"/>
                <a:gd name="connsiteY71" fmla="*/ 593361 h 679989"/>
                <a:gd name="connsiteX72" fmla="*/ 242177 w 637241"/>
                <a:gd name="connsiteY72" fmla="*/ 615091 h 679989"/>
                <a:gd name="connsiteX73" fmla="*/ 259886 w 637241"/>
                <a:gd name="connsiteY73" fmla="*/ 622518 h 679989"/>
                <a:gd name="connsiteX74" fmla="*/ 259917 w 637241"/>
                <a:gd name="connsiteY74" fmla="*/ 622518 h 679989"/>
                <a:gd name="connsiteX75" fmla="*/ 263680 w 637241"/>
                <a:gd name="connsiteY75" fmla="*/ 622194 h 679989"/>
                <a:gd name="connsiteX76" fmla="*/ 263389 w 637241"/>
                <a:gd name="connsiteY76" fmla="*/ 627026 h 679989"/>
                <a:gd name="connsiteX77" fmla="*/ 69730 w 637241"/>
                <a:gd name="connsiteY77" fmla="*/ 627026 h 679989"/>
                <a:gd name="connsiteX78" fmla="*/ 31330 w 637241"/>
                <a:gd name="connsiteY78" fmla="*/ 588658 h 679989"/>
                <a:gd name="connsiteX79" fmla="*/ 31330 w 637241"/>
                <a:gd name="connsiteY79" fmla="*/ 289853 h 679989"/>
                <a:gd name="connsiteX80" fmla="*/ 91331 w 637241"/>
                <a:gd name="connsiteY80" fmla="*/ 312427 h 679989"/>
                <a:gd name="connsiteX81" fmla="*/ 140531 w 637241"/>
                <a:gd name="connsiteY81" fmla="*/ 312427 h 679989"/>
                <a:gd name="connsiteX82" fmla="*/ 140531 w 637241"/>
                <a:gd name="connsiteY82" fmla="*/ 329195 h 679989"/>
                <a:gd name="connsiteX83" fmla="*/ 167029 w 637241"/>
                <a:gd name="connsiteY83" fmla="*/ 355660 h 679989"/>
                <a:gd name="connsiteX84" fmla="*/ 177829 w 637241"/>
                <a:gd name="connsiteY84" fmla="*/ 355660 h 679989"/>
                <a:gd name="connsiteX85" fmla="*/ 204327 w 637241"/>
                <a:gd name="connsiteY85" fmla="*/ 329195 h 679989"/>
                <a:gd name="connsiteX86" fmla="*/ 204327 w 637241"/>
                <a:gd name="connsiteY86" fmla="*/ 312427 h 679989"/>
                <a:gd name="connsiteX87" fmla="*/ 475661 w 637241"/>
                <a:gd name="connsiteY87" fmla="*/ 312427 h 679989"/>
                <a:gd name="connsiteX88" fmla="*/ 475661 w 637241"/>
                <a:gd name="connsiteY88" fmla="*/ 329195 h 679989"/>
                <a:gd name="connsiteX89" fmla="*/ 502159 w 637241"/>
                <a:gd name="connsiteY89" fmla="*/ 355660 h 679989"/>
                <a:gd name="connsiteX90" fmla="*/ 512959 w 637241"/>
                <a:gd name="connsiteY90" fmla="*/ 355660 h 679989"/>
                <a:gd name="connsiteX91" fmla="*/ 539457 w 637241"/>
                <a:gd name="connsiteY91" fmla="*/ 329195 h 679989"/>
                <a:gd name="connsiteX92" fmla="*/ 539457 w 637241"/>
                <a:gd name="connsiteY92" fmla="*/ 312427 h 679989"/>
                <a:gd name="connsiteX93" fmla="*/ 588657 w 637241"/>
                <a:gd name="connsiteY93" fmla="*/ 312427 h 679989"/>
                <a:gd name="connsiteX94" fmla="*/ 637242 w 637241"/>
                <a:gd name="connsiteY94" fmla="*/ 298383 h 679989"/>
                <a:gd name="connsiteX95" fmla="*/ 637242 w 637241"/>
                <a:gd name="connsiteY95" fmla="*/ 286675 h 679989"/>
                <a:gd name="connsiteX96" fmla="*/ 588657 w 637241"/>
                <a:gd name="connsiteY96" fmla="*/ 302697 h 679989"/>
                <a:gd name="connsiteX97" fmla="*/ 214932 w 637241"/>
                <a:gd name="connsiteY97" fmla="*/ 38628 h 679989"/>
                <a:gd name="connsiteX98" fmla="*/ 242695 w 637241"/>
                <a:gd name="connsiteY98" fmla="*/ 9730 h 679989"/>
                <a:gd name="connsiteX99" fmla="*/ 437293 w 637241"/>
                <a:gd name="connsiteY99" fmla="*/ 9730 h 679989"/>
                <a:gd name="connsiteX100" fmla="*/ 464991 w 637241"/>
                <a:gd name="connsiteY100" fmla="*/ 38336 h 679989"/>
                <a:gd name="connsiteX101" fmla="*/ 485035 w 637241"/>
                <a:gd name="connsiteY101" fmla="*/ 129732 h 679989"/>
                <a:gd name="connsiteX102" fmla="*/ 194695 w 637241"/>
                <a:gd name="connsiteY102" fmla="*/ 129732 h 679989"/>
                <a:gd name="connsiteX103" fmla="*/ 214932 w 637241"/>
                <a:gd name="connsiteY103" fmla="*/ 38628 h 679989"/>
                <a:gd name="connsiteX104" fmla="*/ 327507 w 637241"/>
                <a:gd name="connsiteY104" fmla="*/ 665816 h 679989"/>
                <a:gd name="connsiteX105" fmla="*/ 316838 w 637241"/>
                <a:gd name="connsiteY105" fmla="*/ 670259 h 679989"/>
                <a:gd name="connsiteX106" fmla="*/ 316838 w 637241"/>
                <a:gd name="connsiteY106" fmla="*/ 670259 h 679989"/>
                <a:gd name="connsiteX107" fmla="*/ 306004 w 637241"/>
                <a:gd name="connsiteY107" fmla="*/ 665816 h 679989"/>
                <a:gd name="connsiteX108" fmla="*/ 306004 w 637241"/>
                <a:gd name="connsiteY108" fmla="*/ 643924 h 679989"/>
                <a:gd name="connsiteX109" fmla="*/ 320048 w 637241"/>
                <a:gd name="connsiteY109" fmla="*/ 629686 h 679989"/>
                <a:gd name="connsiteX110" fmla="*/ 320081 w 637241"/>
                <a:gd name="connsiteY110" fmla="*/ 629686 h 679989"/>
                <a:gd name="connsiteX111" fmla="*/ 330750 w 637241"/>
                <a:gd name="connsiteY111" fmla="*/ 625243 h 679989"/>
                <a:gd name="connsiteX112" fmla="*/ 330784 w 637241"/>
                <a:gd name="connsiteY112" fmla="*/ 625243 h 679989"/>
                <a:gd name="connsiteX113" fmla="*/ 341519 w 637241"/>
                <a:gd name="connsiteY113" fmla="*/ 629751 h 679989"/>
                <a:gd name="connsiteX114" fmla="*/ 341551 w 637241"/>
                <a:gd name="connsiteY114" fmla="*/ 651643 h 679989"/>
                <a:gd name="connsiteX115" fmla="*/ 327540 w 637241"/>
                <a:gd name="connsiteY115" fmla="*/ 665816 h 679989"/>
                <a:gd name="connsiteX116" fmla="*/ 394060 w 637241"/>
                <a:gd name="connsiteY116" fmla="*/ 357703 h 679989"/>
                <a:gd name="connsiteX117" fmla="*/ 527717 w 637241"/>
                <a:gd name="connsiteY117" fmla="*/ 491359 h 679989"/>
                <a:gd name="connsiteX118" fmla="*/ 502159 w 637241"/>
                <a:gd name="connsiteY118" fmla="*/ 516917 h 679989"/>
                <a:gd name="connsiteX119" fmla="*/ 368503 w 637241"/>
                <a:gd name="connsiteY119" fmla="*/ 383228 h 679989"/>
                <a:gd name="connsiteX120" fmla="*/ 394060 w 637241"/>
                <a:gd name="connsiteY120" fmla="*/ 357703 h 679989"/>
                <a:gd name="connsiteX121" fmla="*/ 482213 w 637241"/>
                <a:gd name="connsiteY121" fmla="*/ 510722 h 679989"/>
                <a:gd name="connsiteX122" fmla="*/ 455651 w 637241"/>
                <a:gd name="connsiteY122" fmla="*/ 537122 h 679989"/>
                <a:gd name="connsiteX123" fmla="*/ 372557 w 637241"/>
                <a:gd name="connsiteY123" fmla="*/ 452083 h 679989"/>
                <a:gd name="connsiteX124" fmla="*/ 330233 w 637241"/>
                <a:gd name="connsiteY124" fmla="*/ 492397 h 679989"/>
                <a:gd name="connsiteX125" fmla="*/ 318362 w 637241"/>
                <a:gd name="connsiteY125" fmla="*/ 497295 h 679989"/>
                <a:gd name="connsiteX126" fmla="*/ 306524 w 637241"/>
                <a:gd name="connsiteY126" fmla="*/ 492397 h 679989"/>
                <a:gd name="connsiteX127" fmla="*/ 306589 w 637241"/>
                <a:gd name="connsiteY127" fmla="*/ 468624 h 679989"/>
                <a:gd name="connsiteX128" fmla="*/ 352871 w 637241"/>
                <a:gd name="connsiteY128" fmla="*/ 420526 h 679989"/>
                <a:gd name="connsiteX129" fmla="*/ 392050 w 637241"/>
                <a:gd name="connsiteY129" fmla="*/ 420526 h 679989"/>
                <a:gd name="connsiteX130" fmla="*/ 482213 w 637241"/>
                <a:gd name="connsiteY130" fmla="*/ 510722 h 679989"/>
                <a:gd name="connsiteX131" fmla="*/ 152273 w 637241"/>
                <a:gd name="connsiteY131" fmla="*/ 491359 h 679989"/>
                <a:gd name="connsiteX132" fmla="*/ 285929 w 637241"/>
                <a:gd name="connsiteY132" fmla="*/ 357703 h 679989"/>
                <a:gd name="connsiteX133" fmla="*/ 311485 w 637241"/>
                <a:gd name="connsiteY133" fmla="*/ 383228 h 679989"/>
                <a:gd name="connsiteX134" fmla="*/ 177829 w 637241"/>
                <a:gd name="connsiteY134" fmla="*/ 516917 h 679989"/>
                <a:gd name="connsiteX135" fmla="*/ 152273 w 637241"/>
                <a:gd name="connsiteY135" fmla="*/ 491359 h 679989"/>
                <a:gd name="connsiteX136" fmla="*/ 197809 w 637241"/>
                <a:gd name="connsiteY136" fmla="*/ 510689 h 679989"/>
                <a:gd name="connsiteX137" fmla="*/ 287940 w 637241"/>
                <a:gd name="connsiteY137" fmla="*/ 420526 h 679989"/>
                <a:gd name="connsiteX138" fmla="*/ 339378 w 637241"/>
                <a:gd name="connsiteY138" fmla="*/ 420526 h 679989"/>
                <a:gd name="connsiteX139" fmla="*/ 299648 w 637241"/>
                <a:gd name="connsiteY139" fmla="*/ 461813 h 679989"/>
                <a:gd name="connsiteX140" fmla="*/ 299648 w 637241"/>
                <a:gd name="connsiteY140" fmla="*/ 499273 h 679989"/>
                <a:gd name="connsiteX141" fmla="*/ 337011 w 637241"/>
                <a:gd name="connsiteY141" fmla="*/ 499338 h 679989"/>
                <a:gd name="connsiteX142" fmla="*/ 372297 w 637241"/>
                <a:gd name="connsiteY142" fmla="*/ 465737 h 679989"/>
                <a:gd name="connsiteX143" fmla="*/ 462494 w 637241"/>
                <a:gd name="connsiteY143" fmla="*/ 558042 h 679989"/>
                <a:gd name="connsiteX144" fmla="*/ 466969 w 637241"/>
                <a:gd name="connsiteY144" fmla="*/ 568842 h 679989"/>
                <a:gd name="connsiteX145" fmla="*/ 462462 w 637241"/>
                <a:gd name="connsiteY145" fmla="*/ 579804 h 679989"/>
                <a:gd name="connsiteX146" fmla="*/ 452732 w 637241"/>
                <a:gd name="connsiteY146" fmla="*/ 584247 h 679989"/>
                <a:gd name="connsiteX147" fmla="*/ 438039 w 637241"/>
                <a:gd name="connsiteY147" fmla="*/ 598907 h 679989"/>
                <a:gd name="connsiteX148" fmla="*/ 433597 w 637241"/>
                <a:gd name="connsiteY148" fmla="*/ 608442 h 679989"/>
                <a:gd name="connsiteX149" fmla="*/ 423834 w 637241"/>
                <a:gd name="connsiteY149" fmla="*/ 612918 h 679989"/>
                <a:gd name="connsiteX150" fmla="*/ 415985 w 637241"/>
                <a:gd name="connsiteY150" fmla="*/ 615675 h 679989"/>
                <a:gd name="connsiteX151" fmla="*/ 409207 w 637241"/>
                <a:gd name="connsiteY151" fmla="*/ 627578 h 679989"/>
                <a:gd name="connsiteX152" fmla="*/ 404763 w 637241"/>
                <a:gd name="connsiteY152" fmla="*/ 637146 h 679989"/>
                <a:gd name="connsiteX153" fmla="*/ 395099 w 637241"/>
                <a:gd name="connsiteY153" fmla="*/ 641589 h 679989"/>
                <a:gd name="connsiteX154" fmla="*/ 384298 w 637241"/>
                <a:gd name="connsiteY154" fmla="*/ 646875 h 679989"/>
                <a:gd name="connsiteX155" fmla="*/ 380406 w 637241"/>
                <a:gd name="connsiteY155" fmla="*/ 656184 h 679989"/>
                <a:gd name="connsiteX156" fmla="*/ 371065 w 637241"/>
                <a:gd name="connsiteY156" fmla="*/ 669027 h 679989"/>
                <a:gd name="connsiteX157" fmla="*/ 353292 w 637241"/>
                <a:gd name="connsiteY157" fmla="*/ 665167 h 679989"/>
                <a:gd name="connsiteX158" fmla="*/ 347520 w 637241"/>
                <a:gd name="connsiteY158" fmla="*/ 659459 h 679989"/>
                <a:gd name="connsiteX159" fmla="*/ 348460 w 637241"/>
                <a:gd name="connsiteY159" fmla="*/ 658486 h 679989"/>
                <a:gd name="connsiteX160" fmla="*/ 348395 w 637241"/>
                <a:gd name="connsiteY160" fmla="*/ 622907 h 679989"/>
                <a:gd name="connsiteX161" fmla="*/ 332244 w 637241"/>
                <a:gd name="connsiteY161" fmla="*/ 615578 h 679989"/>
                <a:gd name="connsiteX162" fmla="*/ 327605 w 637241"/>
                <a:gd name="connsiteY162" fmla="*/ 586355 h 679989"/>
                <a:gd name="connsiteX163" fmla="*/ 311940 w 637241"/>
                <a:gd name="connsiteY163" fmla="*/ 579090 h 679989"/>
                <a:gd name="connsiteX164" fmla="*/ 307919 w 637241"/>
                <a:gd name="connsiteY164" fmla="*/ 548733 h 679989"/>
                <a:gd name="connsiteX165" fmla="*/ 290274 w 637241"/>
                <a:gd name="connsiteY165" fmla="*/ 541403 h 679989"/>
                <a:gd name="connsiteX166" fmla="*/ 290209 w 637241"/>
                <a:gd name="connsiteY166" fmla="*/ 541403 h 679989"/>
                <a:gd name="connsiteX167" fmla="*/ 279053 w 637241"/>
                <a:gd name="connsiteY167" fmla="*/ 544095 h 679989"/>
                <a:gd name="connsiteX168" fmla="*/ 271625 w 637241"/>
                <a:gd name="connsiteY168" fmla="*/ 526582 h 679989"/>
                <a:gd name="connsiteX169" fmla="*/ 253431 w 637241"/>
                <a:gd name="connsiteY169" fmla="*/ 518927 h 679989"/>
                <a:gd name="connsiteX170" fmla="*/ 235301 w 637241"/>
                <a:gd name="connsiteY170" fmla="*/ 526517 h 679989"/>
                <a:gd name="connsiteX171" fmla="*/ 224662 w 637241"/>
                <a:gd name="connsiteY171" fmla="*/ 537349 h 679989"/>
                <a:gd name="connsiteX172" fmla="*/ 197809 w 637241"/>
                <a:gd name="connsiteY172" fmla="*/ 510689 h 679989"/>
                <a:gd name="connsiteX173" fmla="*/ 231084 w 637241"/>
                <a:gd name="connsiteY173" fmla="*/ 583988 h 679989"/>
                <a:gd name="connsiteX174" fmla="*/ 231019 w 637241"/>
                <a:gd name="connsiteY174" fmla="*/ 583988 h 679989"/>
                <a:gd name="connsiteX175" fmla="*/ 219797 w 637241"/>
                <a:gd name="connsiteY175" fmla="*/ 579285 h 679989"/>
                <a:gd name="connsiteX176" fmla="*/ 219797 w 637241"/>
                <a:gd name="connsiteY176" fmla="*/ 556160 h 679989"/>
                <a:gd name="connsiteX177" fmla="*/ 242242 w 637241"/>
                <a:gd name="connsiteY177" fmla="*/ 533360 h 679989"/>
                <a:gd name="connsiteX178" fmla="*/ 253431 w 637241"/>
                <a:gd name="connsiteY178" fmla="*/ 528657 h 679989"/>
                <a:gd name="connsiteX179" fmla="*/ 264686 w 637241"/>
                <a:gd name="connsiteY179" fmla="*/ 533392 h 679989"/>
                <a:gd name="connsiteX180" fmla="*/ 264686 w 637241"/>
                <a:gd name="connsiteY180" fmla="*/ 556517 h 679989"/>
                <a:gd name="connsiteX181" fmla="*/ 264847 w 637241"/>
                <a:gd name="connsiteY181" fmla="*/ 556647 h 679989"/>
                <a:gd name="connsiteX182" fmla="*/ 242404 w 637241"/>
                <a:gd name="connsiteY182" fmla="*/ 579350 h 679989"/>
                <a:gd name="connsiteX183" fmla="*/ 242371 w 637241"/>
                <a:gd name="connsiteY183" fmla="*/ 579350 h 679989"/>
                <a:gd name="connsiteX184" fmla="*/ 231084 w 637241"/>
                <a:gd name="connsiteY184" fmla="*/ 583988 h 679989"/>
                <a:gd name="connsiteX185" fmla="*/ 259917 w 637241"/>
                <a:gd name="connsiteY185" fmla="*/ 612788 h 679989"/>
                <a:gd name="connsiteX186" fmla="*/ 259886 w 637241"/>
                <a:gd name="connsiteY186" fmla="*/ 612788 h 679989"/>
                <a:gd name="connsiteX187" fmla="*/ 249085 w 637241"/>
                <a:gd name="connsiteY187" fmla="*/ 608248 h 679989"/>
                <a:gd name="connsiteX188" fmla="*/ 249150 w 637241"/>
                <a:gd name="connsiteY188" fmla="*/ 586420 h 679989"/>
                <a:gd name="connsiteX189" fmla="*/ 279507 w 637241"/>
                <a:gd name="connsiteY189" fmla="*/ 555609 h 679989"/>
                <a:gd name="connsiteX190" fmla="*/ 290209 w 637241"/>
                <a:gd name="connsiteY190" fmla="*/ 551133 h 679989"/>
                <a:gd name="connsiteX191" fmla="*/ 290274 w 637241"/>
                <a:gd name="connsiteY191" fmla="*/ 551133 h 679989"/>
                <a:gd name="connsiteX192" fmla="*/ 301010 w 637241"/>
                <a:gd name="connsiteY192" fmla="*/ 555577 h 679989"/>
                <a:gd name="connsiteX193" fmla="*/ 301010 w 637241"/>
                <a:gd name="connsiteY193" fmla="*/ 577566 h 679989"/>
                <a:gd name="connsiteX194" fmla="*/ 292319 w 637241"/>
                <a:gd name="connsiteY194" fmla="*/ 586355 h 679989"/>
                <a:gd name="connsiteX195" fmla="*/ 292254 w 637241"/>
                <a:gd name="connsiteY195" fmla="*/ 586420 h 679989"/>
                <a:gd name="connsiteX196" fmla="*/ 270621 w 637241"/>
                <a:gd name="connsiteY196" fmla="*/ 608313 h 679989"/>
                <a:gd name="connsiteX197" fmla="*/ 259886 w 637241"/>
                <a:gd name="connsiteY197" fmla="*/ 612788 h 679989"/>
                <a:gd name="connsiteX198" fmla="*/ 299227 w 637241"/>
                <a:gd name="connsiteY198" fmla="*/ 593264 h 679989"/>
                <a:gd name="connsiteX199" fmla="*/ 309962 w 637241"/>
                <a:gd name="connsiteY199" fmla="*/ 588723 h 679989"/>
                <a:gd name="connsiteX200" fmla="*/ 309994 w 637241"/>
                <a:gd name="connsiteY200" fmla="*/ 588723 h 679989"/>
                <a:gd name="connsiteX201" fmla="*/ 320698 w 637241"/>
                <a:gd name="connsiteY201" fmla="*/ 593199 h 679989"/>
                <a:gd name="connsiteX202" fmla="*/ 320762 w 637241"/>
                <a:gd name="connsiteY202" fmla="*/ 615123 h 679989"/>
                <a:gd name="connsiteX203" fmla="*/ 299065 w 637241"/>
                <a:gd name="connsiteY203" fmla="*/ 637081 h 679989"/>
                <a:gd name="connsiteX204" fmla="*/ 288361 w 637241"/>
                <a:gd name="connsiteY204" fmla="*/ 641556 h 679989"/>
                <a:gd name="connsiteX205" fmla="*/ 288329 w 637241"/>
                <a:gd name="connsiteY205" fmla="*/ 641556 h 679989"/>
                <a:gd name="connsiteX206" fmla="*/ 277529 w 637241"/>
                <a:gd name="connsiteY206" fmla="*/ 637016 h 679989"/>
                <a:gd name="connsiteX207" fmla="*/ 277561 w 637241"/>
                <a:gd name="connsiteY207" fmla="*/ 615156 h 679989"/>
                <a:gd name="connsiteX208" fmla="*/ 299227 w 637241"/>
                <a:gd name="connsiteY208" fmla="*/ 593264 h 679989"/>
                <a:gd name="connsiteX209" fmla="*/ 194597 w 637241"/>
                <a:gd name="connsiteY209" fmla="*/ 329195 h 679989"/>
                <a:gd name="connsiteX210" fmla="*/ 177829 w 637241"/>
                <a:gd name="connsiteY210" fmla="*/ 345930 h 679989"/>
                <a:gd name="connsiteX211" fmla="*/ 167029 w 637241"/>
                <a:gd name="connsiteY211" fmla="*/ 345930 h 679989"/>
                <a:gd name="connsiteX212" fmla="*/ 150261 w 637241"/>
                <a:gd name="connsiteY212" fmla="*/ 329195 h 679989"/>
                <a:gd name="connsiteX213" fmla="*/ 150261 w 637241"/>
                <a:gd name="connsiteY213" fmla="*/ 269194 h 679989"/>
                <a:gd name="connsiteX214" fmla="*/ 194597 w 637241"/>
                <a:gd name="connsiteY214" fmla="*/ 269194 h 679989"/>
                <a:gd name="connsiteX215" fmla="*/ 194597 w 637241"/>
                <a:gd name="connsiteY215" fmla="*/ 329195 h 679989"/>
                <a:gd name="connsiteX216" fmla="*/ 529727 w 637241"/>
                <a:gd name="connsiteY216" fmla="*/ 329195 h 679989"/>
                <a:gd name="connsiteX217" fmla="*/ 512959 w 637241"/>
                <a:gd name="connsiteY217" fmla="*/ 345930 h 679989"/>
                <a:gd name="connsiteX218" fmla="*/ 502159 w 637241"/>
                <a:gd name="connsiteY218" fmla="*/ 345930 h 679989"/>
                <a:gd name="connsiteX219" fmla="*/ 485391 w 637241"/>
                <a:gd name="connsiteY219" fmla="*/ 329195 h 679989"/>
                <a:gd name="connsiteX220" fmla="*/ 485391 w 637241"/>
                <a:gd name="connsiteY220" fmla="*/ 269194 h 679989"/>
                <a:gd name="connsiteX221" fmla="*/ 529727 w 637241"/>
                <a:gd name="connsiteY221" fmla="*/ 269194 h 679989"/>
                <a:gd name="connsiteX222" fmla="*/ 529727 w 637241"/>
                <a:gd name="connsiteY222" fmla="*/ 329195 h 67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637241" h="679989">
                  <a:moveTo>
                    <a:pt x="588657" y="302697"/>
                  </a:moveTo>
                  <a:lnTo>
                    <a:pt x="539457" y="302697"/>
                  </a:lnTo>
                  <a:lnTo>
                    <a:pt x="539457" y="259464"/>
                  </a:lnTo>
                  <a:lnTo>
                    <a:pt x="475661" y="259464"/>
                  </a:lnTo>
                  <a:lnTo>
                    <a:pt x="475661" y="302697"/>
                  </a:lnTo>
                  <a:lnTo>
                    <a:pt x="204327" y="302697"/>
                  </a:lnTo>
                  <a:lnTo>
                    <a:pt x="204327" y="259464"/>
                  </a:lnTo>
                  <a:lnTo>
                    <a:pt x="140531" y="259464"/>
                  </a:lnTo>
                  <a:lnTo>
                    <a:pt x="140531" y="302697"/>
                  </a:lnTo>
                  <a:lnTo>
                    <a:pt x="91331" y="302697"/>
                  </a:lnTo>
                  <a:cubicBezTo>
                    <a:pt x="46346" y="302697"/>
                    <a:pt x="9729" y="266080"/>
                    <a:pt x="9729" y="221063"/>
                  </a:cubicBezTo>
                  <a:lnTo>
                    <a:pt x="9729" y="177830"/>
                  </a:lnTo>
                  <a:cubicBezTo>
                    <a:pt x="9729" y="156684"/>
                    <a:pt x="26951" y="139462"/>
                    <a:pt x="48098" y="139462"/>
                  </a:cubicBezTo>
                  <a:lnTo>
                    <a:pt x="497132" y="139462"/>
                  </a:lnTo>
                  <a:lnTo>
                    <a:pt x="489997" y="107029"/>
                  </a:lnTo>
                  <a:lnTo>
                    <a:pt x="474396" y="35968"/>
                  </a:lnTo>
                  <a:cubicBezTo>
                    <a:pt x="467488" y="11741"/>
                    <a:pt x="455359" y="0"/>
                    <a:pt x="437293" y="0"/>
                  </a:cubicBezTo>
                  <a:lnTo>
                    <a:pt x="242695" y="0"/>
                  </a:lnTo>
                  <a:cubicBezTo>
                    <a:pt x="224631" y="0"/>
                    <a:pt x="212500" y="11741"/>
                    <a:pt x="205527" y="36228"/>
                  </a:cubicBezTo>
                  <a:lnTo>
                    <a:pt x="184739" y="129732"/>
                  </a:lnTo>
                  <a:lnTo>
                    <a:pt x="48098" y="129732"/>
                  </a:lnTo>
                  <a:cubicBezTo>
                    <a:pt x="21568" y="129732"/>
                    <a:pt x="0" y="151300"/>
                    <a:pt x="0" y="177830"/>
                  </a:cubicBezTo>
                  <a:lnTo>
                    <a:pt x="0" y="221063"/>
                  </a:lnTo>
                  <a:cubicBezTo>
                    <a:pt x="0" y="243507"/>
                    <a:pt x="8141" y="264069"/>
                    <a:pt x="21600" y="279994"/>
                  </a:cubicBezTo>
                  <a:lnTo>
                    <a:pt x="21600" y="588658"/>
                  </a:lnTo>
                  <a:cubicBezTo>
                    <a:pt x="21600" y="615188"/>
                    <a:pt x="43201" y="636756"/>
                    <a:pt x="69730" y="636756"/>
                  </a:cubicBezTo>
                  <a:lnTo>
                    <a:pt x="265723" y="636756"/>
                  </a:lnTo>
                  <a:cubicBezTo>
                    <a:pt x="266858" y="639319"/>
                    <a:pt x="268480" y="641751"/>
                    <a:pt x="270588" y="643859"/>
                  </a:cubicBezTo>
                  <a:cubicBezTo>
                    <a:pt x="275323" y="648627"/>
                    <a:pt x="281615" y="651286"/>
                    <a:pt x="288329" y="651286"/>
                  </a:cubicBezTo>
                  <a:lnTo>
                    <a:pt x="288361" y="651286"/>
                  </a:lnTo>
                  <a:cubicBezTo>
                    <a:pt x="289626" y="651286"/>
                    <a:pt x="290892" y="651189"/>
                    <a:pt x="292124" y="650962"/>
                  </a:cubicBezTo>
                  <a:cubicBezTo>
                    <a:pt x="290892" y="658616"/>
                    <a:pt x="293226" y="666757"/>
                    <a:pt x="299065" y="672659"/>
                  </a:cubicBezTo>
                  <a:cubicBezTo>
                    <a:pt x="303800" y="677395"/>
                    <a:pt x="310092" y="679989"/>
                    <a:pt x="316805" y="679989"/>
                  </a:cubicBezTo>
                  <a:lnTo>
                    <a:pt x="316870" y="679989"/>
                  </a:lnTo>
                  <a:cubicBezTo>
                    <a:pt x="323551" y="679989"/>
                    <a:pt x="329778" y="677362"/>
                    <a:pt x="334417" y="672659"/>
                  </a:cubicBezTo>
                  <a:lnTo>
                    <a:pt x="340675" y="666335"/>
                  </a:lnTo>
                  <a:lnTo>
                    <a:pt x="346449" y="672076"/>
                  </a:lnTo>
                  <a:cubicBezTo>
                    <a:pt x="351605" y="677200"/>
                    <a:pt x="358448" y="679957"/>
                    <a:pt x="365228" y="679957"/>
                  </a:cubicBezTo>
                  <a:cubicBezTo>
                    <a:pt x="368568" y="679957"/>
                    <a:pt x="371909" y="679276"/>
                    <a:pt x="375023" y="677914"/>
                  </a:cubicBezTo>
                  <a:cubicBezTo>
                    <a:pt x="383714" y="674022"/>
                    <a:pt x="389358" y="666205"/>
                    <a:pt x="390104" y="656962"/>
                  </a:cubicBezTo>
                  <a:cubicBezTo>
                    <a:pt x="390363" y="653784"/>
                    <a:pt x="392633" y="651578"/>
                    <a:pt x="395941" y="651286"/>
                  </a:cubicBezTo>
                  <a:cubicBezTo>
                    <a:pt x="399574" y="650962"/>
                    <a:pt x="403077" y="649892"/>
                    <a:pt x="406190" y="648108"/>
                  </a:cubicBezTo>
                  <a:cubicBezTo>
                    <a:pt x="408168" y="647005"/>
                    <a:pt x="409985" y="645643"/>
                    <a:pt x="411606" y="644021"/>
                  </a:cubicBezTo>
                  <a:cubicBezTo>
                    <a:pt x="415824" y="639837"/>
                    <a:pt x="418384" y="634291"/>
                    <a:pt x="418872" y="628389"/>
                  </a:cubicBezTo>
                  <a:cubicBezTo>
                    <a:pt x="419164" y="625145"/>
                    <a:pt x="421434" y="622875"/>
                    <a:pt x="424645" y="622615"/>
                  </a:cubicBezTo>
                  <a:cubicBezTo>
                    <a:pt x="430450" y="622129"/>
                    <a:pt x="435931" y="619664"/>
                    <a:pt x="440083" y="615675"/>
                  </a:cubicBezTo>
                  <a:cubicBezTo>
                    <a:pt x="440212" y="615578"/>
                    <a:pt x="440310" y="615448"/>
                    <a:pt x="440440" y="615351"/>
                  </a:cubicBezTo>
                  <a:cubicBezTo>
                    <a:pt x="444655" y="611199"/>
                    <a:pt x="447218" y="605653"/>
                    <a:pt x="447737" y="599750"/>
                  </a:cubicBezTo>
                  <a:cubicBezTo>
                    <a:pt x="448029" y="596474"/>
                    <a:pt x="450299" y="594204"/>
                    <a:pt x="453543" y="593945"/>
                  </a:cubicBezTo>
                  <a:cubicBezTo>
                    <a:pt x="459478" y="593458"/>
                    <a:pt x="465089" y="590896"/>
                    <a:pt x="469338" y="586712"/>
                  </a:cubicBezTo>
                  <a:cubicBezTo>
                    <a:pt x="474105" y="581945"/>
                    <a:pt x="476699" y="575588"/>
                    <a:pt x="476699" y="568809"/>
                  </a:cubicBezTo>
                  <a:cubicBezTo>
                    <a:pt x="476667" y="562096"/>
                    <a:pt x="474073" y="555836"/>
                    <a:pt x="469401" y="551198"/>
                  </a:cubicBezTo>
                  <a:lnTo>
                    <a:pt x="462429" y="544063"/>
                  </a:lnTo>
                  <a:lnTo>
                    <a:pt x="489089" y="517598"/>
                  </a:lnTo>
                  <a:lnTo>
                    <a:pt x="502159" y="530668"/>
                  </a:lnTo>
                  <a:lnTo>
                    <a:pt x="541468" y="491359"/>
                  </a:lnTo>
                  <a:lnTo>
                    <a:pt x="394060" y="343919"/>
                  </a:lnTo>
                  <a:lnTo>
                    <a:pt x="354752" y="383228"/>
                  </a:lnTo>
                  <a:lnTo>
                    <a:pt x="382320" y="410796"/>
                  </a:lnTo>
                  <a:lnTo>
                    <a:pt x="297670" y="410796"/>
                  </a:lnTo>
                  <a:lnTo>
                    <a:pt x="325238" y="383228"/>
                  </a:lnTo>
                  <a:lnTo>
                    <a:pt x="285929" y="343919"/>
                  </a:lnTo>
                  <a:lnTo>
                    <a:pt x="138522" y="491359"/>
                  </a:lnTo>
                  <a:lnTo>
                    <a:pt x="177829" y="530668"/>
                  </a:lnTo>
                  <a:lnTo>
                    <a:pt x="190966" y="517533"/>
                  </a:lnTo>
                  <a:lnTo>
                    <a:pt x="190966" y="517533"/>
                  </a:lnTo>
                  <a:lnTo>
                    <a:pt x="217819" y="544290"/>
                  </a:lnTo>
                  <a:lnTo>
                    <a:pt x="212858" y="549350"/>
                  </a:lnTo>
                  <a:cubicBezTo>
                    <a:pt x="202900" y="559501"/>
                    <a:pt x="202900" y="575977"/>
                    <a:pt x="212890" y="586128"/>
                  </a:cubicBezTo>
                  <a:cubicBezTo>
                    <a:pt x="217690" y="590993"/>
                    <a:pt x="224111" y="593718"/>
                    <a:pt x="230987" y="593718"/>
                  </a:cubicBezTo>
                  <a:lnTo>
                    <a:pt x="231084" y="593718"/>
                  </a:lnTo>
                  <a:cubicBezTo>
                    <a:pt x="232479" y="593718"/>
                    <a:pt x="233874" y="593620"/>
                    <a:pt x="235236" y="593361"/>
                  </a:cubicBezTo>
                  <a:cubicBezTo>
                    <a:pt x="233971" y="601015"/>
                    <a:pt x="236307" y="609156"/>
                    <a:pt x="242177" y="615091"/>
                  </a:cubicBezTo>
                  <a:cubicBezTo>
                    <a:pt x="246879" y="619891"/>
                    <a:pt x="253171" y="622518"/>
                    <a:pt x="259886" y="622518"/>
                  </a:cubicBezTo>
                  <a:lnTo>
                    <a:pt x="259917" y="622518"/>
                  </a:lnTo>
                  <a:cubicBezTo>
                    <a:pt x="261183" y="622518"/>
                    <a:pt x="262448" y="622421"/>
                    <a:pt x="263680" y="622194"/>
                  </a:cubicBezTo>
                  <a:cubicBezTo>
                    <a:pt x="263389" y="623783"/>
                    <a:pt x="263291" y="625437"/>
                    <a:pt x="263389" y="627026"/>
                  </a:cubicBezTo>
                  <a:lnTo>
                    <a:pt x="69730" y="627026"/>
                  </a:lnTo>
                  <a:cubicBezTo>
                    <a:pt x="48552" y="627026"/>
                    <a:pt x="31330" y="609804"/>
                    <a:pt x="31330" y="588658"/>
                  </a:cubicBezTo>
                  <a:lnTo>
                    <a:pt x="31330" y="289853"/>
                  </a:lnTo>
                  <a:cubicBezTo>
                    <a:pt x="47385" y="303897"/>
                    <a:pt x="68368" y="312427"/>
                    <a:pt x="91331" y="312427"/>
                  </a:cubicBezTo>
                  <a:lnTo>
                    <a:pt x="140531" y="312427"/>
                  </a:lnTo>
                  <a:lnTo>
                    <a:pt x="140531" y="329195"/>
                  </a:lnTo>
                  <a:cubicBezTo>
                    <a:pt x="140531" y="343789"/>
                    <a:pt x="152402" y="355660"/>
                    <a:pt x="167029" y="355660"/>
                  </a:cubicBezTo>
                  <a:lnTo>
                    <a:pt x="177829" y="355660"/>
                  </a:lnTo>
                  <a:cubicBezTo>
                    <a:pt x="192424" y="355660"/>
                    <a:pt x="204327" y="343789"/>
                    <a:pt x="204327" y="329195"/>
                  </a:cubicBezTo>
                  <a:lnTo>
                    <a:pt x="204327" y="312427"/>
                  </a:lnTo>
                  <a:lnTo>
                    <a:pt x="475661" y="312427"/>
                  </a:lnTo>
                  <a:lnTo>
                    <a:pt x="475661" y="329195"/>
                  </a:lnTo>
                  <a:cubicBezTo>
                    <a:pt x="475661" y="343789"/>
                    <a:pt x="487564" y="355660"/>
                    <a:pt x="502159" y="355660"/>
                  </a:cubicBezTo>
                  <a:lnTo>
                    <a:pt x="512959" y="355660"/>
                  </a:lnTo>
                  <a:cubicBezTo>
                    <a:pt x="527587" y="355660"/>
                    <a:pt x="539457" y="343789"/>
                    <a:pt x="539457" y="329195"/>
                  </a:cubicBezTo>
                  <a:lnTo>
                    <a:pt x="539457" y="312427"/>
                  </a:lnTo>
                  <a:lnTo>
                    <a:pt x="588657" y="312427"/>
                  </a:lnTo>
                  <a:cubicBezTo>
                    <a:pt x="606009" y="312427"/>
                    <a:pt x="622810" y="307464"/>
                    <a:pt x="637242" y="298383"/>
                  </a:cubicBezTo>
                  <a:lnTo>
                    <a:pt x="637242" y="286675"/>
                  </a:lnTo>
                  <a:cubicBezTo>
                    <a:pt x="623296" y="296989"/>
                    <a:pt x="606302" y="302697"/>
                    <a:pt x="588657" y="302697"/>
                  </a:cubicBezTo>
                  <a:close/>
                  <a:moveTo>
                    <a:pt x="214932" y="38628"/>
                  </a:moveTo>
                  <a:cubicBezTo>
                    <a:pt x="220642" y="18649"/>
                    <a:pt x="229204" y="9730"/>
                    <a:pt x="242695" y="9730"/>
                  </a:cubicBezTo>
                  <a:lnTo>
                    <a:pt x="437293" y="9730"/>
                  </a:lnTo>
                  <a:cubicBezTo>
                    <a:pt x="450786" y="9730"/>
                    <a:pt x="459348" y="18649"/>
                    <a:pt x="464991" y="38336"/>
                  </a:cubicBezTo>
                  <a:lnTo>
                    <a:pt x="485035" y="129732"/>
                  </a:lnTo>
                  <a:lnTo>
                    <a:pt x="194695" y="129732"/>
                  </a:lnTo>
                  <a:lnTo>
                    <a:pt x="214932" y="38628"/>
                  </a:lnTo>
                  <a:close/>
                  <a:moveTo>
                    <a:pt x="327507" y="665816"/>
                  </a:moveTo>
                  <a:cubicBezTo>
                    <a:pt x="324687" y="668670"/>
                    <a:pt x="320892" y="670259"/>
                    <a:pt x="316838" y="670259"/>
                  </a:cubicBezTo>
                  <a:lnTo>
                    <a:pt x="316838" y="670259"/>
                  </a:lnTo>
                  <a:cubicBezTo>
                    <a:pt x="312719" y="670259"/>
                    <a:pt x="308891" y="668670"/>
                    <a:pt x="306004" y="665816"/>
                  </a:cubicBezTo>
                  <a:cubicBezTo>
                    <a:pt x="300069" y="659784"/>
                    <a:pt x="300069" y="649956"/>
                    <a:pt x="306004" y="643924"/>
                  </a:cubicBezTo>
                  <a:lnTo>
                    <a:pt x="320048" y="629686"/>
                  </a:lnTo>
                  <a:lnTo>
                    <a:pt x="320081" y="629686"/>
                  </a:lnTo>
                  <a:cubicBezTo>
                    <a:pt x="322935" y="626832"/>
                    <a:pt x="326696" y="625243"/>
                    <a:pt x="330750" y="625243"/>
                  </a:cubicBezTo>
                  <a:lnTo>
                    <a:pt x="330784" y="625243"/>
                  </a:lnTo>
                  <a:cubicBezTo>
                    <a:pt x="334838" y="625243"/>
                    <a:pt x="338632" y="626832"/>
                    <a:pt x="341519" y="629751"/>
                  </a:cubicBezTo>
                  <a:cubicBezTo>
                    <a:pt x="347390" y="635718"/>
                    <a:pt x="347421" y="645740"/>
                    <a:pt x="341551" y="651643"/>
                  </a:cubicBezTo>
                  <a:lnTo>
                    <a:pt x="327540" y="665816"/>
                  </a:lnTo>
                  <a:close/>
                  <a:moveTo>
                    <a:pt x="394060" y="357703"/>
                  </a:moveTo>
                  <a:lnTo>
                    <a:pt x="527717" y="491359"/>
                  </a:lnTo>
                  <a:lnTo>
                    <a:pt x="502159" y="516917"/>
                  </a:lnTo>
                  <a:lnTo>
                    <a:pt x="368503" y="383228"/>
                  </a:lnTo>
                  <a:lnTo>
                    <a:pt x="394060" y="357703"/>
                  </a:lnTo>
                  <a:close/>
                  <a:moveTo>
                    <a:pt x="482213" y="510722"/>
                  </a:moveTo>
                  <a:lnTo>
                    <a:pt x="455651" y="537122"/>
                  </a:lnTo>
                  <a:lnTo>
                    <a:pt x="372557" y="452083"/>
                  </a:lnTo>
                  <a:lnTo>
                    <a:pt x="330233" y="492397"/>
                  </a:lnTo>
                  <a:cubicBezTo>
                    <a:pt x="327054" y="495543"/>
                    <a:pt x="322837" y="497295"/>
                    <a:pt x="318362" y="497295"/>
                  </a:cubicBezTo>
                  <a:cubicBezTo>
                    <a:pt x="313886" y="497295"/>
                    <a:pt x="309702" y="495543"/>
                    <a:pt x="306524" y="492397"/>
                  </a:cubicBezTo>
                  <a:cubicBezTo>
                    <a:pt x="300004" y="485846"/>
                    <a:pt x="300004" y="475208"/>
                    <a:pt x="306589" y="468624"/>
                  </a:cubicBezTo>
                  <a:lnTo>
                    <a:pt x="352871" y="420526"/>
                  </a:lnTo>
                  <a:lnTo>
                    <a:pt x="392050" y="420526"/>
                  </a:lnTo>
                  <a:lnTo>
                    <a:pt x="482213" y="510722"/>
                  </a:lnTo>
                  <a:close/>
                  <a:moveTo>
                    <a:pt x="152273" y="491359"/>
                  </a:moveTo>
                  <a:lnTo>
                    <a:pt x="285929" y="357703"/>
                  </a:lnTo>
                  <a:lnTo>
                    <a:pt x="311485" y="383228"/>
                  </a:lnTo>
                  <a:lnTo>
                    <a:pt x="177829" y="516917"/>
                  </a:lnTo>
                  <a:lnTo>
                    <a:pt x="152273" y="491359"/>
                  </a:lnTo>
                  <a:close/>
                  <a:moveTo>
                    <a:pt x="197809" y="510689"/>
                  </a:moveTo>
                  <a:lnTo>
                    <a:pt x="287940" y="420526"/>
                  </a:lnTo>
                  <a:lnTo>
                    <a:pt x="339378" y="420526"/>
                  </a:lnTo>
                  <a:lnTo>
                    <a:pt x="299648" y="461813"/>
                  </a:lnTo>
                  <a:cubicBezTo>
                    <a:pt x="289302" y="472127"/>
                    <a:pt x="289302" y="488927"/>
                    <a:pt x="299648" y="499273"/>
                  </a:cubicBezTo>
                  <a:cubicBezTo>
                    <a:pt x="309962" y="509587"/>
                    <a:pt x="326761" y="509587"/>
                    <a:pt x="337011" y="499338"/>
                  </a:cubicBezTo>
                  <a:lnTo>
                    <a:pt x="372297" y="465737"/>
                  </a:lnTo>
                  <a:lnTo>
                    <a:pt x="462494" y="558042"/>
                  </a:lnTo>
                  <a:cubicBezTo>
                    <a:pt x="465347" y="560896"/>
                    <a:pt x="466937" y="564723"/>
                    <a:pt x="466969" y="568842"/>
                  </a:cubicBezTo>
                  <a:cubicBezTo>
                    <a:pt x="466969" y="572993"/>
                    <a:pt x="465380" y="576918"/>
                    <a:pt x="462462" y="579804"/>
                  </a:cubicBezTo>
                  <a:cubicBezTo>
                    <a:pt x="459866" y="582366"/>
                    <a:pt x="456428" y="583955"/>
                    <a:pt x="452732" y="584247"/>
                  </a:cubicBezTo>
                  <a:cubicBezTo>
                    <a:pt x="444785" y="584896"/>
                    <a:pt x="438720" y="590929"/>
                    <a:pt x="438039" y="598907"/>
                  </a:cubicBezTo>
                  <a:cubicBezTo>
                    <a:pt x="437748" y="602507"/>
                    <a:pt x="436158" y="605913"/>
                    <a:pt x="433597" y="608442"/>
                  </a:cubicBezTo>
                  <a:cubicBezTo>
                    <a:pt x="431001" y="611037"/>
                    <a:pt x="427531" y="612626"/>
                    <a:pt x="423834" y="612918"/>
                  </a:cubicBezTo>
                  <a:cubicBezTo>
                    <a:pt x="420882" y="613145"/>
                    <a:pt x="418223" y="614151"/>
                    <a:pt x="415985" y="615675"/>
                  </a:cubicBezTo>
                  <a:cubicBezTo>
                    <a:pt x="412157" y="618302"/>
                    <a:pt x="409628" y="622551"/>
                    <a:pt x="409207" y="627578"/>
                  </a:cubicBezTo>
                  <a:cubicBezTo>
                    <a:pt x="408883" y="631178"/>
                    <a:pt x="407326" y="634583"/>
                    <a:pt x="404763" y="637146"/>
                  </a:cubicBezTo>
                  <a:cubicBezTo>
                    <a:pt x="402168" y="639708"/>
                    <a:pt x="398763" y="641264"/>
                    <a:pt x="395099" y="641589"/>
                  </a:cubicBezTo>
                  <a:cubicBezTo>
                    <a:pt x="390751" y="641946"/>
                    <a:pt x="386957" y="643891"/>
                    <a:pt x="384298" y="646875"/>
                  </a:cubicBezTo>
                  <a:cubicBezTo>
                    <a:pt x="382092" y="649373"/>
                    <a:pt x="380698" y="652583"/>
                    <a:pt x="380406" y="656184"/>
                  </a:cubicBezTo>
                  <a:cubicBezTo>
                    <a:pt x="379919" y="661892"/>
                    <a:pt x="376514" y="666562"/>
                    <a:pt x="371065" y="669027"/>
                  </a:cubicBezTo>
                  <a:cubicBezTo>
                    <a:pt x="365324" y="671557"/>
                    <a:pt x="358157" y="670032"/>
                    <a:pt x="353292" y="665167"/>
                  </a:cubicBezTo>
                  <a:lnTo>
                    <a:pt x="347520" y="659459"/>
                  </a:lnTo>
                  <a:lnTo>
                    <a:pt x="348460" y="658486"/>
                  </a:lnTo>
                  <a:cubicBezTo>
                    <a:pt x="358125" y="648724"/>
                    <a:pt x="358125" y="632767"/>
                    <a:pt x="348395" y="622907"/>
                  </a:cubicBezTo>
                  <a:cubicBezTo>
                    <a:pt x="344048" y="618497"/>
                    <a:pt x="338373" y="615902"/>
                    <a:pt x="332244" y="615578"/>
                  </a:cubicBezTo>
                  <a:cubicBezTo>
                    <a:pt x="337011" y="606140"/>
                    <a:pt x="335454" y="594269"/>
                    <a:pt x="327605" y="586355"/>
                  </a:cubicBezTo>
                  <a:cubicBezTo>
                    <a:pt x="323390" y="582074"/>
                    <a:pt x="317875" y="579512"/>
                    <a:pt x="311940" y="579090"/>
                  </a:cubicBezTo>
                  <a:cubicBezTo>
                    <a:pt x="317389" y="569490"/>
                    <a:pt x="316027" y="556939"/>
                    <a:pt x="307919" y="548733"/>
                  </a:cubicBezTo>
                  <a:cubicBezTo>
                    <a:pt x="303216" y="543998"/>
                    <a:pt x="296956" y="541403"/>
                    <a:pt x="290274" y="541403"/>
                  </a:cubicBezTo>
                  <a:lnTo>
                    <a:pt x="290209" y="541403"/>
                  </a:lnTo>
                  <a:cubicBezTo>
                    <a:pt x="286253" y="541436"/>
                    <a:pt x="282459" y="542344"/>
                    <a:pt x="279053" y="544095"/>
                  </a:cubicBezTo>
                  <a:cubicBezTo>
                    <a:pt x="278858" y="537706"/>
                    <a:pt x="276362" y="531414"/>
                    <a:pt x="271625" y="526582"/>
                  </a:cubicBezTo>
                  <a:cubicBezTo>
                    <a:pt x="266794" y="521652"/>
                    <a:pt x="260307" y="518927"/>
                    <a:pt x="253431" y="518927"/>
                  </a:cubicBezTo>
                  <a:cubicBezTo>
                    <a:pt x="246555" y="518927"/>
                    <a:pt x="240101" y="521619"/>
                    <a:pt x="235301" y="526517"/>
                  </a:cubicBezTo>
                  <a:lnTo>
                    <a:pt x="224662" y="537349"/>
                  </a:lnTo>
                  <a:lnTo>
                    <a:pt x="197809" y="510689"/>
                  </a:lnTo>
                  <a:close/>
                  <a:moveTo>
                    <a:pt x="231084" y="583988"/>
                  </a:moveTo>
                  <a:lnTo>
                    <a:pt x="231019" y="583988"/>
                  </a:lnTo>
                  <a:cubicBezTo>
                    <a:pt x="226772" y="583988"/>
                    <a:pt x="222783" y="582301"/>
                    <a:pt x="219797" y="579285"/>
                  </a:cubicBezTo>
                  <a:cubicBezTo>
                    <a:pt x="213539" y="572928"/>
                    <a:pt x="213539" y="562550"/>
                    <a:pt x="219797" y="556160"/>
                  </a:cubicBezTo>
                  <a:lnTo>
                    <a:pt x="242242" y="533360"/>
                  </a:lnTo>
                  <a:cubicBezTo>
                    <a:pt x="245226" y="530311"/>
                    <a:pt x="249182" y="528657"/>
                    <a:pt x="253431" y="528657"/>
                  </a:cubicBezTo>
                  <a:cubicBezTo>
                    <a:pt x="257680" y="528657"/>
                    <a:pt x="261669" y="530344"/>
                    <a:pt x="264686" y="533392"/>
                  </a:cubicBezTo>
                  <a:cubicBezTo>
                    <a:pt x="270944" y="539749"/>
                    <a:pt x="270944" y="550128"/>
                    <a:pt x="264686" y="556517"/>
                  </a:cubicBezTo>
                  <a:lnTo>
                    <a:pt x="264847" y="556647"/>
                  </a:lnTo>
                  <a:lnTo>
                    <a:pt x="242404" y="579350"/>
                  </a:lnTo>
                  <a:lnTo>
                    <a:pt x="242371" y="579350"/>
                  </a:lnTo>
                  <a:cubicBezTo>
                    <a:pt x="239355" y="582334"/>
                    <a:pt x="235333" y="583988"/>
                    <a:pt x="231084" y="583988"/>
                  </a:cubicBezTo>
                  <a:close/>
                  <a:moveTo>
                    <a:pt x="259917" y="612788"/>
                  </a:moveTo>
                  <a:lnTo>
                    <a:pt x="259886" y="612788"/>
                  </a:lnTo>
                  <a:cubicBezTo>
                    <a:pt x="255798" y="612788"/>
                    <a:pt x="251972" y="611167"/>
                    <a:pt x="249085" y="608248"/>
                  </a:cubicBezTo>
                  <a:cubicBezTo>
                    <a:pt x="243085" y="602215"/>
                    <a:pt x="243118" y="592420"/>
                    <a:pt x="249150" y="586420"/>
                  </a:cubicBezTo>
                  <a:lnTo>
                    <a:pt x="279507" y="555609"/>
                  </a:lnTo>
                  <a:cubicBezTo>
                    <a:pt x="282361" y="552755"/>
                    <a:pt x="286155" y="551133"/>
                    <a:pt x="290209" y="551133"/>
                  </a:cubicBezTo>
                  <a:lnTo>
                    <a:pt x="290274" y="551133"/>
                  </a:lnTo>
                  <a:cubicBezTo>
                    <a:pt x="294328" y="551133"/>
                    <a:pt x="298156" y="552722"/>
                    <a:pt x="301010" y="555577"/>
                  </a:cubicBezTo>
                  <a:cubicBezTo>
                    <a:pt x="306978" y="561642"/>
                    <a:pt x="307010" y="571501"/>
                    <a:pt x="301010" y="577566"/>
                  </a:cubicBezTo>
                  <a:lnTo>
                    <a:pt x="292319" y="586355"/>
                  </a:lnTo>
                  <a:lnTo>
                    <a:pt x="292254" y="586420"/>
                  </a:lnTo>
                  <a:lnTo>
                    <a:pt x="270621" y="608313"/>
                  </a:lnTo>
                  <a:cubicBezTo>
                    <a:pt x="267766" y="611199"/>
                    <a:pt x="263940" y="612788"/>
                    <a:pt x="259886" y="612788"/>
                  </a:cubicBezTo>
                  <a:close/>
                  <a:moveTo>
                    <a:pt x="299227" y="593264"/>
                  </a:moveTo>
                  <a:cubicBezTo>
                    <a:pt x="302080" y="590345"/>
                    <a:pt x="305908" y="588755"/>
                    <a:pt x="309962" y="588723"/>
                  </a:cubicBezTo>
                  <a:lnTo>
                    <a:pt x="309994" y="588723"/>
                  </a:lnTo>
                  <a:cubicBezTo>
                    <a:pt x="314048" y="588723"/>
                    <a:pt x="317842" y="590312"/>
                    <a:pt x="320698" y="593199"/>
                  </a:cubicBezTo>
                  <a:cubicBezTo>
                    <a:pt x="326696" y="599264"/>
                    <a:pt x="326730" y="609091"/>
                    <a:pt x="320762" y="615123"/>
                  </a:cubicBezTo>
                  <a:lnTo>
                    <a:pt x="299065" y="637081"/>
                  </a:lnTo>
                  <a:cubicBezTo>
                    <a:pt x="296210" y="639967"/>
                    <a:pt x="292415" y="641556"/>
                    <a:pt x="288361" y="641556"/>
                  </a:cubicBezTo>
                  <a:lnTo>
                    <a:pt x="288329" y="641556"/>
                  </a:lnTo>
                  <a:cubicBezTo>
                    <a:pt x="284242" y="641556"/>
                    <a:pt x="280416" y="639935"/>
                    <a:pt x="277529" y="637016"/>
                  </a:cubicBezTo>
                  <a:cubicBezTo>
                    <a:pt x="271560" y="630983"/>
                    <a:pt x="271594" y="621188"/>
                    <a:pt x="277561" y="615156"/>
                  </a:cubicBezTo>
                  <a:lnTo>
                    <a:pt x="299227" y="593264"/>
                  </a:lnTo>
                  <a:close/>
                  <a:moveTo>
                    <a:pt x="194597" y="329195"/>
                  </a:moveTo>
                  <a:cubicBezTo>
                    <a:pt x="194597" y="338438"/>
                    <a:pt x="187073" y="345930"/>
                    <a:pt x="177829" y="345930"/>
                  </a:cubicBezTo>
                  <a:lnTo>
                    <a:pt x="167029" y="345930"/>
                  </a:lnTo>
                  <a:cubicBezTo>
                    <a:pt x="157787" y="345930"/>
                    <a:pt x="150261" y="338438"/>
                    <a:pt x="150261" y="329195"/>
                  </a:cubicBezTo>
                  <a:lnTo>
                    <a:pt x="150261" y="269194"/>
                  </a:lnTo>
                  <a:lnTo>
                    <a:pt x="194597" y="269194"/>
                  </a:lnTo>
                  <a:lnTo>
                    <a:pt x="194597" y="329195"/>
                  </a:lnTo>
                  <a:close/>
                  <a:moveTo>
                    <a:pt x="529727" y="329195"/>
                  </a:moveTo>
                  <a:cubicBezTo>
                    <a:pt x="529727" y="338438"/>
                    <a:pt x="522203" y="345930"/>
                    <a:pt x="512959" y="345930"/>
                  </a:cubicBezTo>
                  <a:lnTo>
                    <a:pt x="502159" y="345930"/>
                  </a:lnTo>
                  <a:cubicBezTo>
                    <a:pt x="492915" y="345930"/>
                    <a:pt x="485391" y="338438"/>
                    <a:pt x="485391" y="329195"/>
                  </a:cubicBezTo>
                  <a:lnTo>
                    <a:pt x="485391" y="269194"/>
                  </a:lnTo>
                  <a:lnTo>
                    <a:pt x="529727" y="269194"/>
                  </a:lnTo>
                  <a:lnTo>
                    <a:pt x="529727" y="329195"/>
                  </a:lnTo>
                  <a:close/>
                </a:path>
              </a:pathLst>
            </a:custGeom>
            <a:solidFill>
              <a:srgbClr val="000000"/>
            </a:solidFill>
            <a:ln w="3243" cap="flat">
              <a:noFill/>
              <a:prstDash val="solid"/>
              <a:miter/>
            </a:ln>
          </p:spPr>
          <p:txBody>
            <a:bodyPr rtlCol="0" anchor="ctr"/>
            <a:lstStyle/>
            <a:p>
              <a:endParaRPr lang="en-US"/>
            </a:p>
          </p:txBody>
        </p:sp>
        <p:sp>
          <p:nvSpPr>
            <p:cNvPr id="106" name="Freeform: Shape 1130"/>
            <p:cNvSpPr/>
            <p:nvPr/>
          </p:nvSpPr>
          <p:spPr>
            <a:xfrm>
              <a:off x="14502145" y="3985609"/>
              <a:ext cx="285150" cy="541079"/>
            </a:xfrm>
            <a:custGeom>
              <a:avLst/>
              <a:gdLst>
                <a:gd name="connsiteX0" fmla="*/ 285150 w 285150"/>
                <a:gd name="connsiteY0" fmla="*/ 128434 h 541079"/>
                <a:gd name="connsiteX1" fmla="*/ 263485 w 285150"/>
                <a:gd name="connsiteY1" fmla="*/ 191549 h 541079"/>
                <a:gd name="connsiteX2" fmla="*/ 263549 w 285150"/>
                <a:gd name="connsiteY2" fmla="*/ 481629 h 541079"/>
                <a:gd name="connsiteX3" fmla="*/ 204068 w 285150"/>
                <a:gd name="connsiteY3" fmla="*/ 541079 h 541079"/>
                <a:gd name="connsiteX4" fmla="*/ 0 w 285150"/>
                <a:gd name="connsiteY4" fmla="*/ 541079 h 541079"/>
                <a:gd name="connsiteX5" fmla="*/ 5416 w 285150"/>
                <a:gd name="connsiteY5" fmla="*/ 536993 h 541079"/>
                <a:gd name="connsiteX6" fmla="*/ 12682 w 285150"/>
                <a:gd name="connsiteY6" fmla="*/ 521360 h 541079"/>
                <a:gd name="connsiteX7" fmla="*/ 18454 w 285150"/>
                <a:gd name="connsiteY7" fmla="*/ 515587 h 541079"/>
                <a:gd name="connsiteX8" fmla="*/ 33893 w 285150"/>
                <a:gd name="connsiteY8" fmla="*/ 508646 h 541079"/>
                <a:gd name="connsiteX9" fmla="*/ 204068 w 285150"/>
                <a:gd name="connsiteY9" fmla="*/ 508646 h 541079"/>
                <a:gd name="connsiteX10" fmla="*/ 231116 w 285150"/>
                <a:gd name="connsiteY10" fmla="*/ 481629 h 541079"/>
                <a:gd name="connsiteX11" fmla="*/ 231052 w 285150"/>
                <a:gd name="connsiteY11" fmla="*/ 205755 h 541079"/>
                <a:gd name="connsiteX12" fmla="*/ 231052 w 285150"/>
                <a:gd name="connsiteY12" fmla="*/ 179581 h 541079"/>
                <a:gd name="connsiteX13" fmla="*/ 235139 w 285150"/>
                <a:gd name="connsiteY13" fmla="*/ 174976 h 541079"/>
                <a:gd name="connsiteX14" fmla="*/ 252717 w 285150"/>
                <a:gd name="connsiteY14" fmla="*/ 128434 h 541079"/>
                <a:gd name="connsiteX15" fmla="*/ 252717 w 285150"/>
                <a:gd name="connsiteY15" fmla="*/ 59450 h 541079"/>
                <a:gd name="connsiteX16" fmla="*/ 225700 w 285150"/>
                <a:gd name="connsiteY16" fmla="*/ 32433 h 541079"/>
                <a:gd name="connsiteX17" fmla="*/ 90942 w 285150"/>
                <a:gd name="connsiteY17" fmla="*/ 32433 h 541079"/>
                <a:gd name="connsiteX18" fmla="*/ 83806 w 285150"/>
                <a:gd name="connsiteY18" fmla="*/ 0 h 541079"/>
                <a:gd name="connsiteX19" fmla="*/ 225700 w 285150"/>
                <a:gd name="connsiteY19" fmla="*/ 0 h 541079"/>
                <a:gd name="connsiteX20" fmla="*/ 285150 w 285150"/>
                <a:gd name="connsiteY20" fmla="*/ 59450 h 541079"/>
                <a:gd name="connsiteX21" fmla="*/ 285150 w 285150"/>
                <a:gd name="connsiteY21" fmla="*/ 128434 h 541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150" h="541079">
                  <a:moveTo>
                    <a:pt x="285150" y="128434"/>
                  </a:moveTo>
                  <a:cubicBezTo>
                    <a:pt x="285150" y="151397"/>
                    <a:pt x="277497" y="173549"/>
                    <a:pt x="263485" y="191549"/>
                  </a:cubicBezTo>
                  <a:lnTo>
                    <a:pt x="263549" y="481629"/>
                  </a:lnTo>
                  <a:cubicBezTo>
                    <a:pt x="263549" y="514419"/>
                    <a:pt x="236857" y="541079"/>
                    <a:pt x="204068" y="541079"/>
                  </a:cubicBezTo>
                  <a:lnTo>
                    <a:pt x="0" y="541079"/>
                  </a:lnTo>
                  <a:cubicBezTo>
                    <a:pt x="1978" y="539976"/>
                    <a:pt x="3794" y="538614"/>
                    <a:pt x="5416" y="536993"/>
                  </a:cubicBezTo>
                  <a:cubicBezTo>
                    <a:pt x="9633" y="532809"/>
                    <a:pt x="12194" y="527263"/>
                    <a:pt x="12682" y="521360"/>
                  </a:cubicBezTo>
                  <a:cubicBezTo>
                    <a:pt x="12973" y="518117"/>
                    <a:pt x="15244" y="515846"/>
                    <a:pt x="18454" y="515587"/>
                  </a:cubicBezTo>
                  <a:cubicBezTo>
                    <a:pt x="24260" y="515100"/>
                    <a:pt x="29741" y="512635"/>
                    <a:pt x="33893" y="508646"/>
                  </a:cubicBezTo>
                  <a:lnTo>
                    <a:pt x="204068" y="508646"/>
                  </a:lnTo>
                  <a:cubicBezTo>
                    <a:pt x="218987" y="508646"/>
                    <a:pt x="231116" y="496516"/>
                    <a:pt x="231116" y="481629"/>
                  </a:cubicBezTo>
                  <a:lnTo>
                    <a:pt x="231052" y="205755"/>
                  </a:lnTo>
                  <a:lnTo>
                    <a:pt x="231052" y="179581"/>
                  </a:lnTo>
                  <a:lnTo>
                    <a:pt x="235139" y="174976"/>
                  </a:lnTo>
                  <a:cubicBezTo>
                    <a:pt x="246490" y="162132"/>
                    <a:pt x="252717" y="145592"/>
                    <a:pt x="252717" y="128434"/>
                  </a:cubicBezTo>
                  <a:lnTo>
                    <a:pt x="252717" y="59450"/>
                  </a:lnTo>
                  <a:cubicBezTo>
                    <a:pt x="252717" y="44563"/>
                    <a:pt x="240620" y="32433"/>
                    <a:pt x="225700" y="32433"/>
                  </a:cubicBezTo>
                  <a:lnTo>
                    <a:pt x="90942" y="32433"/>
                  </a:lnTo>
                  <a:lnTo>
                    <a:pt x="83806" y="0"/>
                  </a:lnTo>
                  <a:lnTo>
                    <a:pt x="225700" y="0"/>
                  </a:lnTo>
                  <a:cubicBezTo>
                    <a:pt x="258491" y="0"/>
                    <a:pt x="285150" y="26660"/>
                    <a:pt x="285150" y="59450"/>
                  </a:cubicBezTo>
                  <a:lnTo>
                    <a:pt x="285150" y="128434"/>
                  </a:lnTo>
                  <a:close/>
                </a:path>
              </a:pathLst>
            </a:custGeom>
            <a:solidFill>
              <a:srgbClr val="CAB481"/>
            </a:solidFill>
            <a:ln w="3243" cap="flat">
              <a:noFill/>
              <a:prstDash val="solid"/>
              <a:miter/>
            </a:ln>
          </p:spPr>
          <p:txBody>
            <a:bodyPr rtlCol="0" anchor="ctr"/>
            <a:lstStyle/>
            <a:p>
              <a:endParaRPr lang="en-US"/>
            </a:p>
          </p:txBody>
        </p:sp>
      </p:grpSp>
      <p:grpSp>
        <p:nvGrpSpPr>
          <p:cNvPr id="107" name="Group 1204"/>
          <p:cNvGrpSpPr/>
          <p:nvPr/>
        </p:nvGrpSpPr>
        <p:grpSpPr>
          <a:xfrm>
            <a:off x="1176239" y="3354278"/>
            <a:ext cx="686685" cy="670725"/>
            <a:chOff x="3055487" y="1277023"/>
            <a:chExt cx="686685" cy="670725"/>
          </a:xfrm>
        </p:grpSpPr>
        <p:sp>
          <p:nvSpPr>
            <p:cNvPr id="108" name="Freeform: Shape 781"/>
            <p:cNvSpPr/>
            <p:nvPr/>
          </p:nvSpPr>
          <p:spPr>
            <a:xfrm>
              <a:off x="3386113" y="1515456"/>
              <a:ext cx="94594" cy="148574"/>
            </a:xfrm>
            <a:custGeom>
              <a:avLst/>
              <a:gdLst>
                <a:gd name="connsiteX0" fmla="*/ 48108 w 94594"/>
                <a:gd name="connsiteY0" fmla="*/ 58846 h 148574"/>
                <a:gd name="connsiteX1" fmla="*/ 20307 w 94594"/>
                <a:gd name="connsiteY1" fmla="*/ 42431 h 148574"/>
                <a:gd name="connsiteX2" fmla="*/ 47265 w 94594"/>
                <a:gd name="connsiteY2" fmla="*/ 26082 h 148574"/>
                <a:gd name="connsiteX3" fmla="*/ 75682 w 94594"/>
                <a:gd name="connsiteY3" fmla="*/ 35294 h 148574"/>
                <a:gd name="connsiteX4" fmla="*/ 82527 w 94594"/>
                <a:gd name="connsiteY4" fmla="*/ 28385 h 148574"/>
                <a:gd name="connsiteX5" fmla="*/ 52131 w 94594"/>
                <a:gd name="connsiteY5" fmla="*/ 16544 h 148574"/>
                <a:gd name="connsiteX6" fmla="*/ 52131 w 94594"/>
                <a:gd name="connsiteY6" fmla="*/ 0 h 148574"/>
                <a:gd name="connsiteX7" fmla="*/ 42399 w 94594"/>
                <a:gd name="connsiteY7" fmla="*/ 0 h 148574"/>
                <a:gd name="connsiteX8" fmla="*/ 42399 w 94594"/>
                <a:gd name="connsiteY8" fmla="*/ 16544 h 148574"/>
                <a:gd name="connsiteX9" fmla="*/ 10575 w 94594"/>
                <a:gd name="connsiteY9" fmla="*/ 42464 h 148574"/>
                <a:gd name="connsiteX10" fmla="*/ 46454 w 94594"/>
                <a:gd name="connsiteY10" fmla="*/ 68480 h 148574"/>
                <a:gd name="connsiteX11" fmla="*/ 84862 w 94594"/>
                <a:gd name="connsiteY11" fmla="*/ 95535 h 148574"/>
                <a:gd name="connsiteX12" fmla="*/ 47297 w 94594"/>
                <a:gd name="connsiteY12" fmla="*/ 122493 h 148574"/>
                <a:gd name="connsiteX13" fmla="*/ 9732 w 94594"/>
                <a:gd name="connsiteY13" fmla="*/ 95535 h 148574"/>
                <a:gd name="connsiteX14" fmla="*/ 0 w 94594"/>
                <a:gd name="connsiteY14" fmla="*/ 95535 h 148574"/>
                <a:gd name="connsiteX15" fmla="*/ 42431 w 94594"/>
                <a:gd name="connsiteY15" fmla="*/ 132030 h 148574"/>
                <a:gd name="connsiteX16" fmla="*/ 42431 w 94594"/>
                <a:gd name="connsiteY16" fmla="*/ 148574 h 148574"/>
                <a:gd name="connsiteX17" fmla="*/ 52163 w 94594"/>
                <a:gd name="connsiteY17" fmla="*/ 148574 h 148574"/>
                <a:gd name="connsiteX18" fmla="*/ 52163 w 94594"/>
                <a:gd name="connsiteY18" fmla="*/ 132030 h 148574"/>
                <a:gd name="connsiteX19" fmla="*/ 94594 w 94594"/>
                <a:gd name="connsiteY19" fmla="*/ 95535 h 148574"/>
                <a:gd name="connsiteX20" fmla="*/ 48108 w 94594"/>
                <a:gd name="connsiteY20" fmla="*/ 58911 h 14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594" h="148574">
                  <a:moveTo>
                    <a:pt x="48108" y="58846"/>
                  </a:moveTo>
                  <a:cubicBezTo>
                    <a:pt x="37727" y="57062"/>
                    <a:pt x="20307" y="52552"/>
                    <a:pt x="20307" y="42431"/>
                  </a:cubicBezTo>
                  <a:cubicBezTo>
                    <a:pt x="20307" y="31564"/>
                    <a:pt x="29390" y="26082"/>
                    <a:pt x="47265" y="26082"/>
                  </a:cubicBezTo>
                  <a:cubicBezTo>
                    <a:pt x="65139" y="26082"/>
                    <a:pt x="75293" y="34905"/>
                    <a:pt x="75682" y="35294"/>
                  </a:cubicBezTo>
                  <a:lnTo>
                    <a:pt x="82527" y="28385"/>
                  </a:lnTo>
                  <a:cubicBezTo>
                    <a:pt x="82073" y="27931"/>
                    <a:pt x="71886" y="18004"/>
                    <a:pt x="52131" y="16544"/>
                  </a:cubicBezTo>
                  <a:lnTo>
                    <a:pt x="52131" y="0"/>
                  </a:lnTo>
                  <a:lnTo>
                    <a:pt x="42399" y="0"/>
                  </a:lnTo>
                  <a:lnTo>
                    <a:pt x="42399" y="16544"/>
                  </a:lnTo>
                  <a:cubicBezTo>
                    <a:pt x="13819" y="18264"/>
                    <a:pt x="10575" y="35035"/>
                    <a:pt x="10575" y="42464"/>
                  </a:cubicBezTo>
                  <a:cubicBezTo>
                    <a:pt x="10575" y="55634"/>
                    <a:pt x="22643" y="64393"/>
                    <a:pt x="46454" y="68480"/>
                  </a:cubicBezTo>
                  <a:cubicBezTo>
                    <a:pt x="73022" y="73087"/>
                    <a:pt x="84862" y="81424"/>
                    <a:pt x="84862" y="95535"/>
                  </a:cubicBezTo>
                  <a:cubicBezTo>
                    <a:pt x="84862" y="110393"/>
                    <a:pt x="67994" y="122493"/>
                    <a:pt x="47297" y="122493"/>
                  </a:cubicBezTo>
                  <a:cubicBezTo>
                    <a:pt x="26600" y="122493"/>
                    <a:pt x="9732" y="110393"/>
                    <a:pt x="9732" y="95535"/>
                  </a:cubicBezTo>
                  <a:lnTo>
                    <a:pt x="0" y="95535"/>
                  </a:lnTo>
                  <a:cubicBezTo>
                    <a:pt x="0" y="114512"/>
                    <a:pt x="18653" y="130148"/>
                    <a:pt x="42431" y="132030"/>
                  </a:cubicBezTo>
                  <a:lnTo>
                    <a:pt x="42431" y="148574"/>
                  </a:lnTo>
                  <a:lnTo>
                    <a:pt x="52163" y="148574"/>
                  </a:lnTo>
                  <a:lnTo>
                    <a:pt x="52163" y="132030"/>
                  </a:lnTo>
                  <a:cubicBezTo>
                    <a:pt x="75974" y="130148"/>
                    <a:pt x="94594" y="114480"/>
                    <a:pt x="94594" y="95535"/>
                  </a:cubicBezTo>
                  <a:cubicBezTo>
                    <a:pt x="94594" y="66956"/>
                    <a:pt x="60825" y="61117"/>
                    <a:pt x="48108" y="58911"/>
                  </a:cubicBezTo>
                  <a:close/>
                </a:path>
              </a:pathLst>
            </a:custGeom>
            <a:solidFill>
              <a:srgbClr val="000000"/>
            </a:solidFill>
            <a:ln w="3242" cap="flat">
              <a:noFill/>
              <a:prstDash val="solid"/>
              <a:miter/>
            </a:ln>
          </p:spPr>
          <p:txBody>
            <a:bodyPr rtlCol="0" anchor="ctr"/>
            <a:lstStyle/>
            <a:p>
              <a:endParaRPr lang="en-US"/>
            </a:p>
          </p:txBody>
        </p:sp>
        <p:sp>
          <p:nvSpPr>
            <p:cNvPr id="109" name="Freeform: Shape 782"/>
            <p:cNvSpPr/>
            <p:nvPr/>
          </p:nvSpPr>
          <p:spPr>
            <a:xfrm>
              <a:off x="3055487" y="1277023"/>
              <a:ext cx="552546" cy="434303"/>
            </a:xfrm>
            <a:custGeom>
              <a:avLst/>
              <a:gdLst>
                <a:gd name="connsiteX0" fmla="*/ 216536 w 552546"/>
                <a:gd name="connsiteY0" fmla="*/ 391840 h 434303"/>
                <a:gd name="connsiteX1" fmla="*/ 218741 w 552546"/>
                <a:gd name="connsiteY1" fmla="*/ 391840 h 434303"/>
                <a:gd name="connsiteX2" fmla="*/ 264449 w 552546"/>
                <a:gd name="connsiteY2" fmla="*/ 356351 h 434303"/>
                <a:gd name="connsiteX3" fmla="*/ 377923 w 552546"/>
                <a:gd name="connsiteY3" fmla="*/ 434304 h 434303"/>
                <a:gd name="connsiteX4" fmla="*/ 499508 w 552546"/>
                <a:gd name="connsiteY4" fmla="*/ 312720 h 434303"/>
                <a:gd name="connsiteX5" fmla="*/ 497561 w 552546"/>
                <a:gd name="connsiteY5" fmla="*/ 291277 h 434303"/>
                <a:gd name="connsiteX6" fmla="*/ 537073 w 552546"/>
                <a:gd name="connsiteY6" fmla="*/ 306978 h 434303"/>
                <a:gd name="connsiteX7" fmla="*/ 552547 w 552546"/>
                <a:gd name="connsiteY7" fmla="*/ 291504 h 434303"/>
                <a:gd name="connsiteX8" fmla="*/ 552547 w 552546"/>
                <a:gd name="connsiteY8" fmla="*/ 129500 h 434303"/>
                <a:gd name="connsiteX9" fmla="*/ 327253 w 552546"/>
                <a:gd name="connsiteY9" fmla="*/ 746 h 434303"/>
                <a:gd name="connsiteX10" fmla="*/ 325955 w 552546"/>
                <a:gd name="connsiteY10" fmla="*/ 0 h 434303"/>
                <a:gd name="connsiteX11" fmla="*/ 75033 w 552546"/>
                <a:gd name="connsiteY11" fmla="*/ 20924 h 434303"/>
                <a:gd name="connsiteX12" fmla="*/ 75033 w 552546"/>
                <a:gd name="connsiteY12" fmla="*/ 130 h 434303"/>
                <a:gd name="connsiteX13" fmla="*/ 0 w 552546"/>
                <a:gd name="connsiteY13" fmla="*/ 130 h 434303"/>
                <a:gd name="connsiteX14" fmla="*/ 0 w 552546"/>
                <a:gd name="connsiteY14" fmla="*/ 253939 h 434303"/>
                <a:gd name="connsiteX15" fmla="*/ 75033 w 552546"/>
                <a:gd name="connsiteY15" fmla="*/ 253939 h 434303"/>
                <a:gd name="connsiteX16" fmla="*/ 75033 w 552546"/>
                <a:gd name="connsiteY16" fmla="*/ 230193 h 434303"/>
                <a:gd name="connsiteX17" fmla="*/ 216536 w 552546"/>
                <a:gd name="connsiteY17" fmla="*/ 391905 h 434303"/>
                <a:gd name="connsiteX18" fmla="*/ 377923 w 552546"/>
                <a:gd name="connsiteY18" fmla="*/ 424539 h 434303"/>
                <a:gd name="connsiteX19" fmla="*/ 266071 w 552546"/>
                <a:gd name="connsiteY19" fmla="*/ 312687 h 434303"/>
                <a:gd name="connsiteX20" fmla="*/ 377923 w 552546"/>
                <a:gd name="connsiteY20" fmla="*/ 200802 h 434303"/>
                <a:gd name="connsiteX21" fmla="*/ 489776 w 552546"/>
                <a:gd name="connsiteY21" fmla="*/ 312687 h 434303"/>
                <a:gd name="connsiteX22" fmla="*/ 377923 w 552546"/>
                <a:gd name="connsiteY22" fmla="*/ 424539 h 434303"/>
                <a:gd name="connsiteX23" fmla="*/ 377923 w 552546"/>
                <a:gd name="connsiteY23" fmla="*/ 191070 h 434303"/>
                <a:gd name="connsiteX24" fmla="*/ 256599 w 552546"/>
                <a:gd name="connsiteY24" fmla="*/ 304772 h 434303"/>
                <a:gd name="connsiteX25" fmla="*/ 238368 w 552546"/>
                <a:gd name="connsiteY25" fmla="*/ 250078 h 434303"/>
                <a:gd name="connsiteX26" fmla="*/ 245667 w 552546"/>
                <a:gd name="connsiteY26" fmla="*/ 169336 h 434303"/>
                <a:gd name="connsiteX27" fmla="*/ 309865 w 552546"/>
                <a:gd name="connsiteY27" fmla="*/ 119833 h 434303"/>
                <a:gd name="connsiteX28" fmla="*/ 338509 w 552546"/>
                <a:gd name="connsiteY28" fmla="*/ 121779 h 434303"/>
                <a:gd name="connsiteX29" fmla="*/ 479168 w 552546"/>
                <a:gd name="connsiteY29" fmla="*/ 178030 h 434303"/>
                <a:gd name="connsiteX30" fmla="*/ 479168 w 552546"/>
                <a:gd name="connsiteY30" fmla="*/ 245472 h 434303"/>
                <a:gd name="connsiteX31" fmla="*/ 377923 w 552546"/>
                <a:gd name="connsiteY31" fmla="*/ 191103 h 434303"/>
                <a:gd name="connsiteX32" fmla="*/ 323749 w 552546"/>
                <a:gd name="connsiteY32" fmla="*/ 9894 h 434303"/>
                <a:gd name="connsiteX33" fmla="*/ 542847 w 552546"/>
                <a:gd name="connsiteY33" fmla="*/ 135079 h 434303"/>
                <a:gd name="connsiteX34" fmla="*/ 542847 w 552546"/>
                <a:gd name="connsiteY34" fmla="*/ 291439 h 434303"/>
                <a:gd name="connsiteX35" fmla="*/ 537106 w 552546"/>
                <a:gd name="connsiteY35" fmla="*/ 297181 h 434303"/>
                <a:gd name="connsiteX36" fmla="*/ 488900 w 552546"/>
                <a:gd name="connsiteY36" fmla="*/ 248975 h 434303"/>
                <a:gd name="connsiteX37" fmla="*/ 488900 w 552546"/>
                <a:gd name="connsiteY37" fmla="*/ 171412 h 434303"/>
                <a:gd name="connsiteX38" fmla="*/ 342142 w 552546"/>
                <a:gd name="connsiteY38" fmla="*/ 112696 h 434303"/>
                <a:gd name="connsiteX39" fmla="*/ 307529 w 552546"/>
                <a:gd name="connsiteY39" fmla="*/ 110360 h 434303"/>
                <a:gd name="connsiteX40" fmla="*/ 237167 w 552546"/>
                <a:gd name="connsiteY40" fmla="*/ 164632 h 434303"/>
                <a:gd name="connsiteX41" fmla="*/ 229187 w 552546"/>
                <a:gd name="connsiteY41" fmla="*/ 253128 h 434303"/>
                <a:gd name="connsiteX42" fmla="*/ 253355 w 552546"/>
                <a:gd name="connsiteY42" fmla="*/ 325631 h 434303"/>
                <a:gd name="connsiteX43" fmla="*/ 256372 w 552546"/>
                <a:gd name="connsiteY43" fmla="*/ 344510 h 434303"/>
                <a:gd name="connsiteX44" fmla="*/ 220948 w 552546"/>
                <a:gd name="connsiteY44" fmla="*/ 382043 h 434303"/>
                <a:gd name="connsiteX45" fmla="*/ 75098 w 552546"/>
                <a:gd name="connsiteY45" fmla="*/ 215368 h 434303"/>
                <a:gd name="connsiteX46" fmla="*/ 75098 w 552546"/>
                <a:gd name="connsiteY46" fmla="*/ 30656 h 434303"/>
                <a:gd name="connsiteX47" fmla="*/ 323814 w 552546"/>
                <a:gd name="connsiteY47" fmla="*/ 9927 h 434303"/>
                <a:gd name="connsiteX48" fmla="*/ 65301 w 552546"/>
                <a:gd name="connsiteY48" fmla="*/ 244142 h 434303"/>
                <a:gd name="connsiteX49" fmla="*/ 9732 w 552546"/>
                <a:gd name="connsiteY49" fmla="*/ 244142 h 434303"/>
                <a:gd name="connsiteX50" fmla="*/ 9732 w 552546"/>
                <a:gd name="connsiteY50" fmla="*/ 9797 h 434303"/>
                <a:gd name="connsiteX51" fmla="*/ 65301 w 552546"/>
                <a:gd name="connsiteY51" fmla="*/ 9797 h 434303"/>
                <a:gd name="connsiteX52" fmla="*/ 65301 w 552546"/>
                <a:gd name="connsiteY52" fmla="*/ 244142 h 43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52546" h="434303">
                  <a:moveTo>
                    <a:pt x="216536" y="391840"/>
                  </a:moveTo>
                  <a:lnTo>
                    <a:pt x="218741" y="391840"/>
                  </a:lnTo>
                  <a:cubicBezTo>
                    <a:pt x="240671" y="391840"/>
                    <a:pt x="259129" y="376820"/>
                    <a:pt x="264449" y="356351"/>
                  </a:cubicBezTo>
                  <a:cubicBezTo>
                    <a:pt x="282031" y="401896"/>
                    <a:pt x="326247" y="434304"/>
                    <a:pt x="377923" y="434304"/>
                  </a:cubicBezTo>
                  <a:cubicBezTo>
                    <a:pt x="444977" y="434304"/>
                    <a:pt x="499508" y="379773"/>
                    <a:pt x="499508" y="312720"/>
                  </a:cubicBezTo>
                  <a:cubicBezTo>
                    <a:pt x="499508" y="305388"/>
                    <a:pt x="498827" y="298251"/>
                    <a:pt x="497561" y="291277"/>
                  </a:cubicBezTo>
                  <a:cubicBezTo>
                    <a:pt x="507910" y="300976"/>
                    <a:pt x="521794" y="306978"/>
                    <a:pt x="537073" y="306978"/>
                  </a:cubicBezTo>
                  <a:cubicBezTo>
                    <a:pt x="545605" y="306978"/>
                    <a:pt x="552547" y="300036"/>
                    <a:pt x="552547" y="291504"/>
                  </a:cubicBezTo>
                  <a:lnTo>
                    <a:pt x="552547" y="129500"/>
                  </a:lnTo>
                  <a:lnTo>
                    <a:pt x="327253" y="746"/>
                  </a:lnTo>
                  <a:lnTo>
                    <a:pt x="325955" y="0"/>
                  </a:lnTo>
                  <a:lnTo>
                    <a:pt x="75033" y="20924"/>
                  </a:lnTo>
                  <a:lnTo>
                    <a:pt x="75033" y="130"/>
                  </a:lnTo>
                  <a:lnTo>
                    <a:pt x="0" y="130"/>
                  </a:lnTo>
                  <a:lnTo>
                    <a:pt x="0" y="253939"/>
                  </a:lnTo>
                  <a:lnTo>
                    <a:pt x="75033" y="253939"/>
                  </a:lnTo>
                  <a:lnTo>
                    <a:pt x="75033" y="230193"/>
                  </a:lnTo>
                  <a:lnTo>
                    <a:pt x="216536" y="391905"/>
                  </a:lnTo>
                  <a:close/>
                  <a:moveTo>
                    <a:pt x="377923" y="424539"/>
                  </a:moveTo>
                  <a:cubicBezTo>
                    <a:pt x="316256" y="424539"/>
                    <a:pt x="266071" y="374355"/>
                    <a:pt x="266071" y="312687"/>
                  </a:cubicBezTo>
                  <a:cubicBezTo>
                    <a:pt x="266071" y="251019"/>
                    <a:pt x="316256" y="200802"/>
                    <a:pt x="377923" y="200802"/>
                  </a:cubicBezTo>
                  <a:cubicBezTo>
                    <a:pt x="439592" y="200802"/>
                    <a:pt x="489776" y="250987"/>
                    <a:pt x="489776" y="312687"/>
                  </a:cubicBezTo>
                  <a:cubicBezTo>
                    <a:pt x="489776" y="374388"/>
                    <a:pt x="439592" y="424539"/>
                    <a:pt x="377923" y="424539"/>
                  </a:cubicBezTo>
                  <a:close/>
                  <a:moveTo>
                    <a:pt x="377923" y="191070"/>
                  </a:moveTo>
                  <a:cubicBezTo>
                    <a:pt x="313531" y="191070"/>
                    <a:pt x="260719" y="241384"/>
                    <a:pt x="256599" y="304772"/>
                  </a:cubicBezTo>
                  <a:lnTo>
                    <a:pt x="238368" y="250078"/>
                  </a:lnTo>
                  <a:cubicBezTo>
                    <a:pt x="229349" y="223023"/>
                    <a:pt x="231944" y="194347"/>
                    <a:pt x="245667" y="169336"/>
                  </a:cubicBezTo>
                  <a:cubicBezTo>
                    <a:pt x="259389" y="144325"/>
                    <a:pt x="282194" y="126742"/>
                    <a:pt x="309865" y="119833"/>
                  </a:cubicBezTo>
                  <a:cubicBezTo>
                    <a:pt x="319435" y="117432"/>
                    <a:pt x="329361" y="118113"/>
                    <a:pt x="338509" y="121779"/>
                  </a:cubicBezTo>
                  <a:lnTo>
                    <a:pt x="479168" y="178030"/>
                  </a:lnTo>
                  <a:lnTo>
                    <a:pt x="479168" y="245472"/>
                  </a:lnTo>
                  <a:cubicBezTo>
                    <a:pt x="457369" y="212740"/>
                    <a:pt x="420128" y="191103"/>
                    <a:pt x="377923" y="191103"/>
                  </a:cubicBezTo>
                  <a:close/>
                  <a:moveTo>
                    <a:pt x="323749" y="9894"/>
                  </a:moveTo>
                  <a:lnTo>
                    <a:pt x="542847" y="135079"/>
                  </a:lnTo>
                  <a:lnTo>
                    <a:pt x="542847" y="291439"/>
                  </a:lnTo>
                  <a:cubicBezTo>
                    <a:pt x="542847" y="294618"/>
                    <a:pt x="540285" y="297181"/>
                    <a:pt x="537106" y="297181"/>
                  </a:cubicBezTo>
                  <a:cubicBezTo>
                    <a:pt x="510537" y="297181"/>
                    <a:pt x="488900" y="275576"/>
                    <a:pt x="488900" y="248975"/>
                  </a:cubicBezTo>
                  <a:lnTo>
                    <a:pt x="488900" y="171412"/>
                  </a:lnTo>
                  <a:lnTo>
                    <a:pt x="342142" y="112696"/>
                  </a:lnTo>
                  <a:cubicBezTo>
                    <a:pt x="331080" y="108252"/>
                    <a:pt x="319078" y="107441"/>
                    <a:pt x="307529" y="110360"/>
                  </a:cubicBezTo>
                  <a:cubicBezTo>
                    <a:pt x="277652" y="117821"/>
                    <a:pt x="251992" y="137610"/>
                    <a:pt x="237167" y="164632"/>
                  </a:cubicBezTo>
                  <a:cubicBezTo>
                    <a:pt x="222342" y="191654"/>
                    <a:pt x="219423" y="223899"/>
                    <a:pt x="229187" y="253128"/>
                  </a:cubicBezTo>
                  <a:lnTo>
                    <a:pt x="253355" y="325631"/>
                  </a:lnTo>
                  <a:cubicBezTo>
                    <a:pt x="255366" y="331632"/>
                    <a:pt x="256372" y="337893"/>
                    <a:pt x="256372" y="344510"/>
                  </a:cubicBezTo>
                  <a:cubicBezTo>
                    <a:pt x="256372" y="364526"/>
                    <a:pt x="240671" y="380908"/>
                    <a:pt x="220948" y="382043"/>
                  </a:cubicBezTo>
                  <a:lnTo>
                    <a:pt x="75098" y="215368"/>
                  </a:lnTo>
                  <a:lnTo>
                    <a:pt x="75098" y="30656"/>
                  </a:lnTo>
                  <a:lnTo>
                    <a:pt x="323814" y="9927"/>
                  </a:lnTo>
                  <a:close/>
                  <a:moveTo>
                    <a:pt x="65301" y="244142"/>
                  </a:moveTo>
                  <a:lnTo>
                    <a:pt x="9732" y="244142"/>
                  </a:lnTo>
                  <a:lnTo>
                    <a:pt x="9732" y="9797"/>
                  </a:lnTo>
                  <a:lnTo>
                    <a:pt x="65301" y="9797"/>
                  </a:lnTo>
                  <a:lnTo>
                    <a:pt x="65301" y="244142"/>
                  </a:lnTo>
                  <a:close/>
                </a:path>
              </a:pathLst>
            </a:custGeom>
            <a:solidFill>
              <a:srgbClr val="000000"/>
            </a:solidFill>
            <a:ln w="3242" cap="flat">
              <a:noFill/>
              <a:prstDash val="solid"/>
              <a:miter/>
            </a:ln>
          </p:spPr>
          <p:txBody>
            <a:bodyPr rtlCol="0" anchor="ctr"/>
            <a:lstStyle/>
            <a:p>
              <a:endParaRPr lang="en-US"/>
            </a:p>
          </p:txBody>
        </p:sp>
        <p:sp>
          <p:nvSpPr>
            <p:cNvPr id="110" name="Freeform: Shape 783"/>
            <p:cNvSpPr/>
            <p:nvPr/>
          </p:nvSpPr>
          <p:spPr>
            <a:xfrm>
              <a:off x="3170194" y="1751747"/>
              <a:ext cx="389" cy="713"/>
            </a:xfrm>
            <a:custGeom>
              <a:avLst/>
              <a:gdLst>
                <a:gd name="connsiteX0" fmla="*/ 357 w 389"/>
                <a:gd name="connsiteY0" fmla="*/ 0 h 713"/>
                <a:gd name="connsiteX1" fmla="*/ 0 w 389"/>
                <a:gd name="connsiteY1" fmla="*/ 714 h 713"/>
                <a:gd name="connsiteX2" fmla="*/ 389 w 389"/>
                <a:gd name="connsiteY2" fmla="*/ 0 h 713"/>
                <a:gd name="connsiteX3" fmla="*/ 357 w 389"/>
                <a:gd name="connsiteY3" fmla="*/ 0 h 713"/>
              </a:gdLst>
              <a:ahLst/>
              <a:cxnLst>
                <a:cxn ang="0">
                  <a:pos x="connsiteX0" y="connsiteY0"/>
                </a:cxn>
                <a:cxn ang="0">
                  <a:pos x="connsiteX1" y="connsiteY1"/>
                </a:cxn>
                <a:cxn ang="0">
                  <a:pos x="connsiteX2" y="connsiteY2"/>
                </a:cxn>
                <a:cxn ang="0">
                  <a:pos x="connsiteX3" y="connsiteY3"/>
                </a:cxn>
              </a:cxnLst>
              <a:rect l="l" t="t" r="r" b="b"/>
              <a:pathLst>
                <a:path w="389" h="713">
                  <a:moveTo>
                    <a:pt x="357" y="0"/>
                  </a:moveTo>
                  <a:cubicBezTo>
                    <a:pt x="227" y="227"/>
                    <a:pt x="130" y="487"/>
                    <a:pt x="0" y="714"/>
                  </a:cubicBezTo>
                  <a:cubicBezTo>
                    <a:pt x="130" y="487"/>
                    <a:pt x="259" y="227"/>
                    <a:pt x="389" y="0"/>
                  </a:cubicBezTo>
                  <a:lnTo>
                    <a:pt x="357" y="0"/>
                  </a:lnTo>
                  <a:close/>
                </a:path>
              </a:pathLst>
            </a:custGeom>
            <a:solidFill>
              <a:srgbClr val="000000"/>
            </a:solidFill>
            <a:ln w="3242" cap="flat">
              <a:noFill/>
              <a:prstDash val="solid"/>
              <a:miter/>
            </a:ln>
          </p:spPr>
          <p:txBody>
            <a:bodyPr rtlCol="0" anchor="ctr"/>
            <a:lstStyle/>
            <a:p>
              <a:endParaRPr lang="en-US"/>
            </a:p>
          </p:txBody>
        </p:sp>
        <p:sp>
          <p:nvSpPr>
            <p:cNvPr id="111" name="Freeform: Shape 790"/>
            <p:cNvSpPr/>
            <p:nvPr/>
          </p:nvSpPr>
          <p:spPr>
            <a:xfrm>
              <a:off x="3167469" y="1773384"/>
              <a:ext cx="324" cy="973"/>
            </a:xfrm>
            <a:custGeom>
              <a:avLst/>
              <a:gdLst>
                <a:gd name="connsiteX0" fmla="*/ 324 w 324"/>
                <a:gd name="connsiteY0" fmla="*/ 973 h 973"/>
                <a:gd name="connsiteX1" fmla="*/ 0 w 324"/>
                <a:gd name="connsiteY1" fmla="*/ 0 h 973"/>
                <a:gd name="connsiteX2" fmla="*/ 324 w 324"/>
                <a:gd name="connsiteY2" fmla="*/ 973 h 973"/>
              </a:gdLst>
              <a:ahLst/>
              <a:cxnLst>
                <a:cxn ang="0">
                  <a:pos x="connsiteX0" y="connsiteY0"/>
                </a:cxn>
                <a:cxn ang="0">
                  <a:pos x="connsiteX1" y="connsiteY1"/>
                </a:cxn>
                <a:cxn ang="0">
                  <a:pos x="connsiteX2" y="connsiteY2"/>
                </a:cxn>
              </a:cxnLst>
              <a:rect l="l" t="t" r="r" b="b"/>
              <a:pathLst>
                <a:path w="324" h="973">
                  <a:moveTo>
                    <a:pt x="324" y="973"/>
                  </a:moveTo>
                  <a:cubicBezTo>
                    <a:pt x="195" y="584"/>
                    <a:pt x="97" y="227"/>
                    <a:pt x="0" y="0"/>
                  </a:cubicBezTo>
                  <a:cubicBezTo>
                    <a:pt x="65" y="259"/>
                    <a:pt x="195" y="584"/>
                    <a:pt x="324" y="973"/>
                  </a:cubicBezTo>
                  <a:close/>
                </a:path>
              </a:pathLst>
            </a:custGeom>
            <a:solidFill>
              <a:srgbClr val="000000"/>
            </a:solidFill>
            <a:ln w="3242" cap="flat">
              <a:noFill/>
              <a:prstDash val="solid"/>
              <a:miter/>
            </a:ln>
          </p:spPr>
          <p:txBody>
            <a:bodyPr rtlCol="0" anchor="ctr"/>
            <a:lstStyle/>
            <a:p>
              <a:endParaRPr lang="en-US"/>
            </a:p>
          </p:txBody>
        </p:sp>
        <p:sp>
          <p:nvSpPr>
            <p:cNvPr id="112" name="Freeform: Shape 791"/>
            <p:cNvSpPr/>
            <p:nvPr/>
          </p:nvSpPr>
          <p:spPr>
            <a:xfrm>
              <a:off x="3170551" y="1665976"/>
              <a:ext cx="571588" cy="218222"/>
            </a:xfrm>
            <a:custGeom>
              <a:avLst/>
              <a:gdLst>
                <a:gd name="connsiteX0" fmla="*/ 495356 w 571588"/>
                <a:gd name="connsiteY0" fmla="*/ 0 h 218222"/>
                <a:gd name="connsiteX1" fmla="*/ 495356 w 571588"/>
                <a:gd name="connsiteY1" fmla="*/ 19691 h 218222"/>
                <a:gd name="connsiteX2" fmla="*/ 408190 w 571588"/>
                <a:gd name="connsiteY2" fmla="*/ 27152 h 218222"/>
                <a:gd name="connsiteX3" fmla="*/ 395635 w 571588"/>
                <a:gd name="connsiteY3" fmla="*/ 30137 h 218222"/>
                <a:gd name="connsiteX4" fmla="*/ 384476 w 571588"/>
                <a:gd name="connsiteY4" fmla="*/ 33478 h 218222"/>
                <a:gd name="connsiteX5" fmla="*/ 321381 w 571588"/>
                <a:gd name="connsiteY5" fmla="*/ 67118 h 218222"/>
                <a:gd name="connsiteX6" fmla="*/ 315379 w 571588"/>
                <a:gd name="connsiteY6" fmla="*/ 72341 h 218222"/>
                <a:gd name="connsiteX7" fmla="*/ 307659 w 571588"/>
                <a:gd name="connsiteY7" fmla="*/ 79834 h 218222"/>
                <a:gd name="connsiteX8" fmla="*/ 200770 w 571588"/>
                <a:gd name="connsiteY8" fmla="*/ 79834 h 218222"/>
                <a:gd name="connsiteX9" fmla="*/ 165962 w 571588"/>
                <a:gd name="connsiteY9" fmla="*/ 114675 h 218222"/>
                <a:gd name="connsiteX10" fmla="*/ 168200 w 571588"/>
                <a:gd name="connsiteY10" fmla="*/ 126840 h 218222"/>
                <a:gd name="connsiteX11" fmla="*/ 168135 w 571588"/>
                <a:gd name="connsiteY11" fmla="*/ 126840 h 218222"/>
                <a:gd name="connsiteX12" fmla="*/ 45837 w 571588"/>
                <a:gd name="connsiteY12" fmla="*/ 69810 h 218222"/>
                <a:gd name="connsiteX13" fmla="*/ 19204 w 571588"/>
                <a:gd name="connsiteY13" fmla="*/ 68643 h 218222"/>
                <a:gd name="connsiteX14" fmla="*/ 0 w 571588"/>
                <a:gd name="connsiteY14" fmla="*/ 85771 h 218222"/>
                <a:gd name="connsiteX15" fmla="*/ 7818 w 571588"/>
                <a:gd name="connsiteY15" fmla="*/ 91967 h 218222"/>
                <a:gd name="connsiteX16" fmla="*/ 8370 w 571588"/>
                <a:gd name="connsiteY16" fmla="*/ 90734 h 218222"/>
                <a:gd name="connsiteX17" fmla="*/ 22513 w 571588"/>
                <a:gd name="connsiteY17" fmla="*/ 77791 h 218222"/>
                <a:gd name="connsiteX18" fmla="*/ 41718 w 571588"/>
                <a:gd name="connsiteY18" fmla="*/ 78634 h 218222"/>
                <a:gd name="connsiteX19" fmla="*/ 182182 w 571588"/>
                <a:gd name="connsiteY19" fmla="*/ 144098 h 218222"/>
                <a:gd name="connsiteX20" fmla="*/ 182571 w 571588"/>
                <a:gd name="connsiteY20" fmla="*/ 144260 h 218222"/>
                <a:gd name="connsiteX21" fmla="*/ 189870 w 571588"/>
                <a:gd name="connsiteY21" fmla="*/ 147698 h 218222"/>
                <a:gd name="connsiteX22" fmla="*/ 190130 w 571588"/>
                <a:gd name="connsiteY22" fmla="*/ 147828 h 218222"/>
                <a:gd name="connsiteX23" fmla="*/ 190227 w 571588"/>
                <a:gd name="connsiteY23" fmla="*/ 147860 h 218222"/>
                <a:gd name="connsiteX24" fmla="*/ 192692 w 571588"/>
                <a:gd name="connsiteY24" fmla="*/ 148996 h 218222"/>
                <a:gd name="connsiteX25" fmla="*/ 192887 w 571588"/>
                <a:gd name="connsiteY25" fmla="*/ 148574 h 218222"/>
                <a:gd name="connsiteX26" fmla="*/ 192919 w 571588"/>
                <a:gd name="connsiteY26" fmla="*/ 148574 h 218222"/>
                <a:gd name="connsiteX27" fmla="*/ 200770 w 571588"/>
                <a:gd name="connsiteY27" fmla="*/ 149482 h 218222"/>
                <a:gd name="connsiteX28" fmla="*/ 370462 w 571588"/>
                <a:gd name="connsiteY28" fmla="*/ 149482 h 218222"/>
                <a:gd name="connsiteX29" fmla="*/ 370462 w 571588"/>
                <a:gd name="connsiteY29" fmla="*/ 139751 h 218222"/>
                <a:gd name="connsiteX30" fmla="*/ 200770 w 571588"/>
                <a:gd name="connsiteY30" fmla="*/ 139751 h 218222"/>
                <a:gd name="connsiteX31" fmla="*/ 193568 w 571588"/>
                <a:gd name="connsiteY31" fmla="*/ 138680 h 218222"/>
                <a:gd name="connsiteX32" fmla="*/ 187145 w 571588"/>
                <a:gd name="connsiteY32" fmla="*/ 135696 h 218222"/>
                <a:gd name="connsiteX33" fmla="*/ 175694 w 571588"/>
                <a:gd name="connsiteY33" fmla="*/ 114675 h 218222"/>
                <a:gd name="connsiteX34" fmla="*/ 200770 w 571588"/>
                <a:gd name="connsiteY34" fmla="*/ 89566 h 218222"/>
                <a:gd name="connsiteX35" fmla="*/ 312817 w 571588"/>
                <a:gd name="connsiteY35" fmla="*/ 89566 h 218222"/>
                <a:gd name="connsiteX36" fmla="*/ 314277 w 571588"/>
                <a:gd name="connsiteY36" fmla="*/ 87879 h 218222"/>
                <a:gd name="connsiteX37" fmla="*/ 495356 w 571588"/>
                <a:gd name="connsiteY37" fmla="*/ 29455 h 218222"/>
                <a:gd name="connsiteX38" fmla="*/ 495356 w 571588"/>
                <a:gd name="connsiteY38" fmla="*/ 185750 h 218222"/>
                <a:gd name="connsiteX39" fmla="*/ 505087 w 571588"/>
                <a:gd name="connsiteY39" fmla="*/ 182506 h 218222"/>
                <a:gd name="connsiteX40" fmla="*/ 505087 w 571588"/>
                <a:gd name="connsiteY40" fmla="*/ 9732 h 218222"/>
                <a:gd name="connsiteX41" fmla="*/ 561857 w 571588"/>
                <a:gd name="connsiteY41" fmla="*/ 9732 h 218222"/>
                <a:gd name="connsiteX42" fmla="*/ 561857 w 571588"/>
                <a:gd name="connsiteY42" fmla="*/ 218222 h 218222"/>
                <a:gd name="connsiteX43" fmla="*/ 571589 w 571588"/>
                <a:gd name="connsiteY43" fmla="*/ 218222 h 218222"/>
                <a:gd name="connsiteX44" fmla="*/ 571589 w 571588"/>
                <a:gd name="connsiteY44" fmla="*/ 0 h 218222"/>
                <a:gd name="connsiteX45" fmla="*/ 495356 w 571588"/>
                <a:gd name="connsiteY45" fmla="*/ 0 h 21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71588" h="218222">
                  <a:moveTo>
                    <a:pt x="495356" y="0"/>
                  </a:moveTo>
                  <a:lnTo>
                    <a:pt x="495356" y="19691"/>
                  </a:lnTo>
                  <a:cubicBezTo>
                    <a:pt x="482250" y="19075"/>
                    <a:pt x="446890" y="18653"/>
                    <a:pt x="408190" y="27152"/>
                  </a:cubicBezTo>
                  <a:cubicBezTo>
                    <a:pt x="407411" y="27314"/>
                    <a:pt x="399464" y="29098"/>
                    <a:pt x="395635" y="30137"/>
                  </a:cubicBezTo>
                  <a:cubicBezTo>
                    <a:pt x="390769" y="31434"/>
                    <a:pt x="385060" y="33283"/>
                    <a:pt x="384476" y="33478"/>
                  </a:cubicBezTo>
                  <a:cubicBezTo>
                    <a:pt x="362093" y="40615"/>
                    <a:pt x="339904" y="51287"/>
                    <a:pt x="321381" y="67118"/>
                  </a:cubicBezTo>
                  <a:lnTo>
                    <a:pt x="315379" y="72341"/>
                  </a:lnTo>
                  <a:lnTo>
                    <a:pt x="307659" y="79834"/>
                  </a:lnTo>
                  <a:lnTo>
                    <a:pt x="200770" y="79834"/>
                  </a:lnTo>
                  <a:cubicBezTo>
                    <a:pt x="181598" y="79834"/>
                    <a:pt x="165962" y="95470"/>
                    <a:pt x="165962" y="114675"/>
                  </a:cubicBezTo>
                  <a:cubicBezTo>
                    <a:pt x="165962" y="118957"/>
                    <a:pt x="166773" y="123044"/>
                    <a:pt x="168200" y="126840"/>
                  </a:cubicBezTo>
                  <a:lnTo>
                    <a:pt x="168135" y="126840"/>
                  </a:lnTo>
                  <a:cubicBezTo>
                    <a:pt x="168135" y="126840"/>
                    <a:pt x="45837" y="69810"/>
                    <a:pt x="45837" y="69810"/>
                  </a:cubicBezTo>
                  <a:cubicBezTo>
                    <a:pt x="37403" y="65885"/>
                    <a:pt x="27931" y="65463"/>
                    <a:pt x="19204" y="68643"/>
                  </a:cubicBezTo>
                  <a:cubicBezTo>
                    <a:pt x="10738" y="71724"/>
                    <a:pt x="3958" y="77758"/>
                    <a:pt x="0" y="85771"/>
                  </a:cubicBezTo>
                  <a:lnTo>
                    <a:pt x="7818" y="91967"/>
                  </a:lnTo>
                  <a:cubicBezTo>
                    <a:pt x="8013" y="91545"/>
                    <a:pt x="8175" y="91156"/>
                    <a:pt x="8370" y="90734"/>
                  </a:cubicBezTo>
                  <a:cubicBezTo>
                    <a:pt x="11192" y="84668"/>
                    <a:pt x="16220" y="80061"/>
                    <a:pt x="22513" y="77791"/>
                  </a:cubicBezTo>
                  <a:cubicBezTo>
                    <a:pt x="28839" y="75487"/>
                    <a:pt x="35619" y="75779"/>
                    <a:pt x="41718" y="78634"/>
                  </a:cubicBezTo>
                  <a:lnTo>
                    <a:pt x="182182" y="144098"/>
                  </a:lnTo>
                  <a:lnTo>
                    <a:pt x="182571" y="144260"/>
                  </a:lnTo>
                  <a:cubicBezTo>
                    <a:pt x="184842" y="145655"/>
                    <a:pt x="187275" y="146822"/>
                    <a:pt x="189870" y="147698"/>
                  </a:cubicBezTo>
                  <a:lnTo>
                    <a:pt x="190130" y="147828"/>
                  </a:lnTo>
                  <a:cubicBezTo>
                    <a:pt x="190130" y="147828"/>
                    <a:pt x="190194" y="147828"/>
                    <a:pt x="190227" y="147860"/>
                  </a:cubicBezTo>
                  <a:lnTo>
                    <a:pt x="192692" y="148996"/>
                  </a:lnTo>
                  <a:lnTo>
                    <a:pt x="192887" y="148574"/>
                  </a:lnTo>
                  <a:lnTo>
                    <a:pt x="192919" y="148574"/>
                  </a:lnTo>
                  <a:cubicBezTo>
                    <a:pt x="195450" y="149126"/>
                    <a:pt x="198077" y="149482"/>
                    <a:pt x="200770" y="149482"/>
                  </a:cubicBezTo>
                  <a:lnTo>
                    <a:pt x="370462" y="149482"/>
                  </a:lnTo>
                  <a:lnTo>
                    <a:pt x="370462" y="139751"/>
                  </a:lnTo>
                  <a:lnTo>
                    <a:pt x="200770" y="139751"/>
                  </a:lnTo>
                  <a:cubicBezTo>
                    <a:pt x="198272" y="139751"/>
                    <a:pt x="195871" y="139361"/>
                    <a:pt x="193568" y="138680"/>
                  </a:cubicBezTo>
                  <a:lnTo>
                    <a:pt x="187145" y="135696"/>
                  </a:lnTo>
                  <a:cubicBezTo>
                    <a:pt x="180268" y="131219"/>
                    <a:pt x="175694" y="123466"/>
                    <a:pt x="175694" y="114675"/>
                  </a:cubicBezTo>
                  <a:cubicBezTo>
                    <a:pt x="175694" y="100823"/>
                    <a:pt x="186950" y="89566"/>
                    <a:pt x="200770" y="89566"/>
                  </a:cubicBezTo>
                  <a:lnTo>
                    <a:pt x="312817" y="89566"/>
                  </a:lnTo>
                  <a:lnTo>
                    <a:pt x="314277" y="87879"/>
                  </a:lnTo>
                  <a:cubicBezTo>
                    <a:pt x="365726" y="27866"/>
                    <a:pt x="472356" y="28547"/>
                    <a:pt x="495356" y="29455"/>
                  </a:cubicBezTo>
                  <a:lnTo>
                    <a:pt x="495356" y="185750"/>
                  </a:lnTo>
                  <a:lnTo>
                    <a:pt x="505087" y="182506"/>
                  </a:lnTo>
                  <a:lnTo>
                    <a:pt x="505087" y="9732"/>
                  </a:lnTo>
                  <a:lnTo>
                    <a:pt x="561857" y="9732"/>
                  </a:lnTo>
                  <a:lnTo>
                    <a:pt x="561857" y="218222"/>
                  </a:lnTo>
                  <a:lnTo>
                    <a:pt x="571589" y="218222"/>
                  </a:lnTo>
                  <a:lnTo>
                    <a:pt x="571589" y="0"/>
                  </a:lnTo>
                  <a:lnTo>
                    <a:pt x="495356" y="0"/>
                  </a:lnTo>
                  <a:close/>
                </a:path>
              </a:pathLst>
            </a:custGeom>
            <a:solidFill>
              <a:srgbClr val="000000"/>
            </a:solidFill>
            <a:ln w="3242" cap="flat">
              <a:noFill/>
              <a:prstDash val="solid"/>
              <a:miter/>
            </a:ln>
          </p:spPr>
          <p:txBody>
            <a:bodyPr rtlCol="0" anchor="ctr"/>
            <a:lstStyle/>
            <a:p>
              <a:endParaRPr lang="en-US"/>
            </a:p>
          </p:txBody>
        </p:sp>
        <p:sp>
          <p:nvSpPr>
            <p:cNvPr id="113" name="Freeform: Shape 323"/>
            <p:cNvSpPr/>
            <p:nvPr/>
          </p:nvSpPr>
          <p:spPr>
            <a:xfrm>
              <a:off x="3166911" y="1751747"/>
              <a:ext cx="575261" cy="196001"/>
            </a:xfrm>
            <a:custGeom>
              <a:avLst/>
              <a:gdLst>
                <a:gd name="connsiteX0" fmla="*/ 575262 w 575261"/>
                <a:gd name="connsiteY0" fmla="*/ 132452 h 196001"/>
                <a:gd name="connsiteX1" fmla="*/ 575262 w 575261"/>
                <a:gd name="connsiteY1" fmla="*/ 164891 h 196001"/>
                <a:gd name="connsiteX2" fmla="*/ 476320 w 575261"/>
                <a:gd name="connsiteY2" fmla="*/ 164989 h 196001"/>
                <a:gd name="connsiteX3" fmla="*/ 476320 w 575261"/>
                <a:gd name="connsiteY3" fmla="*/ 140951 h 196001"/>
                <a:gd name="connsiteX4" fmla="*/ 312435 w 575261"/>
                <a:gd name="connsiteY4" fmla="*/ 196001 h 196001"/>
                <a:gd name="connsiteX5" fmla="*/ 300659 w 575261"/>
                <a:gd name="connsiteY5" fmla="*/ 190519 h 196001"/>
                <a:gd name="connsiteX6" fmla="*/ 269614 w 575261"/>
                <a:gd name="connsiteY6" fmla="*/ 176051 h 196001"/>
                <a:gd name="connsiteX7" fmla="*/ 225821 w 575261"/>
                <a:gd name="connsiteY7" fmla="*/ 155614 h 196001"/>
                <a:gd name="connsiteX8" fmla="*/ 175701 w 575261"/>
                <a:gd name="connsiteY8" fmla="*/ 132257 h 196001"/>
                <a:gd name="connsiteX9" fmla="*/ 125776 w 575261"/>
                <a:gd name="connsiteY9" fmla="*/ 108965 h 196001"/>
                <a:gd name="connsiteX10" fmla="*/ 82469 w 575261"/>
                <a:gd name="connsiteY10" fmla="*/ 88788 h 196001"/>
                <a:gd name="connsiteX11" fmla="*/ 42893 w 575261"/>
                <a:gd name="connsiteY11" fmla="*/ 70102 h 196001"/>
                <a:gd name="connsiteX12" fmla="*/ 11653 w 575261"/>
                <a:gd name="connsiteY12" fmla="*/ 44248 h 196001"/>
                <a:gd name="connsiteX13" fmla="*/ 851 w 575261"/>
                <a:gd name="connsiteY13" fmla="*/ 22383 h 196001"/>
                <a:gd name="connsiteX14" fmla="*/ 3186 w 575261"/>
                <a:gd name="connsiteY14" fmla="*/ 876 h 196001"/>
                <a:gd name="connsiteX15" fmla="*/ 3251 w 575261"/>
                <a:gd name="connsiteY15" fmla="*/ 714 h 196001"/>
                <a:gd name="connsiteX16" fmla="*/ 3640 w 575261"/>
                <a:gd name="connsiteY16" fmla="*/ 0 h 196001"/>
                <a:gd name="connsiteX17" fmla="*/ 11458 w 575261"/>
                <a:gd name="connsiteY17" fmla="*/ 6228 h 196001"/>
                <a:gd name="connsiteX18" fmla="*/ 31895 w 575261"/>
                <a:gd name="connsiteY18" fmla="*/ 23227 h 196001"/>
                <a:gd name="connsiteX19" fmla="*/ 60443 w 575261"/>
                <a:gd name="connsiteY19" fmla="*/ 42723 h 196001"/>
                <a:gd name="connsiteX20" fmla="*/ 314673 w 575261"/>
                <a:gd name="connsiteY20" fmla="*/ 161258 h 196001"/>
                <a:gd name="connsiteX21" fmla="*/ 498996 w 575261"/>
                <a:gd name="connsiteY21" fmla="*/ 99979 h 196001"/>
                <a:gd name="connsiteX22" fmla="*/ 508728 w 575261"/>
                <a:gd name="connsiteY22" fmla="*/ 96735 h 196001"/>
                <a:gd name="connsiteX23" fmla="*/ 508728 w 575261"/>
                <a:gd name="connsiteY23" fmla="*/ 132549 h 196001"/>
                <a:gd name="connsiteX24" fmla="*/ 565498 w 575261"/>
                <a:gd name="connsiteY24" fmla="*/ 132452 h 196001"/>
                <a:gd name="connsiteX25" fmla="*/ 575230 w 575261"/>
                <a:gd name="connsiteY25" fmla="*/ 132452 h 19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5261" h="196001">
                  <a:moveTo>
                    <a:pt x="575262" y="132452"/>
                  </a:moveTo>
                  <a:lnTo>
                    <a:pt x="575262" y="164891"/>
                  </a:lnTo>
                  <a:lnTo>
                    <a:pt x="476320" y="164989"/>
                  </a:lnTo>
                  <a:lnTo>
                    <a:pt x="476320" y="140951"/>
                  </a:lnTo>
                  <a:lnTo>
                    <a:pt x="312435" y="196001"/>
                  </a:lnTo>
                  <a:cubicBezTo>
                    <a:pt x="308510" y="194185"/>
                    <a:pt x="304584" y="192335"/>
                    <a:pt x="300659" y="190519"/>
                  </a:cubicBezTo>
                  <a:cubicBezTo>
                    <a:pt x="290311" y="185685"/>
                    <a:pt x="279963" y="180884"/>
                    <a:pt x="269614" y="176051"/>
                  </a:cubicBezTo>
                  <a:cubicBezTo>
                    <a:pt x="255016" y="169238"/>
                    <a:pt x="240418" y="162426"/>
                    <a:pt x="225821" y="155614"/>
                  </a:cubicBezTo>
                  <a:cubicBezTo>
                    <a:pt x="209114" y="147828"/>
                    <a:pt x="192408" y="140043"/>
                    <a:pt x="175701" y="132257"/>
                  </a:cubicBezTo>
                  <a:cubicBezTo>
                    <a:pt x="159059" y="124504"/>
                    <a:pt x="142418" y="116751"/>
                    <a:pt x="125776" y="108965"/>
                  </a:cubicBezTo>
                  <a:cubicBezTo>
                    <a:pt x="111341" y="102250"/>
                    <a:pt x="96905" y="95503"/>
                    <a:pt x="82469" y="88788"/>
                  </a:cubicBezTo>
                  <a:cubicBezTo>
                    <a:pt x="69234" y="82624"/>
                    <a:pt x="55933" y="76655"/>
                    <a:pt x="42893" y="70102"/>
                  </a:cubicBezTo>
                  <a:cubicBezTo>
                    <a:pt x="31409" y="64328"/>
                    <a:pt x="19633" y="54499"/>
                    <a:pt x="11653" y="44248"/>
                  </a:cubicBezTo>
                  <a:cubicBezTo>
                    <a:pt x="6041" y="37014"/>
                    <a:pt x="2959" y="31304"/>
                    <a:pt x="851" y="22383"/>
                  </a:cubicBezTo>
                  <a:cubicBezTo>
                    <a:pt x="-869" y="15117"/>
                    <a:pt x="72" y="7656"/>
                    <a:pt x="3186" y="876"/>
                  </a:cubicBezTo>
                  <a:cubicBezTo>
                    <a:pt x="3186" y="811"/>
                    <a:pt x="3251" y="779"/>
                    <a:pt x="3251" y="714"/>
                  </a:cubicBezTo>
                  <a:cubicBezTo>
                    <a:pt x="3381" y="487"/>
                    <a:pt x="3511" y="227"/>
                    <a:pt x="3640" y="0"/>
                  </a:cubicBezTo>
                  <a:cubicBezTo>
                    <a:pt x="3640" y="0"/>
                    <a:pt x="11458" y="6196"/>
                    <a:pt x="11458" y="6228"/>
                  </a:cubicBezTo>
                  <a:lnTo>
                    <a:pt x="31895" y="23227"/>
                  </a:lnTo>
                  <a:cubicBezTo>
                    <a:pt x="36048" y="26536"/>
                    <a:pt x="55641" y="40485"/>
                    <a:pt x="60443" y="42723"/>
                  </a:cubicBezTo>
                  <a:lnTo>
                    <a:pt x="314673" y="161258"/>
                  </a:lnTo>
                  <a:lnTo>
                    <a:pt x="498996" y="99979"/>
                  </a:lnTo>
                  <a:lnTo>
                    <a:pt x="508728" y="96735"/>
                  </a:lnTo>
                  <a:lnTo>
                    <a:pt x="508728" y="132549"/>
                  </a:lnTo>
                  <a:lnTo>
                    <a:pt x="565498" y="132452"/>
                  </a:lnTo>
                  <a:lnTo>
                    <a:pt x="575230" y="132452"/>
                  </a:lnTo>
                  <a:close/>
                </a:path>
              </a:pathLst>
            </a:custGeom>
            <a:solidFill>
              <a:schemeClr val="accent2"/>
            </a:solidFill>
            <a:ln w="3242" cap="flat">
              <a:noFill/>
              <a:prstDash val="solid"/>
              <a:miter/>
            </a:ln>
          </p:spPr>
          <p:txBody>
            <a:bodyPr rtlCol="0" anchor="ctr"/>
            <a:lstStyle/>
            <a:p>
              <a:endParaRPr lang="en-US"/>
            </a:p>
          </p:txBody>
        </p:sp>
      </p:grpSp>
      <p:grpSp>
        <p:nvGrpSpPr>
          <p:cNvPr id="114" name="Group 1206"/>
          <p:cNvGrpSpPr/>
          <p:nvPr/>
        </p:nvGrpSpPr>
        <p:grpSpPr>
          <a:xfrm>
            <a:off x="2411350" y="3331879"/>
            <a:ext cx="639907" cy="628585"/>
            <a:chOff x="5357771" y="1301321"/>
            <a:chExt cx="639907" cy="628585"/>
          </a:xfrm>
        </p:grpSpPr>
        <p:sp>
          <p:nvSpPr>
            <p:cNvPr id="115" name="Freeform: Shape 801"/>
            <p:cNvSpPr/>
            <p:nvPr/>
          </p:nvSpPr>
          <p:spPr>
            <a:xfrm>
              <a:off x="5813712" y="1311085"/>
              <a:ext cx="151526" cy="151526"/>
            </a:xfrm>
            <a:custGeom>
              <a:avLst/>
              <a:gdLst>
                <a:gd name="connsiteX0" fmla="*/ 151526 w 151526"/>
                <a:gd name="connsiteY0" fmla="*/ 151526 h 151526"/>
                <a:gd name="connsiteX1" fmla="*/ 141794 w 151526"/>
                <a:gd name="connsiteY1" fmla="*/ 141794 h 151526"/>
                <a:gd name="connsiteX2" fmla="*/ 9732 w 151526"/>
                <a:gd name="connsiteY2" fmla="*/ 141794 h 151526"/>
                <a:gd name="connsiteX3" fmla="*/ 9732 w 151526"/>
                <a:gd name="connsiteY3" fmla="*/ 9732 h 151526"/>
                <a:gd name="connsiteX4" fmla="*/ 0 w 151526"/>
                <a:gd name="connsiteY4" fmla="*/ 0 h 151526"/>
                <a:gd name="connsiteX5" fmla="*/ 0 w 151526"/>
                <a:gd name="connsiteY5" fmla="*/ 151526 h 151526"/>
                <a:gd name="connsiteX6" fmla="*/ 151526 w 151526"/>
                <a:gd name="connsiteY6" fmla="*/ 151526 h 15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526" h="151526">
                  <a:moveTo>
                    <a:pt x="151526" y="151526"/>
                  </a:moveTo>
                  <a:lnTo>
                    <a:pt x="141794" y="141794"/>
                  </a:lnTo>
                  <a:lnTo>
                    <a:pt x="9732" y="141794"/>
                  </a:lnTo>
                  <a:lnTo>
                    <a:pt x="9732" y="9732"/>
                  </a:lnTo>
                  <a:lnTo>
                    <a:pt x="0" y="0"/>
                  </a:lnTo>
                  <a:lnTo>
                    <a:pt x="0" y="151526"/>
                  </a:lnTo>
                  <a:lnTo>
                    <a:pt x="151526" y="151526"/>
                  </a:lnTo>
                  <a:close/>
                </a:path>
              </a:pathLst>
            </a:custGeom>
            <a:solidFill>
              <a:srgbClr val="000000"/>
            </a:solidFill>
            <a:ln w="3242" cap="flat">
              <a:noFill/>
              <a:prstDash val="solid"/>
              <a:miter/>
            </a:ln>
          </p:spPr>
          <p:txBody>
            <a:bodyPr rtlCol="0" anchor="ctr"/>
            <a:lstStyle/>
            <a:p>
              <a:endParaRPr lang="en-US"/>
            </a:p>
          </p:txBody>
        </p:sp>
        <p:sp>
          <p:nvSpPr>
            <p:cNvPr id="116" name="Freeform: Shape 802"/>
            <p:cNvSpPr/>
            <p:nvPr/>
          </p:nvSpPr>
          <p:spPr>
            <a:xfrm>
              <a:off x="5813680" y="1311053"/>
              <a:ext cx="32" cy="32"/>
            </a:xfrm>
            <a:custGeom>
              <a:avLst/>
              <a:gdLst>
                <a:gd name="connsiteX0" fmla="*/ 32 w 32"/>
                <a:gd name="connsiteY0" fmla="*/ 0 h 32"/>
                <a:gd name="connsiteX1" fmla="*/ 0 w 32"/>
                <a:gd name="connsiteY1" fmla="*/ 0 h 32"/>
                <a:gd name="connsiteX2" fmla="*/ 32 w 32"/>
                <a:gd name="connsiteY2" fmla="*/ 32 h 32"/>
                <a:gd name="connsiteX3" fmla="*/ 32 w 32"/>
                <a:gd name="connsiteY3" fmla="*/ 0 h 32"/>
              </a:gdLst>
              <a:ahLst/>
              <a:cxnLst>
                <a:cxn ang="0">
                  <a:pos x="connsiteX0" y="connsiteY0"/>
                </a:cxn>
                <a:cxn ang="0">
                  <a:pos x="connsiteX1" y="connsiteY1"/>
                </a:cxn>
                <a:cxn ang="0">
                  <a:pos x="connsiteX2" y="connsiteY2"/>
                </a:cxn>
                <a:cxn ang="0">
                  <a:pos x="connsiteX3" y="connsiteY3"/>
                </a:cxn>
              </a:cxnLst>
              <a:rect l="l" t="t" r="r" b="b"/>
              <a:pathLst>
                <a:path w="32" h="32">
                  <a:moveTo>
                    <a:pt x="32" y="0"/>
                  </a:moveTo>
                  <a:lnTo>
                    <a:pt x="0" y="0"/>
                  </a:lnTo>
                  <a:lnTo>
                    <a:pt x="32" y="32"/>
                  </a:lnTo>
                  <a:lnTo>
                    <a:pt x="32" y="0"/>
                  </a:lnTo>
                  <a:close/>
                </a:path>
              </a:pathLst>
            </a:custGeom>
            <a:solidFill>
              <a:srgbClr val="000000"/>
            </a:solidFill>
            <a:ln w="3242" cap="flat">
              <a:noFill/>
              <a:prstDash val="solid"/>
              <a:miter/>
            </a:ln>
          </p:spPr>
          <p:txBody>
            <a:bodyPr rtlCol="0" anchor="ctr"/>
            <a:lstStyle/>
            <a:p>
              <a:endParaRPr lang="en-US"/>
            </a:p>
          </p:txBody>
        </p:sp>
        <p:sp>
          <p:nvSpPr>
            <p:cNvPr id="117" name="Freeform: Shape 803"/>
            <p:cNvSpPr/>
            <p:nvPr/>
          </p:nvSpPr>
          <p:spPr>
            <a:xfrm>
              <a:off x="5357771" y="1301321"/>
              <a:ext cx="607467" cy="628585"/>
            </a:xfrm>
            <a:custGeom>
              <a:avLst/>
              <a:gdLst>
                <a:gd name="connsiteX0" fmla="*/ 289201 w 607467"/>
                <a:gd name="connsiteY0" fmla="*/ 349084 h 628585"/>
                <a:gd name="connsiteX1" fmla="*/ 289201 w 607467"/>
                <a:gd name="connsiteY1" fmla="*/ 284335 h 628585"/>
                <a:gd name="connsiteX2" fmla="*/ 264384 w 607467"/>
                <a:gd name="connsiteY2" fmla="*/ 259518 h 628585"/>
                <a:gd name="connsiteX3" fmla="*/ 189383 w 607467"/>
                <a:gd name="connsiteY3" fmla="*/ 259518 h 628585"/>
                <a:gd name="connsiteX4" fmla="*/ 189383 w 607467"/>
                <a:gd name="connsiteY4" fmla="*/ 9732 h 628585"/>
                <a:gd name="connsiteX5" fmla="*/ 455909 w 607467"/>
                <a:gd name="connsiteY5" fmla="*/ 9732 h 628585"/>
                <a:gd name="connsiteX6" fmla="*/ 446177 w 607467"/>
                <a:gd name="connsiteY6" fmla="*/ 0 h 628585"/>
                <a:gd name="connsiteX7" fmla="*/ 179652 w 607467"/>
                <a:gd name="connsiteY7" fmla="*/ 0 h 628585"/>
                <a:gd name="connsiteX8" fmla="*/ 179652 w 607467"/>
                <a:gd name="connsiteY8" fmla="*/ 259518 h 628585"/>
                <a:gd name="connsiteX9" fmla="*/ 24817 w 607467"/>
                <a:gd name="connsiteY9" fmla="*/ 259518 h 628585"/>
                <a:gd name="connsiteX10" fmla="*/ 0 w 607467"/>
                <a:gd name="connsiteY10" fmla="*/ 284335 h 628585"/>
                <a:gd name="connsiteX11" fmla="*/ 0 w 607467"/>
                <a:gd name="connsiteY11" fmla="*/ 628586 h 628585"/>
                <a:gd name="connsiteX12" fmla="*/ 284335 w 607467"/>
                <a:gd name="connsiteY12" fmla="*/ 628586 h 628585"/>
                <a:gd name="connsiteX13" fmla="*/ 607467 w 607467"/>
                <a:gd name="connsiteY13" fmla="*/ 628586 h 628585"/>
                <a:gd name="connsiteX14" fmla="*/ 607467 w 607467"/>
                <a:gd name="connsiteY14" fmla="*/ 618854 h 628585"/>
                <a:gd name="connsiteX15" fmla="*/ 289201 w 607467"/>
                <a:gd name="connsiteY15" fmla="*/ 618854 h 628585"/>
                <a:gd name="connsiteX16" fmla="*/ 289201 w 607467"/>
                <a:gd name="connsiteY16" fmla="*/ 349084 h 628585"/>
                <a:gd name="connsiteX17" fmla="*/ 279469 w 607467"/>
                <a:gd name="connsiteY17" fmla="*/ 479103 h 628585"/>
                <a:gd name="connsiteX18" fmla="*/ 149450 w 607467"/>
                <a:gd name="connsiteY18" fmla="*/ 479103 h 628585"/>
                <a:gd name="connsiteX19" fmla="*/ 149450 w 607467"/>
                <a:gd name="connsiteY19" fmla="*/ 349084 h 628585"/>
                <a:gd name="connsiteX20" fmla="*/ 279469 w 607467"/>
                <a:gd name="connsiteY20" fmla="*/ 349084 h 628585"/>
                <a:gd name="connsiteX21" fmla="*/ 279469 w 607467"/>
                <a:gd name="connsiteY21" fmla="*/ 479103 h 628585"/>
                <a:gd name="connsiteX22" fmla="*/ 9732 w 607467"/>
                <a:gd name="connsiteY22" fmla="*/ 284335 h 628585"/>
                <a:gd name="connsiteX23" fmla="*/ 24817 w 607467"/>
                <a:gd name="connsiteY23" fmla="*/ 269250 h 628585"/>
                <a:gd name="connsiteX24" fmla="*/ 264384 w 607467"/>
                <a:gd name="connsiteY24" fmla="*/ 269250 h 628585"/>
                <a:gd name="connsiteX25" fmla="*/ 279469 w 607467"/>
                <a:gd name="connsiteY25" fmla="*/ 284335 h 628585"/>
                <a:gd name="connsiteX26" fmla="*/ 279469 w 607467"/>
                <a:gd name="connsiteY26" fmla="*/ 339353 h 628585"/>
                <a:gd name="connsiteX27" fmla="*/ 9732 w 607467"/>
                <a:gd name="connsiteY27" fmla="*/ 339353 h 628585"/>
                <a:gd name="connsiteX28" fmla="*/ 9732 w 607467"/>
                <a:gd name="connsiteY28" fmla="*/ 284335 h 628585"/>
                <a:gd name="connsiteX29" fmla="*/ 139750 w 607467"/>
                <a:gd name="connsiteY29" fmla="*/ 349084 h 628585"/>
                <a:gd name="connsiteX30" fmla="*/ 139750 w 607467"/>
                <a:gd name="connsiteY30" fmla="*/ 479103 h 628585"/>
                <a:gd name="connsiteX31" fmla="*/ 9732 w 607467"/>
                <a:gd name="connsiteY31" fmla="*/ 479103 h 628585"/>
                <a:gd name="connsiteX32" fmla="*/ 9732 w 607467"/>
                <a:gd name="connsiteY32" fmla="*/ 349084 h 628585"/>
                <a:gd name="connsiteX33" fmla="*/ 139750 w 607467"/>
                <a:gd name="connsiteY33" fmla="*/ 349084 h 628585"/>
                <a:gd name="connsiteX34" fmla="*/ 9732 w 607467"/>
                <a:gd name="connsiteY34" fmla="*/ 488835 h 628585"/>
                <a:gd name="connsiteX35" fmla="*/ 139750 w 607467"/>
                <a:gd name="connsiteY35" fmla="*/ 488835 h 628585"/>
                <a:gd name="connsiteX36" fmla="*/ 139750 w 607467"/>
                <a:gd name="connsiteY36" fmla="*/ 618854 h 628585"/>
                <a:gd name="connsiteX37" fmla="*/ 9732 w 607467"/>
                <a:gd name="connsiteY37" fmla="*/ 618854 h 628585"/>
                <a:gd name="connsiteX38" fmla="*/ 9732 w 607467"/>
                <a:gd name="connsiteY38" fmla="*/ 488835 h 628585"/>
                <a:gd name="connsiteX39" fmla="*/ 149482 w 607467"/>
                <a:gd name="connsiteY39" fmla="*/ 618854 h 628585"/>
                <a:gd name="connsiteX40" fmla="*/ 149482 w 607467"/>
                <a:gd name="connsiteY40" fmla="*/ 488835 h 628585"/>
                <a:gd name="connsiteX41" fmla="*/ 279501 w 607467"/>
                <a:gd name="connsiteY41" fmla="*/ 488835 h 628585"/>
                <a:gd name="connsiteX42" fmla="*/ 279501 w 607467"/>
                <a:gd name="connsiteY42" fmla="*/ 618854 h 628585"/>
                <a:gd name="connsiteX43" fmla="*/ 149482 w 607467"/>
                <a:gd name="connsiteY43" fmla="*/ 618854 h 62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7467" h="628585">
                  <a:moveTo>
                    <a:pt x="289201" y="349084"/>
                  </a:moveTo>
                  <a:lnTo>
                    <a:pt x="289201" y="284335"/>
                  </a:lnTo>
                  <a:cubicBezTo>
                    <a:pt x="289201" y="270645"/>
                    <a:pt x="278074" y="259518"/>
                    <a:pt x="264384" y="259518"/>
                  </a:cubicBezTo>
                  <a:lnTo>
                    <a:pt x="189383" y="259518"/>
                  </a:lnTo>
                  <a:lnTo>
                    <a:pt x="189383" y="9732"/>
                  </a:lnTo>
                  <a:lnTo>
                    <a:pt x="455909" y="9732"/>
                  </a:lnTo>
                  <a:lnTo>
                    <a:pt x="446177" y="0"/>
                  </a:lnTo>
                  <a:lnTo>
                    <a:pt x="179652" y="0"/>
                  </a:lnTo>
                  <a:lnTo>
                    <a:pt x="179652" y="259518"/>
                  </a:lnTo>
                  <a:lnTo>
                    <a:pt x="24817" y="259518"/>
                  </a:lnTo>
                  <a:cubicBezTo>
                    <a:pt x="11127" y="259518"/>
                    <a:pt x="0" y="270645"/>
                    <a:pt x="0" y="284335"/>
                  </a:cubicBezTo>
                  <a:lnTo>
                    <a:pt x="0" y="628586"/>
                  </a:lnTo>
                  <a:lnTo>
                    <a:pt x="284335" y="628586"/>
                  </a:lnTo>
                  <a:cubicBezTo>
                    <a:pt x="284335" y="628586"/>
                    <a:pt x="607467" y="628586"/>
                    <a:pt x="607467" y="628586"/>
                  </a:cubicBezTo>
                  <a:lnTo>
                    <a:pt x="607467" y="618854"/>
                  </a:lnTo>
                  <a:lnTo>
                    <a:pt x="289201" y="618854"/>
                  </a:lnTo>
                  <a:lnTo>
                    <a:pt x="289201" y="349084"/>
                  </a:lnTo>
                  <a:close/>
                  <a:moveTo>
                    <a:pt x="279469" y="479103"/>
                  </a:moveTo>
                  <a:lnTo>
                    <a:pt x="149450" y="479103"/>
                  </a:lnTo>
                  <a:lnTo>
                    <a:pt x="149450" y="349084"/>
                  </a:lnTo>
                  <a:lnTo>
                    <a:pt x="279469" y="349084"/>
                  </a:lnTo>
                  <a:lnTo>
                    <a:pt x="279469" y="479103"/>
                  </a:lnTo>
                  <a:close/>
                  <a:moveTo>
                    <a:pt x="9732" y="284335"/>
                  </a:moveTo>
                  <a:cubicBezTo>
                    <a:pt x="9732" y="275998"/>
                    <a:pt x="16512" y="269250"/>
                    <a:pt x="24817" y="269250"/>
                  </a:cubicBezTo>
                  <a:lnTo>
                    <a:pt x="264384" y="269250"/>
                  </a:lnTo>
                  <a:cubicBezTo>
                    <a:pt x="272721" y="269250"/>
                    <a:pt x="279469" y="276030"/>
                    <a:pt x="279469" y="284335"/>
                  </a:cubicBezTo>
                  <a:lnTo>
                    <a:pt x="279469" y="339353"/>
                  </a:lnTo>
                  <a:lnTo>
                    <a:pt x="9732" y="339353"/>
                  </a:lnTo>
                  <a:lnTo>
                    <a:pt x="9732" y="284335"/>
                  </a:lnTo>
                  <a:close/>
                  <a:moveTo>
                    <a:pt x="139750" y="349084"/>
                  </a:moveTo>
                  <a:lnTo>
                    <a:pt x="139750" y="479103"/>
                  </a:lnTo>
                  <a:lnTo>
                    <a:pt x="9732" y="479103"/>
                  </a:lnTo>
                  <a:lnTo>
                    <a:pt x="9732" y="349084"/>
                  </a:lnTo>
                  <a:lnTo>
                    <a:pt x="139750" y="349084"/>
                  </a:lnTo>
                  <a:close/>
                  <a:moveTo>
                    <a:pt x="9732" y="488835"/>
                  </a:moveTo>
                  <a:lnTo>
                    <a:pt x="139750" y="488835"/>
                  </a:lnTo>
                  <a:lnTo>
                    <a:pt x="139750" y="618854"/>
                  </a:lnTo>
                  <a:lnTo>
                    <a:pt x="9732" y="618854"/>
                  </a:lnTo>
                  <a:lnTo>
                    <a:pt x="9732" y="488835"/>
                  </a:lnTo>
                  <a:close/>
                  <a:moveTo>
                    <a:pt x="149482" y="618854"/>
                  </a:moveTo>
                  <a:lnTo>
                    <a:pt x="149482" y="488835"/>
                  </a:lnTo>
                  <a:lnTo>
                    <a:pt x="279501" y="488835"/>
                  </a:lnTo>
                  <a:lnTo>
                    <a:pt x="279501" y="618854"/>
                  </a:lnTo>
                  <a:lnTo>
                    <a:pt x="149482" y="618854"/>
                  </a:lnTo>
                  <a:close/>
                </a:path>
              </a:pathLst>
            </a:custGeom>
            <a:solidFill>
              <a:srgbClr val="000000"/>
            </a:solidFill>
            <a:ln w="3242" cap="flat">
              <a:noFill/>
              <a:prstDash val="solid"/>
              <a:miter/>
            </a:ln>
          </p:spPr>
          <p:txBody>
            <a:bodyPr rtlCol="0" anchor="ctr"/>
            <a:lstStyle/>
            <a:p>
              <a:endParaRPr lang="en-US"/>
            </a:p>
          </p:txBody>
        </p:sp>
        <p:sp>
          <p:nvSpPr>
            <p:cNvPr id="118" name="Freeform: Shape 804"/>
            <p:cNvSpPr/>
            <p:nvPr/>
          </p:nvSpPr>
          <p:spPr>
            <a:xfrm>
              <a:off x="5402538" y="1825223"/>
              <a:ext cx="59883" cy="59883"/>
            </a:xfrm>
            <a:custGeom>
              <a:avLst/>
              <a:gdLst>
                <a:gd name="connsiteX0" fmla="*/ 59884 w 59883"/>
                <a:gd name="connsiteY0" fmla="*/ 25076 h 59883"/>
                <a:gd name="connsiteX1" fmla="*/ 34808 w 59883"/>
                <a:gd name="connsiteY1" fmla="*/ 25076 h 59883"/>
                <a:gd name="connsiteX2" fmla="*/ 34808 w 59883"/>
                <a:gd name="connsiteY2" fmla="*/ 0 h 59883"/>
                <a:gd name="connsiteX3" fmla="*/ 25076 w 59883"/>
                <a:gd name="connsiteY3" fmla="*/ 0 h 59883"/>
                <a:gd name="connsiteX4" fmla="*/ 25076 w 59883"/>
                <a:gd name="connsiteY4" fmla="*/ 25076 h 59883"/>
                <a:gd name="connsiteX5" fmla="*/ 0 w 59883"/>
                <a:gd name="connsiteY5" fmla="*/ 25076 h 59883"/>
                <a:gd name="connsiteX6" fmla="*/ 0 w 59883"/>
                <a:gd name="connsiteY6" fmla="*/ 34808 h 59883"/>
                <a:gd name="connsiteX7" fmla="*/ 25076 w 59883"/>
                <a:gd name="connsiteY7" fmla="*/ 34808 h 59883"/>
                <a:gd name="connsiteX8" fmla="*/ 25076 w 59883"/>
                <a:gd name="connsiteY8" fmla="*/ 59884 h 59883"/>
                <a:gd name="connsiteX9" fmla="*/ 34808 w 59883"/>
                <a:gd name="connsiteY9" fmla="*/ 59884 h 59883"/>
                <a:gd name="connsiteX10" fmla="*/ 34808 w 59883"/>
                <a:gd name="connsiteY10" fmla="*/ 34808 h 59883"/>
                <a:gd name="connsiteX11" fmla="*/ 59884 w 59883"/>
                <a:gd name="connsiteY11" fmla="*/ 34808 h 59883"/>
                <a:gd name="connsiteX12" fmla="*/ 59884 w 59883"/>
                <a:gd name="connsiteY12" fmla="*/ 25076 h 59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883" h="59883">
                  <a:moveTo>
                    <a:pt x="59884" y="25076"/>
                  </a:moveTo>
                  <a:lnTo>
                    <a:pt x="34808" y="25076"/>
                  </a:lnTo>
                  <a:lnTo>
                    <a:pt x="34808" y="0"/>
                  </a:lnTo>
                  <a:lnTo>
                    <a:pt x="25076" y="0"/>
                  </a:lnTo>
                  <a:lnTo>
                    <a:pt x="25076" y="25076"/>
                  </a:lnTo>
                  <a:lnTo>
                    <a:pt x="0" y="25076"/>
                  </a:lnTo>
                  <a:lnTo>
                    <a:pt x="0" y="34808"/>
                  </a:lnTo>
                  <a:lnTo>
                    <a:pt x="25076" y="34808"/>
                  </a:lnTo>
                  <a:lnTo>
                    <a:pt x="25076" y="59884"/>
                  </a:lnTo>
                  <a:lnTo>
                    <a:pt x="34808" y="59884"/>
                  </a:lnTo>
                  <a:lnTo>
                    <a:pt x="34808" y="34808"/>
                  </a:lnTo>
                  <a:lnTo>
                    <a:pt x="59884" y="34808"/>
                  </a:lnTo>
                  <a:lnTo>
                    <a:pt x="59884" y="25076"/>
                  </a:lnTo>
                  <a:close/>
                </a:path>
              </a:pathLst>
            </a:custGeom>
            <a:solidFill>
              <a:srgbClr val="000000"/>
            </a:solidFill>
            <a:ln w="3242" cap="flat">
              <a:noFill/>
              <a:prstDash val="solid"/>
              <a:miter/>
            </a:ln>
          </p:spPr>
          <p:txBody>
            <a:bodyPr rtlCol="0" anchor="ctr"/>
            <a:lstStyle/>
            <a:p>
              <a:endParaRPr lang="en-US"/>
            </a:p>
          </p:txBody>
        </p:sp>
        <p:sp>
          <p:nvSpPr>
            <p:cNvPr id="119" name="Freeform: Shape 805"/>
            <p:cNvSpPr/>
            <p:nvPr/>
          </p:nvSpPr>
          <p:spPr>
            <a:xfrm>
              <a:off x="5542288" y="1850299"/>
              <a:ext cx="59883" cy="9731"/>
            </a:xfrm>
            <a:custGeom>
              <a:avLst/>
              <a:gdLst>
                <a:gd name="connsiteX0" fmla="*/ 0 w 59883"/>
                <a:gd name="connsiteY0" fmla="*/ 0 h 9731"/>
                <a:gd name="connsiteX1" fmla="*/ 59884 w 59883"/>
                <a:gd name="connsiteY1" fmla="*/ 0 h 9731"/>
                <a:gd name="connsiteX2" fmla="*/ 59884 w 59883"/>
                <a:gd name="connsiteY2" fmla="*/ 9732 h 9731"/>
                <a:gd name="connsiteX3" fmla="*/ 0 w 59883"/>
                <a:gd name="connsiteY3" fmla="*/ 9732 h 9731"/>
              </a:gdLst>
              <a:ahLst/>
              <a:cxnLst>
                <a:cxn ang="0">
                  <a:pos x="connsiteX0" y="connsiteY0"/>
                </a:cxn>
                <a:cxn ang="0">
                  <a:pos x="connsiteX1" y="connsiteY1"/>
                </a:cxn>
                <a:cxn ang="0">
                  <a:pos x="connsiteX2" y="connsiteY2"/>
                </a:cxn>
                <a:cxn ang="0">
                  <a:pos x="connsiteX3" y="connsiteY3"/>
                </a:cxn>
              </a:cxnLst>
              <a:rect l="l" t="t" r="r" b="b"/>
              <a:pathLst>
                <a:path w="59883" h="9731">
                  <a:moveTo>
                    <a:pt x="0" y="0"/>
                  </a:moveTo>
                  <a:lnTo>
                    <a:pt x="59884" y="0"/>
                  </a:lnTo>
                  <a:lnTo>
                    <a:pt x="59884" y="9732"/>
                  </a:lnTo>
                  <a:lnTo>
                    <a:pt x="0" y="9732"/>
                  </a:lnTo>
                  <a:close/>
                </a:path>
              </a:pathLst>
            </a:custGeom>
            <a:solidFill>
              <a:srgbClr val="000000"/>
            </a:solidFill>
            <a:ln w="3242" cap="flat">
              <a:noFill/>
              <a:prstDash val="solid"/>
              <a:miter/>
            </a:ln>
          </p:spPr>
          <p:txBody>
            <a:bodyPr rtlCol="0" anchor="ctr"/>
            <a:lstStyle/>
            <a:p>
              <a:endParaRPr lang="en-US"/>
            </a:p>
          </p:txBody>
        </p:sp>
        <p:sp>
          <p:nvSpPr>
            <p:cNvPr id="120" name="Freeform: Shape 806"/>
            <p:cNvSpPr/>
            <p:nvPr/>
          </p:nvSpPr>
          <p:spPr>
            <a:xfrm>
              <a:off x="5399099" y="1682034"/>
              <a:ext cx="66793" cy="66761"/>
            </a:xfrm>
            <a:custGeom>
              <a:avLst/>
              <a:gdLst>
                <a:gd name="connsiteX0" fmla="*/ 6877 w 66793"/>
                <a:gd name="connsiteY0" fmla="*/ 66761 h 66761"/>
                <a:gd name="connsiteX1" fmla="*/ 33413 w 66793"/>
                <a:gd name="connsiteY1" fmla="*/ 40258 h 66761"/>
                <a:gd name="connsiteX2" fmla="*/ 59884 w 66793"/>
                <a:gd name="connsiteY2" fmla="*/ 66729 h 66761"/>
                <a:gd name="connsiteX3" fmla="*/ 66793 w 66793"/>
                <a:gd name="connsiteY3" fmla="*/ 59851 h 66761"/>
                <a:gd name="connsiteX4" fmla="*/ 40290 w 66793"/>
                <a:gd name="connsiteY4" fmla="*/ 33348 h 66761"/>
                <a:gd name="connsiteX5" fmla="*/ 66793 w 66793"/>
                <a:gd name="connsiteY5" fmla="*/ 6877 h 66761"/>
                <a:gd name="connsiteX6" fmla="*/ 59884 w 66793"/>
                <a:gd name="connsiteY6" fmla="*/ 0 h 66761"/>
                <a:gd name="connsiteX7" fmla="*/ 33413 w 66793"/>
                <a:gd name="connsiteY7" fmla="*/ 26471 h 66761"/>
                <a:gd name="connsiteX8" fmla="*/ 6942 w 66793"/>
                <a:gd name="connsiteY8" fmla="*/ 0 h 66761"/>
                <a:gd name="connsiteX9" fmla="*/ 32 w 66793"/>
                <a:gd name="connsiteY9" fmla="*/ 6877 h 66761"/>
                <a:gd name="connsiteX10" fmla="*/ 26536 w 66793"/>
                <a:gd name="connsiteY10" fmla="*/ 33348 h 66761"/>
                <a:gd name="connsiteX11" fmla="*/ 0 w 66793"/>
                <a:gd name="connsiteY11" fmla="*/ 59884 h 66761"/>
                <a:gd name="connsiteX12" fmla="*/ 6877 w 66793"/>
                <a:gd name="connsiteY12" fmla="*/ 66761 h 6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793" h="66761">
                  <a:moveTo>
                    <a:pt x="6877" y="66761"/>
                  </a:moveTo>
                  <a:lnTo>
                    <a:pt x="33413" y="40258"/>
                  </a:lnTo>
                  <a:lnTo>
                    <a:pt x="59884" y="66729"/>
                  </a:lnTo>
                  <a:lnTo>
                    <a:pt x="66793" y="59851"/>
                  </a:lnTo>
                  <a:lnTo>
                    <a:pt x="40290" y="33348"/>
                  </a:lnTo>
                  <a:lnTo>
                    <a:pt x="66793" y="6877"/>
                  </a:lnTo>
                  <a:lnTo>
                    <a:pt x="59884" y="0"/>
                  </a:lnTo>
                  <a:lnTo>
                    <a:pt x="33413" y="26471"/>
                  </a:lnTo>
                  <a:lnTo>
                    <a:pt x="6942" y="0"/>
                  </a:lnTo>
                  <a:lnTo>
                    <a:pt x="32" y="6877"/>
                  </a:lnTo>
                  <a:lnTo>
                    <a:pt x="26536" y="33348"/>
                  </a:lnTo>
                  <a:lnTo>
                    <a:pt x="0" y="59884"/>
                  </a:lnTo>
                  <a:lnTo>
                    <a:pt x="6877" y="66761"/>
                  </a:lnTo>
                  <a:close/>
                </a:path>
              </a:pathLst>
            </a:custGeom>
            <a:solidFill>
              <a:srgbClr val="000000"/>
            </a:solidFill>
            <a:ln w="3242" cap="flat">
              <a:noFill/>
              <a:prstDash val="solid"/>
              <a:miter/>
            </a:ln>
          </p:spPr>
          <p:txBody>
            <a:bodyPr rtlCol="0" anchor="ctr"/>
            <a:lstStyle/>
            <a:p>
              <a:endParaRPr lang="en-US"/>
            </a:p>
          </p:txBody>
        </p:sp>
        <p:sp>
          <p:nvSpPr>
            <p:cNvPr id="121" name="Freeform: Shape 807"/>
            <p:cNvSpPr/>
            <p:nvPr/>
          </p:nvSpPr>
          <p:spPr>
            <a:xfrm>
              <a:off x="5542288" y="1710549"/>
              <a:ext cx="59883" cy="9731"/>
            </a:xfrm>
            <a:custGeom>
              <a:avLst/>
              <a:gdLst>
                <a:gd name="connsiteX0" fmla="*/ 0 w 59883"/>
                <a:gd name="connsiteY0" fmla="*/ 0 h 9731"/>
                <a:gd name="connsiteX1" fmla="*/ 59884 w 59883"/>
                <a:gd name="connsiteY1" fmla="*/ 0 h 9731"/>
                <a:gd name="connsiteX2" fmla="*/ 59884 w 59883"/>
                <a:gd name="connsiteY2" fmla="*/ 9732 h 9731"/>
                <a:gd name="connsiteX3" fmla="*/ 0 w 59883"/>
                <a:gd name="connsiteY3" fmla="*/ 9732 h 9731"/>
              </a:gdLst>
              <a:ahLst/>
              <a:cxnLst>
                <a:cxn ang="0">
                  <a:pos x="connsiteX0" y="connsiteY0"/>
                </a:cxn>
                <a:cxn ang="0">
                  <a:pos x="connsiteX1" y="connsiteY1"/>
                </a:cxn>
                <a:cxn ang="0">
                  <a:pos x="connsiteX2" y="connsiteY2"/>
                </a:cxn>
                <a:cxn ang="0">
                  <a:pos x="connsiteX3" y="connsiteY3"/>
                </a:cxn>
              </a:cxnLst>
              <a:rect l="l" t="t" r="r" b="b"/>
              <a:pathLst>
                <a:path w="59883" h="9731">
                  <a:moveTo>
                    <a:pt x="0" y="0"/>
                  </a:moveTo>
                  <a:lnTo>
                    <a:pt x="59884" y="0"/>
                  </a:lnTo>
                  <a:lnTo>
                    <a:pt x="59884" y="9732"/>
                  </a:lnTo>
                  <a:lnTo>
                    <a:pt x="0" y="9732"/>
                  </a:lnTo>
                  <a:close/>
                </a:path>
              </a:pathLst>
            </a:custGeom>
            <a:solidFill>
              <a:srgbClr val="000000"/>
            </a:solidFill>
            <a:ln w="3242" cap="flat">
              <a:noFill/>
              <a:prstDash val="solid"/>
              <a:miter/>
            </a:ln>
          </p:spPr>
          <p:txBody>
            <a:bodyPr rtlCol="0" anchor="ctr"/>
            <a:lstStyle/>
            <a:p>
              <a:endParaRPr lang="en-US"/>
            </a:p>
          </p:txBody>
        </p:sp>
        <p:sp>
          <p:nvSpPr>
            <p:cNvPr id="122" name="Freeform: Shape 808"/>
            <p:cNvSpPr/>
            <p:nvPr/>
          </p:nvSpPr>
          <p:spPr>
            <a:xfrm>
              <a:off x="5557373" y="1670615"/>
              <a:ext cx="29714" cy="29714"/>
            </a:xfrm>
            <a:custGeom>
              <a:avLst/>
              <a:gdLst>
                <a:gd name="connsiteX0" fmla="*/ 14857 w 29714"/>
                <a:gd name="connsiteY0" fmla="*/ 29715 h 29714"/>
                <a:gd name="connsiteX1" fmla="*/ 29715 w 29714"/>
                <a:gd name="connsiteY1" fmla="*/ 14857 h 29714"/>
                <a:gd name="connsiteX2" fmla="*/ 14857 w 29714"/>
                <a:gd name="connsiteY2" fmla="*/ 0 h 29714"/>
                <a:gd name="connsiteX3" fmla="*/ 0 w 29714"/>
                <a:gd name="connsiteY3" fmla="*/ 14857 h 29714"/>
                <a:gd name="connsiteX4" fmla="*/ 14857 w 29714"/>
                <a:gd name="connsiteY4" fmla="*/ 29715 h 29714"/>
                <a:gd name="connsiteX5" fmla="*/ 14857 w 29714"/>
                <a:gd name="connsiteY5" fmla="*/ 9764 h 29714"/>
                <a:gd name="connsiteX6" fmla="*/ 19983 w 29714"/>
                <a:gd name="connsiteY6" fmla="*/ 14890 h 29714"/>
                <a:gd name="connsiteX7" fmla="*/ 14857 w 29714"/>
                <a:gd name="connsiteY7" fmla="*/ 20015 h 29714"/>
                <a:gd name="connsiteX8" fmla="*/ 9732 w 29714"/>
                <a:gd name="connsiteY8" fmla="*/ 14890 h 29714"/>
                <a:gd name="connsiteX9" fmla="*/ 14857 w 29714"/>
                <a:gd name="connsiteY9" fmla="*/ 9764 h 2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14" h="29714">
                  <a:moveTo>
                    <a:pt x="14857" y="29715"/>
                  </a:moveTo>
                  <a:cubicBezTo>
                    <a:pt x="23032" y="29715"/>
                    <a:pt x="29715" y="23065"/>
                    <a:pt x="29715" y="14857"/>
                  </a:cubicBezTo>
                  <a:cubicBezTo>
                    <a:pt x="29715" y="6650"/>
                    <a:pt x="23065" y="0"/>
                    <a:pt x="14857" y="0"/>
                  </a:cubicBezTo>
                  <a:cubicBezTo>
                    <a:pt x="6650" y="0"/>
                    <a:pt x="0" y="6650"/>
                    <a:pt x="0" y="14857"/>
                  </a:cubicBezTo>
                  <a:cubicBezTo>
                    <a:pt x="0" y="23065"/>
                    <a:pt x="6650" y="29715"/>
                    <a:pt x="14857" y="29715"/>
                  </a:cubicBezTo>
                  <a:close/>
                  <a:moveTo>
                    <a:pt x="14857" y="9764"/>
                  </a:moveTo>
                  <a:cubicBezTo>
                    <a:pt x="17680" y="9764"/>
                    <a:pt x="19983" y="12068"/>
                    <a:pt x="19983" y="14890"/>
                  </a:cubicBezTo>
                  <a:cubicBezTo>
                    <a:pt x="19983" y="17712"/>
                    <a:pt x="17680" y="20015"/>
                    <a:pt x="14857" y="20015"/>
                  </a:cubicBezTo>
                  <a:cubicBezTo>
                    <a:pt x="12035" y="20015"/>
                    <a:pt x="9732" y="17712"/>
                    <a:pt x="9732" y="14890"/>
                  </a:cubicBezTo>
                  <a:cubicBezTo>
                    <a:pt x="9732" y="12068"/>
                    <a:pt x="12035" y="9764"/>
                    <a:pt x="14857" y="9764"/>
                  </a:cubicBezTo>
                  <a:close/>
                </a:path>
              </a:pathLst>
            </a:custGeom>
            <a:solidFill>
              <a:srgbClr val="000000"/>
            </a:solidFill>
            <a:ln w="3242" cap="flat">
              <a:noFill/>
              <a:prstDash val="solid"/>
              <a:miter/>
            </a:ln>
          </p:spPr>
          <p:txBody>
            <a:bodyPr rtlCol="0" anchor="ctr"/>
            <a:lstStyle/>
            <a:p>
              <a:endParaRPr lang="en-US"/>
            </a:p>
          </p:txBody>
        </p:sp>
        <p:sp>
          <p:nvSpPr>
            <p:cNvPr id="123" name="Freeform: Shape 809"/>
            <p:cNvSpPr/>
            <p:nvPr/>
          </p:nvSpPr>
          <p:spPr>
            <a:xfrm>
              <a:off x="5557373" y="1730499"/>
              <a:ext cx="29714" cy="29714"/>
            </a:xfrm>
            <a:custGeom>
              <a:avLst/>
              <a:gdLst>
                <a:gd name="connsiteX0" fmla="*/ 14857 w 29714"/>
                <a:gd name="connsiteY0" fmla="*/ 0 h 29714"/>
                <a:gd name="connsiteX1" fmla="*/ 0 w 29714"/>
                <a:gd name="connsiteY1" fmla="*/ 14857 h 29714"/>
                <a:gd name="connsiteX2" fmla="*/ 14857 w 29714"/>
                <a:gd name="connsiteY2" fmla="*/ 29715 h 29714"/>
                <a:gd name="connsiteX3" fmla="*/ 29715 w 29714"/>
                <a:gd name="connsiteY3" fmla="*/ 14857 h 29714"/>
                <a:gd name="connsiteX4" fmla="*/ 14857 w 29714"/>
                <a:gd name="connsiteY4" fmla="*/ 0 h 29714"/>
                <a:gd name="connsiteX5" fmla="*/ 14857 w 29714"/>
                <a:gd name="connsiteY5" fmla="*/ 19950 h 29714"/>
                <a:gd name="connsiteX6" fmla="*/ 9732 w 29714"/>
                <a:gd name="connsiteY6" fmla="*/ 14825 h 29714"/>
                <a:gd name="connsiteX7" fmla="*/ 14857 w 29714"/>
                <a:gd name="connsiteY7" fmla="*/ 9699 h 29714"/>
                <a:gd name="connsiteX8" fmla="*/ 19983 w 29714"/>
                <a:gd name="connsiteY8" fmla="*/ 14825 h 29714"/>
                <a:gd name="connsiteX9" fmla="*/ 14857 w 29714"/>
                <a:gd name="connsiteY9" fmla="*/ 19950 h 2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14" h="29714">
                  <a:moveTo>
                    <a:pt x="14857" y="0"/>
                  </a:moveTo>
                  <a:cubicBezTo>
                    <a:pt x="6682" y="0"/>
                    <a:pt x="0" y="6650"/>
                    <a:pt x="0" y="14857"/>
                  </a:cubicBezTo>
                  <a:cubicBezTo>
                    <a:pt x="0" y="23065"/>
                    <a:pt x="6650" y="29715"/>
                    <a:pt x="14857" y="29715"/>
                  </a:cubicBezTo>
                  <a:cubicBezTo>
                    <a:pt x="23065" y="29715"/>
                    <a:pt x="29715" y="23065"/>
                    <a:pt x="29715" y="14857"/>
                  </a:cubicBezTo>
                  <a:cubicBezTo>
                    <a:pt x="29715" y="6650"/>
                    <a:pt x="23065" y="0"/>
                    <a:pt x="14857" y="0"/>
                  </a:cubicBezTo>
                  <a:close/>
                  <a:moveTo>
                    <a:pt x="14857" y="19950"/>
                  </a:moveTo>
                  <a:cubicBezTo>
                    <a:pt x="12035" y="19950"/>
                    <a:pt x="9732" y="17647"/>
                    <a:pt x="9732" y="14825"/>
                  </a:cubicBezTo>
                  <a:cubicBezTo>
                    <a:pt x="9732" y="12003"/>
                    <a:pt x="12035" y="9699"/>
                    <a:pt x="14857" y="9699"/>
                  </a:cubicBezTo>
                  <a:cubicBezTo>
                    <a:pt x="17680" y="9699"/>
                    <a:pt x="19983" y="12003"/>
                    <a:pt x="19983" y="14825"/>
                  </a:cubicBezTo>
                  <a:cubicBezTo>
                    <a:pt x="19983" y="17647"/>
                    <a:pt x="17680" y="19950"/>
                    <a:pt x="14857" y="19950"/>
                  </a:cubicBezTo>
                  <a:close/>
                </a:path>
              </a:pathLst>
            </a:custGeom>
            <a:solidFill>
              <a:srgbClr val="000000"/>
            </a:solidFill>
            <a:ln w="3242" cap="flat">
              <a:noFill/>
              <a:prstDash val="solid"/>
              <a:miter/>
            </a:ln>
          </p:spPr>
          <p:txBody>
            <a:bodyPr rtlCol="0" anchor="ctr"/>
            <a:lstStyle/>
            <a:p>
              <a:endParaRPr lang="en-US"/>
            </a:p>
          </p:txBody>
        </p:sp>
        <p:sp>
          <p:nvSpPr>
            <p:cNvPr id="124" name="Freeform: Shape 810"/>
            <p:cNvSpPr/>
            <p:nvPr/>
          </p:nvSpPr>
          <p:spPr>
            <a:xfrm>
              <a:off x="5757039" y="1605573"/>
              <a:ext cx="109516" cy="179716"/>
            </a:xfrm>
            <a:custGeom>
              <a:avLst/>
              <a:gdLst>
                <a:gd name="connsiteX0" fmla="*/ 59624 w 109516"/>
                <a:gd name="connsiteY0" fmla="*/ 179716 h 179716"/>
                <a:gd name="connsiteX1" fmla="*/ 59624 w 109516"/>
                <a:gd name="connsiteY1" fmla="*/ 164405 h 179716"/>
                <a:gd name="connsiteX2" fmla="*/ 109517 w 109516"/>
                <a:gd name="connsiteY2" fmla="*/ 119800 h 179716"/>
                <a:gd name="connsiteX3" fmla="*/ 55569 w 109516"/>
                <a:gd name="connsiteY3" fmla="*/ 75066 h 179716"/>
                <a:gd name="connsiteX4" fmla="*/ 19691 w 109516"/>
                <a:gd name="connsiteY4" fmla="*/ 49860 h 179716"/>
                <a:gd name="connsiteX5" fmla="*/ 26147 w 109516"/>
                <a:gd name="connsiteY5" fmla="*/ 34386 h 179716"/>
                <a:gd name="connsiteX6" fmla="*/ 54758 w 109516"/>
                <a:gd name="connsiteY6" fmla="*/ 24816 h 179716"/>
                <a:gd name="connsiteX7" fmla="*/ 90734 w 109516"/>
                <a:gd name="connsiteY7" fmla="*/ 42756 h 179716"/>
                <a:gd name="connsiteX8" fmla="*/ 98649 w 109516"/>
                <a:gd name="connsiteY8" fmla="*/ 37079 h 179716"/>
                <a:gd name="connsiteX9" fmla="*/ 59624 w 109516"/>
                <a:gd name="connsiteY9" fmla="*/ 15312 h 179716"/>
                <a:gd name="connsiteX10" fmla="*/ 59624 w 109516"/>
                <a:gd name="connsiteY10" fmla="*/ 0 h 179716"/>
                <a:gd name="connsiteX11" fmla="*/ 49892 w 109516"/>
                <a:gd name="connsiteY11" fmla="*/ 0 h 179716"/>
                <a:gd name="connsiteX12" fmla="*/ 49892 w 109516"/>
                <a:gd name="connsiteY12" fmla="*/ 15279 h 179716"/>
                <a:gd name="connsiteX13" fmla="*/ 19237 w 109516"/>
                <a:gd name="connsiteY13" fmla="*/ 27541 h 179716"/>
                <a:gd name="connsiteX14" fmla="*/ 9959 w 109516"/>
                <a:gd name="connsiteY14" fmla="*/ 49957 h 179716"/>
                <a:gd name="connsiteX15" fmla="*/ 53915 w 109516"/>
                <a:gd name="connsiteY15" fmla="*/ 84635 h 179716"/>
                <a:gd name="connsiteX16" fmla="*/ 99785 w 109516"/>
                <a:gd name="connsiteY16" fmla="*/ 119768 h 179716"/>
                <a:gd name="connsiteX17" fmla="*/ 54758 w 109516"/>
                <a:gd name="connsiteY17" fmla="*/ 154835 h 179716"/>
                <a:gd name="connsiteX18" fmla="*/ 9732 w 109516"/>
                <a:gd name="connsiteY18" fmla="*/ 109809 h 179716"/>
                <a:gd name="connsiteX19" fmla="*/ 0 w 109516"/>
                <a:gd name="connsiteY19" fmla="*/ 109809 h 179716"/>
                <a:gd name="connsiteX20" fmla="*/ 49892 w 109516"/>
                <a:gd name="connsiteY20" fmla="*/ 164372 h 179716"/>
                <a:gd name="connsiteX21" fmla="*/ 49892 w 109516"/>
                <a:gd name="connsiteY21" fmla="*/ 179684 h 179716"/>
                <a:gd name="connsiteX22" fmla="*/ 59624 w 109516"/>
                <a:gd name="connsiteY22" fmla="*/ 179684 h 17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9516" h="179716">
                  <a:moveTo>
                    <a:pt x="59624" y="179716"/>
                  </a:moveTo>
                  <a:lnTo>
                    <a:pt x="59624" y="164405"/>
                  </a:lnTo>
                  <a:cubicBezTo>
                    <a:pt x="87555" y="162394"/>
                    <a:pt x="109517" y="143157"/>
                    <a:pt x="109517" y="119800"/>
                  </a:cubicBezTo>
                  <a:cubicBezTo>
                    <a:pt x="109517" y="84408"/>
                    <a:pt x="74417" y="78342"/>
                    <a:pt x="55569" y="75066"/>
                  </a:cubicBezTo>
                  <a:cubicBezTo>
                    <a:pt x="31889" y="70978"/>
                    <a:pt x="19821" y="62511"/>
                    <a:pt x="19691" y="49860"/>
                  </a:cubicBezTo>
                  <a:cubicBezTo>
                    <a:pt x="19626" y="44151"/>
                    <a:pt x="21929" y="38636"/>
                    <a:pt x="26147" y="34386"/>
                  </a:cubicBezTo>
                  <a:cubicBezTo>
                    <a:pt x="32343" y="28125"/>
                    <a:pt x="42237" y="24816"/>
                    <a:pt x="54758" y="24816"/>
                  </a:cubicBezTo>
                  <a:cubicBezTo>
                    <a:pt x="77499" y="24816"/>
                    <a:pt x="90604" y="42561"/>
                    <a:pt x="90734" y="42756"/>
                  </a:cubicBezTo>
                  <a:lnTo>
                    <a:pt x="98649" y="37079"/>
                  </a:lnTo>
                  <a:cubicBezTo>
                    <a:pt x="98033" y="36235"/>
                    <a:pt x="84408" y="17550"/>
                    <a:pt x="59624" y="15312"/>
                  </a:cubicBezTo>
                  <a:lnTo>
                    <a:pt x="59624" y="0"/>
                  </a:lnTo>
                  <a:lnTo>
                    <a:pt x="49892" y="0"/>
                  </a:lnTo>
                  <a:lnTo>
                    <a:pt x="49892" y="15279"/>
                  </a:lnTo>
                  <a:cubicBezTo>
                    <a:pt x="33737" y="16317"/>
                    <a:pt x="24362" y="22383"/>
                    <a:pt x="19237" y="27541"/>
                  </a:cubicBezTo>
                  <a:cubicBezTo>
                    <a:pt x="13171" y="33673"/>
                    <a:pt x="9894" y="41620"/>
                    <a:pt x="9959" y="49957"/>
                  </a:cubicBezTo>
                  <a:cubicBezTo>
                    <a:pt x="10121" y="67994"/>
                    <a:pt x="24946" y="79640"/>
                    <a:pt x="53915" y="84635"/>
                  </a:cubicBezTo>
                  <a:cubicBezTo>
                    <a:pt x="82235" y="89534"/>
                    <a:pt x="99785" y="97125"/>
                    <a:pt x="99785" y="119768"/>
                  </a:cubicBezTo>
                  <a:cubicBezTo>
                    <a:pt x="99785" y="139102"/>
                    <a:pt x="79575" y="154835"/>
                    <a:pt x="54758" y="154835"/>
                  </a:cubicBezTo>
                  <a:cubicBezTo>
                    <a:pt x="28255" y="154835"/>
                    <a:pt x="9732" y="136312"/>
                    <a:pt x="9732" y="109809"/>
                  </a:cubicBezTo>
                  <a:lnTo>
                    <a:pt x="0" y="109809"/>
                  </a:lnTo>
                  <a:cubicBezTo>
                    <a:pt x="0" y="139880"/>
                    <a:pt x="20729" y="162134"/>
                    <a:pt x="49892" y="164372"/>
                  </a:cubicBezTo>
                  <a:lnTo>
                    <a:pt x="49892" y="179684"/>
                  </a:lnTo>
                  <a:lnTo>
                    <a:pt x="59624" y="179684"/>
                  </a:lnTo>
                  <a:close/>
                </a:path>
              </a:pathLst>
            </a:custGeom>
            <a:solidFill>
              <a:srgbClr val="000000"/>
            </a:solidFill>
            <a:ln w="3242" cap="flat">
              <a:noFill/>
              <a:prstDash val="solid"/>
              <a:miter/>
            </a:ln>
          </p:spPr>
          <p:txBody>
            <a:bodyPr rtlCol="0" anchor="ctr"/>
            <a:lstStyle/>
            <a:p>
              <a:endParaRPr lang="en-US"/>
            </a:p>
          </p:txBody>
        </p:sp>
        <p:sp>
          <p:nvSpPr>
            <p:cNvPr id="125" name="Freeform: Shape 328"/>
            <p:cNvSpPr/>
            <p:nvPr/>
          </p:nvSpPr>
          <p:spPr>
            <a:xfrm>
              <a:off x="5803948" y="1301321"/>
              <a:ext cx="193730" cy="628585"/>
            </a:xfrm>
            <a:custGeom>
              <a:avLst/>
              <a:gdLst>
                <a:gd name="connsiteX0" fmla="*/ 193730 w 193730"/>
                <a:gd name="connsiteY0" fmla="*/ 147861 h 628585"/>
                <a:gd name="connsiteX1" fmla="*/ 193730 w 193730"/>
                <a:gd name="connsiteY1" fmla="*/ 628586 h 628585"/>
                <a:gd name="connsiteX2" fmla="*/ 161291 w 193730"/>
                <a:gd name="connsiteY2" fmla="*/ 628586 h 628585"/>
                <a:gd name="connsiteX3" fmla="*/ 161291 w 193730"/>
                <a:gd name="connsiteY3" fmla="*/ 161291 h 628585"/>
                <a:gd name="connsiteX4" fmla="*/ 9764 w 193730"/>
                <a:gd name="connsiteY4" fmla="*/ 9764 h 628585"/>
                <a:gd name="connsiteX5" fmla="*/ 9764 w 193730"/>
                <a:gd name="connsiteY5" fmla="*/ 9732 h 628585"/>
                <a:gd name="connsiteX6" fmla="*/ 9732 w 193730"/>
                <a:gd name="connsiteY6" fmla="*/ 9732 h 628585"/>
                <a:gd name="connsiteX7" fmla="*/ 0 w 193730"/>
                <a:gd name="connsiteY7" fmla="*/ 0 h 628585"/>
                <a:gd name="connsiteX8" fmla="*/ 45870 w 193730"/>
                <a:gd name="connsiteY8" fmla="*/ 0 h 628585"/>
                <a:gd name="connsiteX9" fmla="*/ 193730 w 193730"/>
                <a:gd name="connsiteY9" fmla="*/ 147861 h 62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730" h="628585">
                  <a:moveTo>
                    <a:pt x="193730" y="147861"/>
                  </a:moveTo>
                  <a:lnTo>
                    <a:pt x="193730" y="628586"/>
                  </a:lnTo>
                  <a:lnTo>
                    <a:pt x="161291" y="628586"/>
                  </a:lnTo>
                  <a:lnTo>
                    <a:pt x="161291" y="161291"/>
                  </a:lnTo>
                  <a:lnTo>
                    <a:pt x="9764" y="9764"/>
                  </a:lnTo>
                  <a:lnTo>
                    <a:pt x="9764" y="9732"/>
                  </a:lnTo>
                  <a:lnTo>
                    <a:pt x="9732" y="9732"/>
                  </a:lnTo>
                  <a:lnTo>
                    <a:pt x="0" y="0"/>
                  </a:lnTo>
                  <a:lnTo>
                    <a:pt x="45870" y="0"/>
                  </a:lnTo>
                  <a:lnTo>
                    <a:pt x="193730" y="147861"/>
                  </a:lnTo>
                  <a:close/>
                </a:path>
              </a:pathLst>
            </a:custGeom>
            <a:solidFill>
              <a:srgbClr val="CFABCF"/>
            </a:solidFill>
            <a:ln w="3242" cap="flat">
              <a:noFill/>
              <a:prstDash val="solid"/>
              <a:miter/>
            </a:ln>
          </p:spPr>
          <p:txBody>
            <a:bodyPr rtlCol="0" anchor="ctr"/>
            <a:lstStyle/>
            <a:p>
              <a:endParaRPr lang="en-US"/>
            </a:p>
          </p:txBody>
        </p:sp>
      </p:grpSp>
      <p:grpSp>
        <p:nvGrpSpPr>
          <p:cNvPr id="126" name="Group 1207"/>
          <p:cNvGrpSpPr/>
          <p:nvPr/>
        </p:nvGrpSpPr>
        <p:grpSpPr>
          <a:xfrm>
            <a:off x="3795166" y="3325633"/>
            <a:ext cx="628527" cy="641075"/>
            <a:chOff x="816227" y="2598620"/>
            <a:chExt cx="628527" cy="641075"/>
          </a:xfrm>
        </p:grpSpPr>
        <p:sp>
          <p:nvSpPr>
            <p:cNvPr id="127" name="Freeform: Shape 1115"/>
            <p:cNvSpPr/>
            <p:nvPr/>
          </p:nvSpPr>
          <p:spPr>
            <a:xfrm>
              <a:off x="819932" y="2598620"/>
              <a:ext cx="624822" cy="577525"/>
            </a:xfrm>
            <a:custGeom>
              <a:avLst/>
              <a:gdLst>
                <a:gd name="connsiteX0" fmla="*/ 495323 w 624822"/>
                <a:gd name="connsiteY0" fmla="*/ 359303 h 577525"/>
                <a:gd name="connsiteX1" fmla="*/ 495323 w 624822"/>
                <a:gd name="connsiteY1" fmla="*/ 378994 h 577525"/>
                <a:gd name="connsiteX2" fmla="*/ 405822 w 624822"/>
                <a:gd name="connsiteY2" fmla="*/ 387007 h 577525"/>
                <a:gd name="connsiteX3" fmla="*/ 457239 w 624822"/>
                <a:gd name="connsiteY3" fmla="*/ 254198 h 577525"/>
                <a:gd name="connsiteX4" fmla="*/ 457077 w 624822"/>
                <a:gd name="connsiteY4" fmla="*/ 249657 h 577525"/>
                <a:gd name="connsiteX5" fmla="*/ 452535 w 624822"/>
                <a:gd name="connsiteY5" fmla="*/ 249527 h 577525"/>
                <a:gd name="connsiteX6" fmla="*/ 341623 w 624822"/>
                <a:gd name="connsiteY6" fmla="*/ 289525 h 577525"/>
                <a:gd name="connsiteX7" fmla="*/ 315412 w 624822"/>
                <a:gd name="connsiteY7" fmla="*/ 328907 h 577525"/>
                <a:gd name="connsiteX8" fmla="*/ 315412 w 624822"/>
                <a:gd name="connsiteY8" fmla="*/ 229187 h 577525"/>
                <a:gd name="connsiteX9" fmla="*/ 425221 w 624822"/>
                <a:gd name="connsiteY9" fmla="*/ 114675 h 577525"/>
                <a:gd name="connsiteX10" fmla="*/ 310546 w 624822"/>
                <a:gd name="connsiteY10" fmla="*/ 0 h 577525"/>
                <a:gd name="connsiteX11" fmla="*/ 195871 w 624822"/>
                <a:gd name="connsiteY11" fmla="*/ 114675 h 577525"/>
                <a:gd name="connsiteX12" fmla="*/ 305680 w 624822"/>
                <a:gd name="connsiteY12" fmla="*/ 229187 h 577525"/>
                <a:gd name="connsiteX13" fmla="*/ 305680 w 624822"/>
                <a:gd name="connsiteY13" fmla="*/ 297797 h 577525"/>
                <a:gd name="connsiteX14" fmla="*/ 300814 w 624822"/>
                <a:gd name="connsiteY14" fmla="*/ 289979 h 577525"/>
                <a:gd name="connsiteX15" fmla="*/ 191265 w 624822"/>
                <a:gd name="connsiteY15" fmla="*/ 235383 h 577525"/>
                <a:gd name="connsiteX16" fmla="*/ 185556 w 624822"/>
                <a:gd name="connsiteY16" fmla="*/ 234767 h 577525"/>
                <a:gd name="connsiteX17" fmla="*/ 185912 w 624822"/>
                <a:gd name="connsiteY17" fmla="*/ 240508 h 577525"/>
                <a:gd name="connsiteX18" fmla="*/ 235707 w 624822"/>
                <a:gd name="connsiteY18" fmla="*/ 352329 h 577525"/>
                <a:gd name="connsiteX19" fmla="*/ 286184 w 624822"/>
                <a:gd name="connsiteY19" fmla="*/ 369035 h 577525"/>
                <a:gd name="connsiteX20" fmla="*/ 305713 w 624822"/>
                <a:gd name="connsiteY20" fmla="*/ 367186 h 577525"/>
                <a:gd name="connsiteX21" fmla="*/ 305713 w 624822"/>
                <a:gd name="connsiteY21" fmla="*/ 384087 h 577525"/>
                <a:gd name="connsiteX22" fmla="*/ 305713 w 624822"/>
                <a:gd name="connsiteY22" fmla="*/ 384574 h 577525"/>
                <a:gd name="connsiteX23" fmla="*/ 305713 w 624822"/>
                <a:gd name="connsiteY23" fmla="*/ 439137 h 577525"/>
                <a:gd name="connsiteX24" fmla="*/ 200770 w 624822"/>
                <a:gd name="connsiteY24" fmla="*/ 439137 h 577525"/>
                <a:gd name="connsiteX25" fmla="*/ 165962 w 624822"/>
                <a:gd name="connsiteY25" fmla="*/ 473945 h 577525"/>
                <a:gd name="connsiteX26" fmla="*/ 168200 w 624822"/>
                <a:gd name="connsiteY26" fmla="*/ 486110 h 577525"/>
                <a:gd name="connsiteX27" fmla="*/ 168135 w 624822"/>
                <a:gd name="connsiteY27" fmla="*/ 486110 h 577525"/>
                <a:gd name="connsiteX28" fmla="*/ 45837 w 624822"/>
                <a:gd name="connsiteY28" fmla="*/ 429081 h 577525"/>
                <a:gd name="connsiteX29" fmla="*/ 19204 w 624822"/>
                <a:gd name="connsiteY29" fmla="*/ 427913 h 577525"/>
                <a:gd name="connsiteX30" fmla="*/ 0 w 624822"/>
                <a:gd name="connsiteY30" fmla="*/ 445041 h 577525"/>
                <a:gd name="connsiteX31" fmla="*/ 7818 w 624822"/>
                <a:gd name="connsiteY31" fmla="*/ 451237 h 577525"/>
                <a:gd name="connsiteX32" fmla="*/ 8369 w 624822"/>
                <a:gd name="connsiteY32" fmla="*/ 450005 h 577525"/>
                <a:gd name="connsiteX33" fmla="*/ 22513 w 624822"/>
                <a:gd name="connsiteY33" fmla="*/ 437061 h 577525"/>
                <a:gd name="connsiteX34" fmla="*/ 41718 w 624822"/>
                <a:gd name="connsiteY34" fmla="*/ 437905 h 577525"/>
                <a:gd name="connsiteX35" fmla="*/ 182182 w 624822"/>
                <a:gd name="connsiteY35" fmla="*/ 503368 h 577525"/>
                <a:gd name="connsiteX36" fmla="*/ 182539 w 624822"/>
                <a:gd name="connsiteY36" fmla="*/ 503530 h 577525"/>
                <a:gd name="connsiteX37" fmla="*/ 189838 w 624822"/>
                <a:gd name="connsiteY37" fmla="*/ 506969 h 577525"/>
                <a:gd name="connsiteX38" fmla="*/ 190097 w 624822"/>
                <a:gd name="connsiteY38" fmla="*/ 507099 h 577525"/>
                <a:gd name="connsiteX39" fmla="*/ 190194 w 624822"/>
                <a:gd name="connsiteY39" fmla="*/ 507131 h 577525"/>
                <a:gd name="connsiteX40" fmla="*/ 192660 w 624822"/>
                <a:gd name="connsiteY40" fmla="*/ 508267 h 577525"/>
                <a:gd name="connsiteX41" fmla="*/ 192854 w 624822"/>
                <a:gd name="connsiteY41" fmla="*/ 507845 h 577525"/>
                <a:gd name="connsiteX42" fmla="*/ 192854 w 624822"/>
                <a:gd name="connsiteY42" fmla="*/ 507845 h 577525"/>
                <a:gd name="connsiteX43" fmla="*/ 200737 w 624822"/>
                <a:gd name="connsiteY43" fmla="*/ 508753 h 577525"/>
                <a:gd name="connsiteX44" fmla="*/ 370430 w 624822"/>
                <a:gd name="connsiteY44" fmla="*/ 508753 h 577525"/>
                <a:gd name="connsiteX45" fmla="*/ 370430 w 624822"/>
                <a:gd name="connsiteY45" fmla="*/ 499021 h 577525"/>
                <a:gd name="connsiteX46" fmla="*/ 200737 w 624822"/>
                <a:gd name="connsiteY46" fmla="*/ 499021 h 577525"/>
                <a:gd name="connsiteX47" fmla="*/ 193536 w 624822"/>
                <a:gd name="connsiteY47" fmla="*/ 497951 h 577525"/>
                <a:gd name="connsiteX48" fmla="*/ 193536 w 624822"/>
                <a:gd name="connsiteY48" fmla="*/ 497951 h 577525"/>
                <a:gd name="connsiteX49" fmla="*/ 187113 w 624822"/>
                <a:gd name="connsiteY49" fmla="*/ 494966 h 577525"/>
                <a:gd name="connsiteX50" fmla="*/ 175661 w 624822"/>
                <a:gd name="connsiteY50" fmla="*/ 473945 h 577525"/>
                <a:gd name="connsiteX51" fmla="*/ 200737 w 624822"/>
                <a:gd name="connsiteY51" fmla="*/ 448869 h 577525"/>
                <a:gd name="connsiteX52" fmla="*/ 312784 w 624822"/>
                <a:gd name="connsiteY52" fmla="*/ 448869 h 577525"/>
                <a:gd name="connsiteX53" fmla="*/ 314244 w 624822"/>
                <a:gd name="connsiteY53" fmla="*/ 447182 h 577525"/>
                <a:gd name="connsiteX54" fmla="*/ 495323 w 624822"/>
                <a:gd name="connsiteY54" fmla="*/ 388758 h 577525"/>
                <a:gd name="connsiteX55" fmla="*/ 495323 w 624822"/>
                <a:gd name="connsiteY55" fmla="*/ 545053 h 577525"/>
                <a:gd name="connsiteX56" fmla="*/ 505055 w 624822"/>
                <a:gd name="connsiteY56" fmla="*/ 541809 h 577525"/>
                <a:gd name="connsiteX57" fmla="*/ 505055 w 624822"/>
                <a:gd name="connsiteY57" fmla="*/ 369035 h 577525"/>
                <a:gd name="connsiteX58" fmla="*/ 615091 w 624822"/>
                <a:gd name="connsiteY58" fmla="*/ 369035 h 577525"/>
                <a:gd name="connsiteX59" fmla="*/ 615091 w 624822"/>
                <a:gd name="connsiteY59" fmla="*/ 577525 h 577525"/>
                <a:gd name="connsiteX60" fmla="*/ 624823 w 624822"/>
                <a:gd name="connsiteY60" fmla="*/ 577525 h 577525"/>
                <a:gd name="connsiteX61" fmla="*/ 624823 w 624822"/>
                <a:gd name="connsiteY61" fmla="*/ 359303 h 577525"/>
                <a:gd name="connsiteX62" fmla="*/ 495323 w 624822"/>
                <a:gd name="connsiteY62" fmla="*/ 359303 h 577525"/>
                <a:gd name="connsiteX63" fmla="*/ 303312 w 624822"/>
                <a:gd name="connsiteY63" fmla="*/ 357778 h 577525"/>
                <a:gd name="connsiteX64" fmla="*/ 241676 w 624822"/>
                <a:gd name="connsiteY64" fmla="*/ 344640 h 577525"/>
                <a:gd name="connsiteX65" fmla="*/ 196228 w 624822"/>
                <a:gd name="connsiteY65" fmla="*/ 245926 h 577525"/>
                <a:gd name="connsiteX66" fmla="*/ 292866 w 624822"/>
                <a:gd name="connsiteY66" fmla="*/ 295591 h 577525"/>
                <a:gd name="connsiteX67" fmla="*/ 303312 w 624822"/>
                <a:gd name="connsiteY67" fmla="*/ 357778 h 577525"/>
                <a:gd name="connsiteX68" fmla="*/ 348371 w 624822"/>
                <a:gd name="connsiteY68" fmla="*/ 296565 h 577525"/>
                <a:gd name="connsiteX69" fmla="*/ 447507 w 624822"/>
                <a:gd name="connsiteY69" fmla="*/ 259291 h 577525"/>
                <a:gd name="connsiteX70" fmla="*/ 386228 w 624822"/>
                <a:gd name="connsiteY70" fmla="*/ 392229 h 577525"/>
                <a:gd name="connsiteX71" fmla="*/ 321381 w 624822"/>
                <a:gd name="connsiteY71" fmla="*/ 426421 h 577525"/>
                <a:gd name="connsiteX72" fmla="*/ 315444 w 624822"/>
                <a:gd name="connsiteY72" fmla="*/ 384119 h 577525"/>
                <a:gd name="connsiteX73" fmla="*/ 348403 w 624822"/>
                <a:gd name="connsiteY73" fmla="*/ 296532 h 577525"/>
                <a:gd name="connsiteX74" fmla="*/ 205636 w 624822"/>
                <a:gd name="connsiteY74" fmla="*/ 114642 h 577525"/>
                <a:gd name="connsiteX75" fmla="*/ 310578 w 624822"/>
                <a:gd name="connsiteY75" fmla="*/ 9699 h 577525"/>
                <a:gd name="connsiteX76" fmla="*/ 415521 w 624822"/>
                <a:gd name="connsiteY76" fmla="*/ 114642 h 577525"/>
                <a:gd name="connsiteX77" fmla="*/ 310578 w 624822"/>
                <a:gd name="connsiteY77" fmla="*/ 219553 h 577525"/>
                <a:gd name="connsiteX78" fmla="*/ 205636 w 624822"/>
                <a:gd name="connsiteY78" fmla="*/ 114642 h 57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24822" h="577525">
                  <a:moveTo>
                    <a:pt x="495323" y="359303"/>
                  </a:moveTo>
                  <a:lnTo>
                    <a:pt x="495323" y="378994"/>
                  </a:lnTo>
                  <a:cubicBezTo>
                    <a:pt x="481958" y="378410"/>
                    <a:pt x="445431" y="377956"/>
                    <a:pt x="405822" y="387007"/>
                  </a:cubicBezTo>
                  <a:cubicBezTo>
                    <a:pt x="459380" y="330529"/>
                    <a:pt x="457368" y="257539"/>
                    <a:pt x="457239" y="254198"/>
                  </a:cubicBezTo>
                  <a:lnTo>
                    <a:pt x="457077" y="249657"/>
                  </a:lnTo>
                  <a:lnTo>
                    <a:pt x="452535" y="249527"/>
                  </a:lnTo>
                  <a:cubicBezTo>
                    <a:pt x="449778" y="249429"/>
                    <a:pt x="384606" y="247872"/>
                    <a:pt x="341623" y="289525"/>
                  </a:cubicBezTo>
                  <a:cubicBezTo>
                    <a:pt x="330140" y="300652"/>
                    <a:pt x="321413" y="313823"/>
                    <a:pt x="315412" y="328907"/>
                  </a:cubicBezTo>
                  <a:lnTo>
                    <a:pt x="315412" y="229187"/>
                  </a:lnTo>
                  <a:cubicBezTo>
                    <a:pt x="376399" y="226624"/>
                    <a:pt x="425221" y="176245"/>
                    <a:pt x="425221" y="114675"/>
                  </a:cubicBezTo>
                  <a:cubicBezTo>
                    <a:pt x="425221" y="53104"/>
                    <a:pt x="373771" y="0"/>
                    <a:pt x="310546" y="0"/>
                  </a:cubicBezTo>
                  <a:cubicBezTo>
                    <a:pt x="247321" y="0"/>
                    <a:pt x="195871" y="51449"/>
                    <a:pt x="195871" y="114675"/>
                  </a:cubicBezTo>
                  <a:cubicBezTo>
                    <a:pt x="195871" y="177900"/>
                    <a:pt x="244693" y="226657"/>
                    <a:pt x="305680" y="229187"/>
                  </a:cubicBezTo>
                  <a:lnTo>
                    <a:pt x="305680" y="297797"/>
                  </a:lnTo>
                  <a:cubicBezTo>
                    <a:pt x="304220" y="295137"/>
                    <a:pt x="302598" y="292510"/>
                    <a:pt x="300814" y="289979"/>
                  </a:cubicBezTo>
                  <a:cubicBezTo>
                    <a:pt x="268472" y="243980"/>
                    <a:pt x="194412" y="235707"/>
                    <a:pt x="191265" y="235383"/>
                  </a:cubicBezTo>
                  <a:lnTo>
                    <a:pt x="185556" y="234767"/>
                  </a:lnTo>
                  <a:lnTo>
                    <a:pt x="185912" y="240508"/>
                  </a:lnTo>
                  <a:cubicBezTo>
                    <a:pt x="186107" y="243655"/>
                    <a:pt x="191168" y="318007"/>
                    <a:pt x="235707" y="352329"/>
                  </a:cubicBezTo>
                  <a:cubicBezTo>
                    <a:pt x="250143" y="363455"/>
                    <a:pt x="267044" y="369035"/>
                    <a:pt x="286184" y="369035"/>
                  </a:cubicBezTo>
                  <a:cubicBezTo>
                    <a:pt x="292445" y="369035"/>
                    <a:pt x="298965" y="368386"/>
                    <a:pt x="305713" y="367186"/>
                  </a:cubicBezTo>
                  <a:lnTo>
                    <a:pt x="305713" y="384087"/>
                  </a:lnTo>
                  <a:cubicBezTo>
                    <a:pt x="305713" y="384087"/>
                    <a:pt x="305713" y="384347"/>
                    <a:pt x="305713" y="384574"/>
                  </a:cubicBezTo>
                  <a:lnTo>
                    <a:pt x="305713" y="439137"/>
                  </a:lnTo>
                  <a:lnTo>
                    <a:pt x="200770" y="439137"/>
                  </a:lnTo>
                  <a:cubicBezTo>
                    <a:pt x="181565" y="439137"/>
                    <a:pt x="165962" y="454741"/>
                    <a:pt x="165962" y="473945"/>
                  </a:cubicBezTo>
                  <a:cubicBezTo>
                    <a:pt x="165962" y="478227"/>
                    <a:pt x="166773" y="482315"/>
                    <a:pt x="168200" y="486110"/>
                  </a:cubicBezTo>
                  <a:lnTo>
                    <a:pt x="168135" y="486110"/>
                  </a:lnTo>
                  <a:cubicBezTo>
                    <a:pt x="168135" y="486110"/>
                    <a:pt x="45837" y="429081"/>
                    <a:pt x="45837" y="429081"/>
                  </a:cubicBezTo>
                  <a:cubicBezTo>
                    <a:pt x="37403" y="425156"/>
                    <a:pt x="27931" y="424734"/>
                    <a:pt x="19204" y="427913"/>
                  </a:cubicBezTo>
                  <a:cubicBezTo>
                    <a:pt x="10738" y="430995"/>
                    <a:pt x="3958" y="437029"/>
                    <a:pt x="0" y="445041"/>
                  </a:cubicBezTo>
                  <a:lnTo>
                    <a:pt x="7818" y="451237"/>
                  </a:lnTo>
                  <a:cubicBezTo>
                    <a:pt x="8013" y="450816"/>
                    <a:pt x="8175" y="450426"/>
                    <a:pt x="8369" y="450005"/>
                  </a:cubicBezTo>
                  <a:cubicBezTo>
                    <a:pt x="11192" y="443938"/>
                    <a:pt x="16220" y="439332"/>
                    <a:pt x="22513" y="437061"/>
                  </a:cubicBezTo>
                  <a:cubicBezTo>
                    <a:pt x="28839" y="434758"/>
                    <a:pt x="35619" y="435050"/>
                    <a:pt x="41718" y="437905"/>
                  </a:cubicBezTo>
                  <a:lnTo>
                    <a:pt x="182182" y="503368"/>
                  </a:lnTo>
                  <a:lnTo>
                    <a:pt x="182539" y="503530"/>
                  </a:lnTo>
                  <a:cubicBezTo>
                    <a:pt x="184809" y="504925"/>
                    <a:pt x="187275" y="506093"/>
                    <a:pt x="189838" y="506969"/>
                  </a:cubicBezTo>
                  <a:lnTo>
                    <a:pt x="190097" y="507099"/>
                  </a:lnTo>
                  <a:cubicBezTo>
                    <a:pt x="190097" y="507099"/>
                    <a:pt x="190162" y="507099"/>
                    <a:pt x="190194" y="507131"/>
                  </a:cubicBezTo>
                  <a:lnTo>
                    <a:pt x="192660" y="508267"/>
                  </a:lnTo>
                  <a:lnTo>
                    <a:pt x="192854" y="507845"/>
                  </a:lnTo>
                  <a:lnTo>
                    <a:pt x="192854" y="507845"/>
                  </a:lnTo>
                  <a:cubicBezTo>
                    <a:pt x="195385" y="508396"/>
                    <a:pt x="198012" y="508753"/>
                    <a:pt x="200737" y="508753"/>
                  </a:cubicBezTo>
                  <a:lnTo>
                    <a:pt x="370430" y="508753"/>
                  </a:lnTo>
                  <a:lnTo>
                    <a:pt x="370430" y="499021"/>
                  </a:lnTo>
                  <a:lnTo>
                    <a:pt x="200737" y="499021"/>
                  </a:lnTo>
                  <a:cubicBezTo>
                    <a:pt x="198240" y="499021"/>
                    <a:pt x="195807" y="498632"/>
                    <a:pt x="193536" y="497951"/>
                  </a:cubicBezTo>
                  <a:cubicBezTo>
                    <a:pt x="193536" y="497951"/>
                    <a:pt x="193536" y="497951"/>
                    <a:pt x="193536" y="497951"/>
                  </a:cubicBezTo>
                  <a:lnTo>
                    <a:pt x="187113" y="494966"/>
                  </a:lnTo>
                  <a:cubicBezTo>
                    <a:pt x="180235" y="490489"/>
                    <a:pt x="175661" y="482736"/>
                    <a:pt x="175661" y="473945"/>
                  </a:cubicBezTo>
                  <a:cubicBezTo>
                    <a:pt x="175661" y="460126"/>
                    <a:pt x="186918" y="448869"/>
                    <a:pt x="200737" y="448869"/>
                  </a:cubicBezTo>
                  <a:lnTo>
                    <a:pt x="312784" y="448869"/>
                  </a:lnTo>
                  <a:lnTo>
                    <a:pt x="314244" y="447182"/>
                  </a:lnTo>
                  <a:cubicBezTo>
                    <a:pt x="365694" y="387169"/>
                    <a:pt x="472323" y="387850"/>
                    <a:pt x="495323" y="388758"/>
                  </a:cubicBezTo>
                  <a:lnTo>
                    <a:pt x="495323" y="545053"/>
                  </a:lnTo>
                  <a:lnTo>
                    <a:pt x="505055" y="541809"/>
                  </a:lnTo>
                  <a:lnTo>
                    <a:pt x="505055" y="369035"/>
                  </a:lnTo>
                  <a:lnTo>
                    <a:pt x="615091" y="369035"/>
                  </a:lnTo>
                  <a:lnTo>
                    <a:pt x="615091" y="577525"/>
                  </a:lnTo>
                  <a:lnTo>
                    <a:pt x="624823" y="577525"/>
                  </a:lnTo>
                  <a:lnTo>
                    <a:pt x="624823" y="359303"/>
                  </a:lnTo>
                  <a:lnTo>
                    <a:pt x="495323" y="359303"/>
                  </a:lnTo>
                  <a:close/>
                  <a:moveTo>
                    <a:pt x="303312" y="357778"/>
                  </a:moveTo>
                  <a:cubicBezTo>
                    <a:pt x="279112" y="361931"/>
                    <a:pt x="258415" y="357519"/>
                    <a:pt x="241676" y="344640"/>
                  </a:cubicBezTo>
                  <a:cubicBezTo>
                    <a:pt x="207582" y="318429"/>
                    <a:pt x="198402" y="263995"/>
                    <a:pt x="196228" y="245926"/>
                  </a:cubicBezTo>
                  <a:cubicBezTo>
                    <a:pt x="214200" y="248846"/>
                    <a:pt x="268082" y="260362"/>
                    <a:pt x="292866" y="295591"/>
                  </a:cubicBezTo>
                  <a:cubicBezTo>
                    <a:pt x="305031" y="312882"/>
                    <a:pt x="308535" y="333773"/>
                    <a:pt x="303312" y="357778"/>
                  </a:cubicBezTo>
                  <a:close/>
                  <a:moveTo>
                    <a:pt x="348371" y="296565"/>
                  </a:moveTo>
                  <a:cubicBezTo>
                    <a:pt x="381946" y="263995"/>
                    <a:pt x="432001" y="259810"/>
                    <a:pt x="447507" y="259291"/>
                  </a:cubicBezTo>
                  <a:cubicBezTo>
                    <a:pt x="446923" y="277652"/>
                    <a:pt x="440986" y="345354"/>
                    <a:pt x="386228" y="392229"/>
                  </a:cubicBezTo>
                  <a:cubicBezTo>
                    <a:pt x="363228" y="399366"/>
                    <a:pt x="340358" y="410168"/>
                    <a:pt x="321381" y="426421"/>
                  </a:cubicBezTo>
                  <a:cubicBezTo>
                    <a:pt x="315412" y="403227"/>
                    <a:pt x="315412" y="384379"/>
                    <a:pt x="315444" y="384119"/>
                  </a:cubicBezTo>
                  <a:cubicBezTo>
                    <a:pt x="315444" y="347235"/>
                    <a:pt x="326539" y="317748"/>
                    <a:pt x="348403" y="296532"/>
                  </a:cubicBezTo>
                  <a:close/>
                  <a:moveTo>
                    <a:pt x="205636" y="114642"/>
                  </a:moveTo>
                  <a:cubicBezTo>
                    <a:pt x="205636" y="56770"/>
                    <a:pt x="252706" y="9699"/>
                    <a:pt x="310578" y="9699"/>
                  </a:cubicBezTo>
                  <a:cubicBezTo>
                    <a:pt x="368451" y="9699"/>
                    <a:pt x="415521" y="56770"/>
                    <a:pt x="415521" y="114642"/>
                  </a:cubicBezTo>
                  <a:cubicBezTo>
                    <a:pt x="415521" y="172515"/>
                    <a:pt x="368451" y="219553"/>
                    <a:pt x="310578" y="219553"/>
                  </a:cubicBezTo>
                  <a:cubicBezTo>
                    <a:pt x="252706" y="219553"/>
                    <a:pt x="205636" y="172482"/>
                    <a:pt x="205636" y="114642"/>
                  </a:cubicBezTo>
                  <a:close/>
                </a:path>
              </a:pathLst>
            </a:custGeom>
            <a:solidFill>
              <a:srgbClr val="000000"/>
            </a:solidFill>
            <a:ln w="3242" cap="flat">
              <a:noFill/>
              <a:prstDash val="solid"/>
              <a:miter/>
            </a:ln>
          </p:spPr>
          <p:txBody>
            <a:bodyPr rtlCol="0" anchor="ctr"/>
            <a:lstStyle/>
            <a:p>
              <a:endParaRPr lang="en-US"/>
            </a:p>
          </p:txBody>
        </p:sp>
        <p:sp>
          <p:nvSpPr>
            <p:cNvPr id="128" name="Freeform: Shape 1116"/>
            <p:cNvSpPr/>
            <p:nvPr/>
          </p:nvSpPr>
          <p:spPr>
            <a:xfrm>
              <a:off x="819510" y="3043694"/>
              <a:ext cx="389" cy="713"/>
            </a:xfrm>
            <a:custGeom>
              <a:avLst/>
              <a:gdLst>
                <a:gd name="connsiteX0" fmla="*/ 0 w 389"/>
                <a:gd name="connsiteY0" fmla="*/ 714 h 713"/>
                <a:gd name="connsiteX1" fmla="*/ 389 w 389"/>
                <a:gd name="connsiteY1" fmla="*/ 0 h 713"/>
                <a:gd name="connsiteX2" fmla="*/ 357 w 389"/>
                <a:gd name="connsiteY2" fmla="*/ 0 h 713"/>
                <a:gd name="connsiteX3" fmla="*/ 0 w 389"/>
                <a:gd name="connsiteY3" fmla="*/ 714 h 713"/>
              </a:gdLst>
              <a:ahLst/>
              <a:cxnLst>
                <a:cxn ang="0">
                  <a:pos x="connsiteX0" y="connsiteY0"/>
                </a:cxn>
                <a:cxn ang="0">
                  <a:pos x="connsiteX1" y="connsiteY1"/>
                </a:cxn>
                <a:cxn ang="0">
                  <a:pos x="connsiteX2" y="connsiteY2"/>
                </a:cxn>
                <a:cxn ang="0">
                  <a:pos x="connsiteX3" y="connsiteY3"/>
                </a:cxn>
              </a:cxnLst>
              <a:rect l="l" t="t" r="r" b="b"/>
              <a:pathLst>
                <a:path w="389" h="713">
                  <a:moveTo>
                    <a:pt x="0" y="714"/>
                  </a:moveTo>
                  <a:cubicBezTo>
                    <a:pt x="130" y="487"/>
                    <a:pt x="260" y="227"/>
                    <a:pt x="389" y="0"/>
                  </a:cubicBezTo>
                  <a:lnTo>
                    <a:pt x="357" y="0"/>
                  </a:lnTo>
                  <a:cubicBezTo>
                    <a:pt x="227" y="227"/>
                    <a:pt x="130" y="487"/>
                    <a:pt x="0" y="714"/>
                  </a:cubicBezTo>
                  <a:close/>
                </a:path>
              </a:pathLst>
            </a:custGeom>
            <a:solidFill>
              <a:srgbClr val="000000"/>
            </a:solidFill>
            <a:ln w="3242" cap="flat">
              <a:noFill/>
              <a:prstDash val="solid"/>
              <a:miter/>
            </a:ln>
          </p:spPr>
          <p:txBody>
            <a:bodyPr rtlCol="0" anchor="ctr"/>
            <a:lstStyle/>
            <a:p>
              <a:endParaRPr lang="en-US"/>
            </a:p>
          </p:txBody>
        </p:sp>
        <p:sp>
          <p:nvSpPr>
            <p:cNvPr id="129" name="Freeform: Shape 1117"/>
            <p:cNvSpPr/>
            <p:nvPr/>
          </p:nvSpPr>
          <p:spPr>
            <a:xfrm>
              <a:off x="816785" y="3065331"/>
              <a:ext cx="324" cy="973"/>
            </a:xfrm>
            <a:custGeom>
              <a:avLst/>
              <a:gdLst>
                <a:gd name="connsiteX0" fmla="*/ 324 w 324"/>
                <a:gd name="connsiteY0" fmla="*/ 973 h 973"/>
                <a:gd name="connsiteX1" fmla="*/ 0 w 324"/>
                <a:gd name="connsiteY1" fmla="*/ 0 h 973"/>
                <a:gd name="connsiteX2" fmla="*/ 324 w 324"/>
                <a:gd name="connsiteY2" fmla="*/ 973 h 973"/>
              </a:gdLst>
              <a:ahLst/>
              <a:cxnLst>
                <a:cxn ang="0">
                  <a:pos x="connsiteX0" y="connsiteY0"/>
                </a:cxn>
                <a:cxn ang="0">
                  <a:pos x="connsiteX1" y="connsiteY1"/>
                </a:cxn>
                <a:cxn ang="0">
                  <a:pos x="connsiteX2" y="connsiteY2"/>
                </a:cxn>
              </a:cxnLst>
              <a:rect l="l" t="t" r="r" b="b"/>
              <a:pathLst>
                <a:path w="324" h="973">
                  <a:moveTo>
                    <a:pt x="324" y="973"/>
                  </a:moveTo>
                  <a:cubicBezTo>
                    <a:pt x="195" y="584"/>
                    <a:pt x="97" y="227"/>
                    <a:pt x="0" y="0"/>
                  </a:cubicBezTo>
                  <a:cubicBezTo>
                    <a:pt x="65" y="260"/>
                    <a:pt x="195" y="584"/>
                    <a:pt x="324" y="973"/>
                  </a:cubicBezTo>
                  <a:close/>
                </a:path>
              </a:pathLst>
            </a:custGeom>
            <a:solidFill>
              <a:srgbClr val="000000"/>
            </a:solidFill>
            <a:ln w="3242" cap="flat">
              <a:noFill/>
              <a:prstDash val="solid"/>
              <a:miter/>
            </a:ln>
          </p:spPr>
          <p:txBody>
            <a:bodyPr rtlCol="0" anchor="ctr"/>
            <a:lstStyle/>
            <a:p>
              <a:endParaRPr lang="en-US"/>
            </a:p>
          </p:txBody>
        </p:sp>
        <p:sp>
          <p:nvSpPr>
            <p:cNvPr id="130" name="Freeform: Shape 1118"/>
            <p:cNvSpPr/>
            <p:nvPr/>
          </p:nvSpPr>
          <p:spPr>
            <a:xfrm>
              <a:off x="1085646" y="2643419"/>
              <a:ext cx="89631" cy="139718"/>
            </a:xfrm>
            <a:custGeom>
              <a:avLst/>
              <a:gdLst>
                <a:gd name="connsiteX0" fmla="*/ 49698 w 89631"/>
                <a:gd name="connsiteY0" fmla="*/ 139718 h 139718"/>
                <a:gd name="connsiteX1" fmla="*/ 49698 w 89631"/>
                <a:gd name="connsiteY1" fmla="*/ 124407 h 139718"/>
                <a:gd name="connsiteX2" fmla="*/ 89631 w 89631"/>
                <a:gd name="connsiteY2" fmla="*/ 89826 h 139718"/>
                <a:gd name="connsiteX3" fmla="*/ 45675 w 89631"/>
                <a:gd name="connsiteY3" fmla="*/ 55083 h 139718"/>
                <a:gd name="connsiteX4" fmla="*/ 19756 w 89631"/>
                <a:gd name="connsiteY4" fmla="*/ 39901 h 139718"/>
                <a:gd name="connsiteX5" fmla="*/ 44832 w 89631"/>
                <a:gd name="connsiteY5" fmla="*/ 24816 h 139718"/>
                <a:gd name="connsiteX6" fmla="*/ 71368 w 89631"/>
                <a:gd name="connsiteY6" fmla="*/ 33413 h 139718"/>
                <a:gd name="connsiteX7" fmla="*/ 78212 w 89631"/>
                <a:gd name="connsiteY7" fmla="*/ 26503 h 139718"/>
                <a:gd name="connsiteX8" fmla="*/ 49698 w 89631"/>
                <a:gd name="connsiteY8" fmla="*/ 15312 h 139718"/>
                <a:gd name="connsiteX9" fmla="*/ 49698 w 89631"/>
                <a:gd name="connsiteY9" fmla="*/ 0 h 139718"/>
                <a:gd name="connsiteX10" fmla="*/ 39966 w 89631"/>
                <a:gd name="connsiteY10" fmla="*/ 0 h 139718"/>
                <a:gd name="connsiteX11" fmla="*/ 39966 w 89631"/>
                <a:gd name="connsiteY11" fmla="*/ 15279 h 139718"/>
                <a:gd name="connsiteX12" fmla="*/ 10024 w 89631"/>
                <a:gd name="connsiteY12" fmla="*/ 39933 h 139718"/>
                <a:gd name="connsiteX13" fmla="*/ 43988 w 89631"/>
                <a:gd name="connsiteY13" fmla="*/ 64685 h 139718"/>
                <a:gd name="connsiteX14" fmla="*/ 79867 w 89631"/>
                <a:gd name="connsiteY14" fmla="*/ 89826 h 139718"/>
                <a:gd name="connsiteX15" fmla="*/ 44799 w 89631"/>
                <a:gd name="connsiteY15" fmla="*/ 114902 h 139718"/>
                <a:gd name="connsiteX16" fmla="*/ 9732 w 89631"/>
                <a:gd name="connsiteY16" fmla="*/ 89826 h 139718"/>
                <a:gd name="connsiteX17" fmla="*/ 0 w 89631"/>
                <a:gd name="connsiteY17" fmla="*/ 89826 h 139718"/>
                <a:gd name="connsiteX18" fmla="*/ 39933 w 89631"/>
                <a:gd name="connsiteY18" fmla="*/ 124407 h 139718"/>
                <a:gd name="connsiteX19" fmla="*/ 39933 w 89631"/>
                <a:gd name="connsiteY19" fmla="*/ 139718 h 139718"/>
                <a:gd name="connsiteX20" fmla="*/ 49665 w 89631"/>
                <a:gd name="connsiteY20" fmla="*/ 139718 h 139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9631" h="139718">
                  <a:moveTo>
                    <a:pt x="49698" y="139718"/>
                  </a:moveTo>
                  <a:lnTo>
                    <a:pt x="49698" y="124407"/>
                  </a:lnTo>
                  <a:cubicBezTo>
                    <a:pt x="72114" y="122525"/>
                    <a:pt x="89631" y="107732"/>
                    <a:pt x="89631" y="89826"/>
                  </a:cubicBezTo>
                  <a:cubicBezTo>
                    <a:pt x="89631" y="62706"/>
                    <a:pt x="57678" y="57159"/>
                    <a:pt x="45675" y="55083"/>
                  </a:cubicBezTo>
                  <a:cubicBezTo>
                    <a:pt x="36008" y="53428"/>
                    <a:pt x="19756" y="49244"/>
                    <a:pt x="19756" y="39901"/>
                  </a:cubicBezTo>
                  <a:cubicBezTo>
                    <a:pt x="19756" y="29877"/>
                    <a:pt x="28190" y="24816"/>
                    <a:pt x="44832" y="24816"/>
                  </a:cubicBezTo>
                  <a:cubicBezTo>
                    <a:pt x="62317" y="24816"/>
                    <a:pt x="71011" y="33056"/>
                    <a:pt x="71368" y="33413"/>
                  </a:cubicBezTo>
                  <a:lnTo>
                    <a:pt x="78212" y="26503"/>
                  </a:lnTo>
                  <a:cubicBezTo>
                    <a:pt x="77791" y="26082"/>
                    <a:pt x="68221" y="16771"/>
                    <a:pt x="49698" y="15312"/>
                  </a:cubicBezTo>
                  <a:lnTo>
                    <a:pt x="49698" y="0"/>
                  </a:lnTo>
                  <a:lnTo>
                    <a:pt x="39966" y="0"/>
                  </a:lnTo>
                  <a:lnTo>
                    <a:pt x="39966" y="15279"/>
                  </a:lnTo>
                  <a:cubicBezTo>
                    <a:pt x="13106" y="16998"/>
                    <a:pt x="10024" y="32894"/>
                    <a:pt x="10024" y="39933"/>
                  </a:cubicBezTo>
                  <a:cubicBezTo>
                    <a:pt x="10024" y="52488"/>
                    <a:pt x="21443" y="60792"/>
                    <a:pt x="43988" y="64685"/>
                  </a:cubicBezTo>
                  <a:cubicBezTo>
                    <a:pt x="69129" y="69032"/>
                    <a:pt x="79867" y="76558"/>
                    <a:pt x="79867" y="89826"/>
                  </a:cubicBezTo>
                  <a:cubicBezTo>
                    <a:pt x="79867" y="103094"/>
                    <a:pt x="64133" y="114902"/>
                    <a:pt x="44799" y="114902"/>
                  </a:cubicBezTo>
                  <a:cubicBezTo>
                    <a:pt x="25465" y="114902"/>
                    <a:pt x="9732" y="103645"/>
                    <a:pt x="9732" y="89826"/>
                  </a:cubicBezTo>
                  <a:lnTo>
                    <a:pt x="0" y="89826"/>
                  </a:lnTo>
                  <a:cubicBezTo>
                    <a:pt x="0" y="107732"/>
                    <a:pt x="17517" y="122525"/>
                    <a:pt x="39933" y="124407"/>
                  </a:cubicBezTo>
                  <a:lnTo>
                    <a:pt x="39933" y="139718"/>
                  </a:lnTo>
                  <a:lnTo>
                    <a:pt x="49665" y="139718"/>
                  </a:lnTo>
                  <a:close/>
                </a:path>
              </a:pathLst>
            </a:custGeom>
            <a:solidFill>
              <a:srgbClr val="000000"/>
            </a:solidFill>
            <a:ln w="3242" cap="flat">
              <a:noFill/>
              <a:prstDash val="solid"/>
              <a:miter/>
            </a:ln>
          </p:spPr>
          <p:txBody>
            <a:bodyPr rtlCol="0" anchor="ctr"/>
            <a:lstStyle/>
            <a:p>
              <a:endParaRPr lang="en-US"/>
            </a:p>
          </p:txBody>
        </p:sp>
        <p:sp>
          <p:nvSpPr>
            <p:cNvPr id="131" name="Freeform: Shape 823"/>
            <p:cNvSpPr/>
            <p:nvPr/>
          </p:nvSpPr>
          <p:spPr>
            <a:xfrm>
              <a:off x="816227" y="3043694"/>
              <a:ext cx="628527" cy="196001"/>
            </a:xfrm>
            <a:custGeom>
              <a:avLst/>
              <a:gdLst>
                <a:gd name="connsiteX0" fmla="*/ 628528 w 628527"/>
                <a:gd name="connsiteY0" fmla="*/ 132452 h 196001"/>
                <a:gd name="connsiteX1" fmla="*/ 628528 w 628527"/>
                <a:gd name="connsiteY1" fmla="*/ 164891 h 196001"/>
                <a:gd name="connsiteX2" fmla="*/ 476321 w 628527"/>
                <a:gd name="connsiteY2" fmla="*/ 164989 h 196001"/>
                <a:gd name="connsiteX3" fmla="*/ 476321 w 628527"/>
                <a:gd name="connsiteY3" fmla="*/ 140951 h 196001"/>
                <a:gd name="connsiteX4" fmla="*/ 312435 w 628527"/>
                <a:gd name="connsiteY4" fmla="*/ 196001 h 196001"/>
                <a:gd name="connsiteX5" fmla="*/ 300659 w 628527"/>
                <a:gd name="connsiteY5" fmla="*/ 190519 h 196001"/>
                <a:gd name="connsiteX6" fmla="*/ 269614 w 628527"/>
                <a:gd name="connsiteY6" fmla="*/ 176051 h 196001"/>
                <a:gd name="connsiteX7" fmla="*/ 225821 w 628527"/>
                <a:gd name="connsiteY7" fmla="*/ 155614 h 196001"/>
                <a:gd name="connsiteX8" fmla="*/ 175701 w 628527"/>
                <a:gd name="connsiteY8" fmla="*/ 132257 h 196001"/>
                <a:gd name="connsiteX9" fmla="*/ 125776 w 628527"/>
                <a:gd name="connsiteY9" fmla="*/ 108965 h 196001"/>
                <a:gd name="connsiteX10" fmla="*/ 82469 w 628527"/>
                <a:gd name="connsiteY10" fmla="*/ 88788 h 196001"/>
                <a:gd name="connsiteX11" fmla="*/ 42893 w 628527"/>
                <a:gd name="connsiteY11" fmla="*/ 70102 h 196001"/>
                <a:gd name="connsiteX12" fmla="*/ 11653 w 628527"/>
                <a:gd name="connsiteY12" fmla="*/ 44248 h 196001"/>
                <a:gd name="connsiteX13" fmla="*/ 851 w 628527"/>
                <a:gd name="connsiteY13" fmla="*/ 22384 h 196001"/>
                <a:gd name="connsiteX14" fmla="*/ 3186 w 628527"/>
                <a:gd name="connsiteY14" fmla="*/ 876 h 196001"/>
                <a:gd name="connsiteX15" fmla="*/ 3251 w 628527"/>
                <a:gd name="connsiteY15" fmla="*/ 714 h 196001"/>
                <a:gd name="connsiteX16" fmla="*/ 3640 w 628527"/>
                <a:gd name="connsiteY16" fmla="*/ 0 h 196001"/>
                <a:gd name="connsiteX17" fmla="*/ 11458 w 628527"/>
                <a:gd name="connsiteY17" fmla="*/ 6228 h 196001"/>
                <a:gd name="connsiteX18" fmla="*/ 31896 w 628527"/>
                <a:gd name="connsiteY18" fmla="*/ 23227 h 196001"/>
                <a:gd name="connsiteX19" fmla="*/ 60443 w 628527"/>
                <a:gd name="connsiteY19" fmla="*/ 42723 h 196001"/>
                <a:gd name="connsiteX20" fmla="*/ 314673 w 628527"/>
                <a:gd name="connsiteY20" fmla="*/ 161258 h 196001"/>
                <a:gd name="connsiteX21" fmla="*/ 498996 w 628527"/>
                <a:gd name="connsiteY21" fmla="*/ 99979 h 196001"/>
                <a:gd name="connsiteX22" fmla="*/ 508728 w 628527"/>
                <a:gd name="connsiteY22" fmla="*/ 96735 h 196001"/>
                <a:gd name="connsiteX23" fmla="*/ 508728 w 628527"/>
                <a:gd name="connsiteY23" fmla="*/ 132549 h 196001"/>
                <a:gd name="connsiteX24" fmla="*/ 618764 w 628527"/>
                <a:gd name="connsiteY24" fmla="*/ 132452 h 196001"/>
                <a:gd name="connsiteX25" fmla="*/ 628496 w 628527"/>
                <a:gd name="connsiteY25" fmla="*/ 132452 h 19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28527" h="196001">
                  <a:moveTo>
                    <a:pt x="628528" y="132452"/>
                  </a:moveTo>
                  <a:lnTo>
                    <a:pt x="628528" y="164891"/>
                  </a:lnTo>
                  <a:lnTo>
                    <a:pt x="476321" y="164989"/>
                  </a:lnTo>
                  <a:lnTo>
                    <a:pt x="476321" y="140951"/>
                  </a:lnTo>
                  <a:lnTo>
                    <a:pt x="312435" y="196001"/>
                  </a:lnTo>
                  <a:cubicBezTo>
                    <a:pt x="308510" y="194184"/>
                    <a:pt x="304584" y="192336"/>
                    <a:pt x="300659" y="190519"/>
                  </a:cubicBezTo>
                  <a:cubicBezTo>
                    <a:pt x="290311" y="185685"/>
                    <a:pt x="279963" y="180884"/>
                    <a:pt x="269614" y="176051"/>
                  </a:cubicBezTo>
                  <a:cubicBezTo>
                    <a:pt x="255016" y="169238"/>
                    <a:pt x="240418" y="162426"/>
                    <a:pt x="225821" y="155614"/>
                  </a:cubicBezTo>
                  <a:cubicBezTo>
                    <a:pt x="209114" y="147828"/>
                    <a:pt x="192408" y="140042"/>
                    <a:pt x="175701" y="132257"/>
                  </a:cubicBezTo>
                  <a:cubicBezTo>
                    <a:pt x="159059" y="124504"/>
                    <a:pt x="142418" y="116751"/>
                    <a:pt x="125776" y="108965"/>
                  </a:cubicBezTo>
                  <a:cubicBezTo>
                    <a:pt x="111341" y="102250"/>
                    <a:pt x="96905" y="95503"/>
                    <a:pt x="82469" y="88788"/>
                  </a:cubicBezTo>
                  <a:cubicBezTo>
                    <a:pt x="69234" y="82624"/>
                    <a:pt x="55933" y="76655"/>
                    <a:pt x="42893" y="70102"/>
                  </a:cubicBezTo>
                  <a:cubicBezTo>
                    <a:pt x="31409" y="64328"/>
                    <a:pt x="19633" y="54499"/>
                    <a:pt x="11653" y="44248"/>
                  </a:cubicBezTo>
                  <a:cubicBezTo>
                    <a:pt x="6041" y="37014"/>
                    <a:pt x="2959" y="31304"/>
                    <a:pt x="851" y="22384"/>
                  </a:cubicBezTo>
                  <a:cubicBezTo>
                    <a:pt x="-869" y="15117"/>
                    <a:pt x="72" y="7656"/>
                    <a:pt x="3186" y="876"/>
                  </a:cubicBezTo>
                  <a:cubicBezTo>
                    <a:pt x="3186" y="811"/>
                    <a:pt x="3251" y="779"/>
                    <a:pt x="3251" y="714"/>
                  </a:cubicBezTo>
                  <a:cubicBezTo>
                    <a:pt x="3381" y="487"/>
                    <a:pt x="3511" y="227"/>
                    <a:pt x="3640" y="0"/>
                  </a:cubicBezTo>
                  <a:cubicBezTo>
                    <a:pt x="3640" y="0"/>
                    <a:pt x="11458" y="6196"/>
                    <a:pt x="11458" y="6228"/>
                  </a:cubicBezTo>
                  <a:lnTo>
                    <a:pt x="31896" y="23227"/>
                  </a:lnTo>
                  <a:cubicBezTo>
                    <a:pt x="36048" y="26536"/>
                    <a:pt x="55641" y="40485"/>
                    <a:pt x="60443" y="42723"/>
                  </a:cubicBezTo>
                  <a:lnTo>
                    <a:pt x="314673" y="161258"/>
                  </a:lnTo>
                  <a:lnTo>
                    <a:pt x="498996" y="99979"/>
                  </a:lnTo>
                  <a:lnTo>
                    <a:pt x="508728" y="96735"/>
                  </a:lnTo>
                  <a:lnTo>
                    <a:pt x="508728" y="132549"/>
                  </a:lnTo>
                  <a:lnTo>
                    <a:pt x="618764" y="132452"/>
                  </a:lnTo>
                  <a:lnTo>
                    <a:pt x="628496" y="132452"/>
                  </a:lnTo>
                  <a:close/>
                </a:path>
              </a:pathLst>
            </a:custGeom>
            <a:solidFill>
              <a:srgbClr val="CFABCF"/>
            </a:solidFill>
            <a:ln w="3242" cap="flat">
              <a:noFill/>
              <a:prstDash val="solid"/>
              <a:miter/>
            </a:ln>
          </p:spPr>
          <p:txBody>
            <a:bodyPr rtlCol="0" anchor="ctr"/>
            <a:lstStyle/>
            <a:p>
              <a:endParaRPr lang="en-US"/>
            </a:p>
          </p:txBody>
        </p:sp>
      </p:grpSp>
      <p:grpSp>
        <p:nvGrpSpPr>
          <p:cNvPr id="132" name="Group 1208"/>
          <p:cNvGrpSpPr/>
          <p:nvPr/>
        </p:nvGrpSpPr>
        <p:grpSpPr>
          <a:xfrm>
            <a:off x="5205043" y="3354278"/>
            <a:ext cx="564596" cy="559213"/>
            <a:chOff x="1990962" y="2623907"/>
            <a:chExt cx="564596" cy="559213"/>
          </a:xfrm>
        </p:grpSpPr>
        <p:sp>
          <p:nvSpPr>
            <p:cNvPr id="133" name="Freeform: Shape 1123"/>
            <p:cNvSpPr/>
            <p:nvPr/>
          </p:nvSpPr>
          <p:spPr>
            <a:xfrm>
              <a:off x="2148211" y="2762700"/>
              <a:ext cx="125866" cy="203267"/>
            </a:xfrm>
            <a:custGeom>
              <a:avLst/>
              <a:gdLst>
                <a:gd name="connsiteX0" fmla="*/ 58067 w 125866"/>
                <a:gd name="connsiteY0" fmla="*/ 178905 h 203267"/>
                <a:gd name="connsiteX1" fmla="*/ 58067 w 125866"/>
                <a:gd name="connsiteY1" fmla="*/ 203268 h 203267"/>
                <a:gd name="connsiteX2" fmla="*/ 67799 w 125866"/>
                <a:gd name="connsiteY2" fmla="*/ 203268 h 203267"/>
                <a:gd name="connsiteX3" fmla="*/ 67799 w 125866"/>
                <a:gd name="connsiteY3" fmla="*/ 178905 h 203267"/>
                <a:gd name="connsiteX4" fmla="*/ 125866 w 125866"/>
                <a:gd name="connsiteY4" fmla="*/ 130668 h 203267"/>
                <a:gd name="connsiteX5" fmla="*/ 63744 w 125866"/>
                <a:gd name="connsiteY5" fmla="*/ 82332 h 203267"/>
                <a:gd name="connsiteX6" fmla="*/ 24233 w 125866"/>
                <a:gd name="connsiteY6" fmla="*/ 58100 h 203267"/>
                <a:gd name="connsiteX7" fmla="*/ 62933 w 125866"/>
                <a:gd name="connsiteY7" fmla="*/ 33932 h 203267"/>
                <a:gd name="connsiteX8" fmla="*/ 103061 w 125866"/>
                <a:gd name="connsiteY8" fmla="*/ 47038 h 203267"/>
                <a:gd name="connsiteX9" fmla="*/ 109938 w 125866"/>
                <a:gd name="connsiteY9" fmla="*/ 40128 h 203267"/>
                <a:gd name="connsiteX10" fmla="*/ 67799 w 125866"/>
                <a:gd name="connsiteY10" fmla="*/ 24330 h 203267"/>
                <a:gd name="connsiteX11" fmla="*/ 67799 w 125866"/>
                <a:gd name="connsiteY11" fmla="*/ 0 h 203267"/>
                <a:gd name="connsiteX12" fmla="*/ 58067 w 125866"/>
                <a:gd name="connsiteY12" fmla="*/ 0 h 203267"/>
                <a:gd name="connsiteX13" fmla="*/ 58067 w 125866"/>
                <a:gd name="connsiteY13" fmla="*/ 24297 h 203267"/>
                <a:gd name="connsiteX14" fmla="*/ 14501 w 125866"/>
                <a:gd name="connsiteY14" fmla="*/ 58100 h 203267"/>
                <a:gd name="connsiteX15" fmla="*/ 62090 w 125866"/>
                <a:gd name="connsiteY15" fmla="*/ 91934 h 203267"/>
                <a:gd name="connsiteX16" fmla="*/ 116134 w 125866"/>
                <a:gd name="connsiteY16" fmla="*/ 130700 h 203267"/>
                <a:gd name="connsiteX17" fmla="*/ 62933 w 125866"/>
                <a:gd name="connsiteY17" fmla="*/ 169401 h 203267"/>
                <a:gd name="connsiteX18" fmla="*/ 9732 w 125866"/>
                <a:gd name="connsiteY18" fmla="*/ 130700 h 203267"/>
                <a:gd name="connsiteX19" fmla="*/ 0 w 125866"/>
                <a:gd name="connsiteY19" fmla="*/ 130700 h 203267"/>
                <a:gd name="connsiteX20" fmla="*/ 58067 w 125866"/>
                <a:gd name="connsiteY20" fmla="*/ 178938 h 20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866" h="203267">
                  <a:moveTo>
                    <a:pt x="58067" y="178905"/>
                  </a:moveTo>
                  <a:lnTo>
                    <a:pt x="58067" y="203268"/>
                  </a:lnTo>
                  <a:lnTo>
                    <a:pt x="67799" y="203268"/>
                  </a:lnTo>
                  <a:lnTo>
                    <a:pt x="67799" y="178905"/>
                  </a:lnTo>
                  <a:cubicBezTo>
                    <a:pt x="100239" y="176991"/>
                    <a:pt x="125866" y="156100"/>
                    <a:pt x="125866" y="130668"/>
                  </a:cubicBezTo>
                  <a:cubicBezTo>
                    <a:pt x="125866" y="93070"/>
                    <a:pt x="80743" y="85252"/>
                    <a:pt x="63744" y="82332"/>
                  </a:cubicBezTo>
                  <a:cubicBezTo>
                    <a:pt x="45708" y="79218"/>
                    <a:pt x="24233" y="72471"/>
                    <a:pt x="24233" y="58100"/>
                  </a:cubicBezTo>
                  <a:cubicBezTo>
                    <a:pt x="24233" y="38117"/>
                    <a:pt x="45286" y="33932"/>
                    <a:pt x="62933" y="33932"/>
                  </a:cubicBezTo>
                  <a:cubicBezTo>
                    <a:pt x="89372" y="33932"/>
                    <a:pt x="102931" y="46908"/>
                    <a:pt x="103061" y="47038"/>
                  </a:cubicBezTo>
                  <a:lnTo>
                    <a:pt x="109938" y="40128"/>
                  </a:lnTo>
                  <a:cubicBezTo>
                    <a:pt x="109322" y="39512"/>
                    <a:pt x="95276" y="25822"/>
                    <a:pt x="67799" y="24330"/>
                  </a:cubicBezTo>
                  <a:lnTo>
                    <a:pt x="67799" y="0"/>
                  </a:lnTo>
                  <a:lnTo>
                    <a:pt x="58067" y="0"/>
                  </a:lnTo>
                  <a:lnTo>
                    <a:pt x="58067" y="24297"/>
                  </a:lnTo>
                  <a:cubicBezTo>
                    <a:pt x="18880" y="26017"/>
                    <a:pt x="14501" y="48270"/>
                    <a:pt x="14501" y="58100"/>
                  </a:cubicBezTo>
                  <a:cubicBezTo>
                    <a:pt x="14501" y="75098"/>
                    <a:pt x="30526" y="86485"/>
                    <a:pt x="62090" y="91934"/>
                  </a:cubicBezTo>
                  <a:cubicBezTo>
                    <a:pt x="99460" y="98390"/>
                    <a:pt x="116134" y="110360"/>
                    <a:pt x="116134" y="130700"/>
                  </a:cubicBezTo>
                  <a:cubicBezTo>
                    <a:pt x="116134" y="152045"/>
                    <a:pt x="92259" y="169401"/>
                    <a:pt x="62933" y="169401"/>
                  </a:cubicBezTo>
                  <a:cubicBezTo>
                    <a:pt x="33608" y="169401"/>
                    <a:pt x="9732" y="152045"/>
                    <a:pt x="9732" y="130700"/>
                  </a:cubicBezTo>
                  <a:lnTo>
                    <a:pt x="0" y="130700"/>
                  </a:lnTo>
                  <a:cubicBezTo>
                    <a:pt x="0" y="156133"/>
                    <a:pt x="25628" y="177024"/>
                    <a:pt x="58067" y="178938"/>
                  </a:cubicBezTo>
                  <a:close/>
                </a:path>
              </a:pathLst>
            </a:custGeom>
            <a:solidFill>
              <a:srgbClr val="000000"/>
            </a:solidFill>
            <a:ln w="3242" cap="flat">
              <a:noFill/>
              <a:prstDash val="solid"/>
              <a:miter/>
            </a:ln>
          </p:spPr>
          <p:txBody>
            <a:bodyPr rtlCol="0" anchor="ctr"/>
            <a:lstStyle/>
            <a:p>
              <a:endParaRPr lang="en-US"/>
            </a:p>
          </p:txBody>
        </p:sp>
        <p:sp>
          <p:nvSpPr>
            <p:cNvPr id="134" name="Freeform: Shape 1124"/>
            <p:cNvSpPr/>
            <p:nvPr/>
          </p:nvSpPr>
          <p:spPr>
            <a:xfrm>
              <a:off x="1990962" y="2717739"/>
              <a:ext cx="523915" cy="465381"/>
            </a:xfrm>
            <a:custGeom>
              <a:avLst/>
              <a:gdLst>
                <a:gd name="connsiteX0" fmla="*/ 516552 w 523915"/>
                <a:gd name="connsiteY0" fmla="*/ 455649 h 465381"/>
                <a:gd name="connsiteX1" fmla="*/ 376477 w 523915"/>
                <a:gd name="connsiteY1" fmla="*/ 455649 h 465381"/>
                <a:gd name="connsiteX2" fmla="*/ 343875 w 523915"/>
                <a:gd name="connsiteY2" fmla="*/ 412537 h 465381"/>
                <a:gd name="connsiteX3" fmla="*/ 358246 w 523915"/>
                <a:gd name="connsiteY3" fmla="*/ 401637 h 465381"/>
                <a:gd name="connsiteX4" fmla="*/ 410733 w 523915"/>
                <a:gd name="connsiteY4" fmla="*/ 361931 h 465381"/>
                <a:gd name="connsiteX5" fmla="*/ 404894 w 523915"/>
                <a:gd name="connsiteY5" fmla="*/ 354145 h 465381"/>
                <a:gd name="connsiteX6" fmla="*/ 404862 w 523915"/>
                <a:gd name="connsiteY6" fmla="*/ 354145 h 465381"/>
                <a:gd name="connsiteX7" fmla="*/ 360127 w 523915"/>
                <a:gd name="connsiteY7" fmla="*/ 388012 h 465381"/>
                <a:gd name="connsiteX8" fmla="*/ 325352 w 523915"/>
                <a:gd name="connsiteY8" fmla="*/ 342045 h 465381"/>
                <a:gd name="connsiteX9" fmla="*/ 327752 w 523915"/>
                <a:gd name="connsiteY9" fmla="*/ 340715 h 465381"/>
                <a:gd name="connsiteX10" fmla="*/ 332748 w 523915"/>
                <a:gd name="connsiteY10" fmla="*/ 337860 h 465381"/>
                <a:gd name="connsiteX11" fmla="*/ 334403 w 523915"/>
                <a:gd name="connsiteY11" fmla="*/ 336855 h 465381"/>
                <a:gd name="connsiteX12" fmla="*/ 339982 w 523915"/>
                <a:gd name="connsiteY12" fmla="*/ 333448 h 465381"/>
                <a:gd name="connsiteX13" fmla="*/ 340469 w 523915"/>
                <a:gd name="connsiteY13" fmla="*/ 333124 h 465381"/>
                <a:gd name="connsiteX14" fmla="*/ 346892 w 523915"/>
                <a:gd name="connsiteY14" fmla="*/ 328810 h 465381"/>
                <a:gd name="connsiteX15" fmla="*/ 353834 w 523915"/>
                <a:gd name="connsiteY15" fmla="*/ 323781 h 465381"/>
                <a:gd name="connsiteX16" fmla="*/ 359284 w 523915"/>
                <a:gd name="connsiteY16" fmla="*/ 319499 h 465381"/>
                <a:gd name="connsiteX17" fmla="*/ 370995 w 523915"/>
                <a:gd name="connsiteY17" fmla="*/ 309313 h 465381"/>
                <a:gd name="connsiteX18" fmla="*/ 365091 w 523915"/>
                <a:gd name="connsiteY18" fmla="*/ 301528 h 465381"/>
                <a:gd name="connsiteX19" fmla="*/ 359835 w 523915"/>
                <a:gd name="connsiteY19" fmla="*/ 306296 h 465381"/>
                <a:gd name="connsiteX20" fmla="*/ 358992 w 523915"/>
                <a:gd name="connsiteY20" fmla="*/ 307075 h 465381"/>
                <a:gd name="connsiteX21" fmla="*/ 353737 w 523915"/>
                <a:gd name="connsiteY21" fmla="*/ 311454 h 465381"/>
                <a:gd name="connsiteX22" fmla="*/ 348125 w 523915"/>
                <a:gd name="connsiteY22" fmla="*/ 315866 h 465381"/>
                <a:gd name="connsiteX23" fmla="*/ 347184 w 523915"/>
                <a:gd name="connsiteY23" fmla="*/ 316580 h 465381"/>
                <a:gd name="connsiteX24" fmla="*/ 342188 w 523915"/>
                <a:gd name="connsiteY24" fmla="*/ 320213 h 465381"/>
                <a:gd name="connsiteX25" fmla="*/ 341377 w 523915"/>
                <a:gd name="connsiteY25" fmla="*/ 320797 h 465381"/>
                <a:gd name="connsiteX26" fmla="*/ 336349 w 523915"/>
                <a:gd name="connsiteY26" fmla="*/ 324171 h 465381"/>
                <a:gd name="connsiteX27" fmla="*/ 331223 w 523915"/>
                <a:gd name="connsiteY27" fmla="*/ 327415 h 465381"/>
                <a:gd name="connsiteX28" fmla="*/ 328336 w 523915"/>
                <a:gd name="connsiteY28" fmla="*/ 329199 h 465381"/>
                <a:gd name="connsiteX29" fmla="*/ 324216 w 523915"/>
                <a:gd name="connsiteY29" fmla="*/ 331567 h 465381"/>
                <a:gd name="connsiteX30" fmla="*/ 320032 w 523915"/>
                <a:gd name="connsiteY30" fmla="*/ 333838 h 465381"/>
                <a:gd name="connsiteX31" fmla="*/ 315815 w 523915"/>
                <a:gd name="connsiteY31" fmla="*/ 336044 h 465381"/>
                <a:gd name="connsiteX32" fmla="*/ 314322 w 523915"/>
                <a:gd name="connsiteY32" fmla="*/ 336790 h 465381"/>
                <a:gd name="connsiteX33" fmla="*/ 290674 w 523915"/>
                <a:gd name="connsiteY33" fmla="*/ 346846 h 465381"/>
                <a:gd name="connsiteX34" fmla="*/ 191765 w 523915"/>
                <a:gd name="connsiteY34" fmla="*/ 356740 h 465381"/>
                <a:gd name="connsiteX35" fmla="*/ 52501 w 523915"/>
                <a:gd name="connsiteY35" fmla="*/ 275089 h 465381"/>
                <a:gd name="connsiteX36" fmla="*/ 11757 w 523915"/>
                <a:gd name="connsiteY36" fmla="*/ 118924 h 465381"/>
                <a:gd name="connsiteX37" fmla="*/ 62882 w 523915"/>
                <a:gd name="connsiteY37" fmla="*/ 7915 h 465381"/>
                <a:gd name="connsiteX38" fmla="*/ 56913 w 523915"/>
                <a:gd name="connsiteY38" fmla="*/ 0 h 465381"/>
                <a:gd name="connsiteX39" fmla="*/ 2122 w 523915"/>
                <a:gd name="connsiteY39" fmla="*/ 117594 h 465381"/>
                <a:gd name="connsiteX40" fmla="*/ 44748 w 523915"/>
                <a:gd name="connsiteY40" fmla="*/ 280961 h 465381"/>
                <a:gd name="connsiteX41" fmla="*/ 190435 w 523915"/>
                <a:gd name="connsiteY41" fmla="*/ 366375 h 465381"/>
                <a:gd name="connsiteX42" fmla="*/ 221220 w 523915"/>
                <a:gd name="connsiteY42" fmla="*/ 368516 h 465381"/>
                <a:gd name="connsiteX43" fmla="*/ 293885 w 523915"/>
                <a:gd name="connsiteY43" fmla="*/ 356027 h 465381"/>
                <a:gd name="connsiteX44" fmla="*/ 293918 w 523915"/>
                <a:gd name="connsiteY44" fmla="*/ 356027 h 465381"/>
                <a:gd name="connsiteX45" fmla="*/ 316528 w 523915"/>
                <a:gd name="connsiteY45" fmla="*/ 346522 h 465381"/>
                <a:gd name="connsiteX46" fmla="*/ 316561 w 523915"/>
                <a:gd name="connsiteY46" fmla="*/ 346522 h 465381"/>
                <a:gd name="connsiteX47" fmla="*/ 352374 w 523915"/>
                <a:gd name="connsiteY47" fmla="*/ 393884 h 465381"/>
                <a:gd name="connsiteX48" fmla="*/ 330218 w 523915"/>
                <a:gd name="connsiteY48" fmla="*/ 410655 h 465381"/>
                <a:gd name="connsiteX49" fmla="*/ 371643 w 523915"/>
                <a:gd name="connsiteY49" fmla="*/ 465381 h 465381"/>
                <a:gd name="connsiteX50" fmla="*/ 523916 w 523915"/>
                <a:gd name="connsiteY50" fmla="*/ 465381 h 465381"/>
                <a:gd name="connsiteX51" fmla="*/ 516552 w 523915"/>
                <a:gd name="connsiteY51" fmla="*/ 455649 h 46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915" h="465381">
                  <a:moveTo>
                    <a:pt x="516552" y="455649"/>
                  </a:moveTo>
                  <a:lnTo>
                    <a:pt x="376477" y="455649"/>
                  </a:lnTo>
                  <a:lnTo>
                    <a:pt x="343875" y="412537"/>
                  </a:lnTo>
                  <a:lnTo>
                    <a:pt x="358246" y="401637"/>
                  </a:lnTo>
                  <a:lnTo>
                    <a:pt x="410733" y="361931"/>
                  </a:lnTo>
                  <a:lnTo>
                    <a:pt x="404894" y="354145"/>
                  </a:lnTo>
                  <a:lnTo>
                    <a:pt x="404862" y="354145"/>
                  </a:lnTo>
                  <a:lnTo>
                    <a:pt x="360127" y="388012"/>
                  </a:lnTo>
                  <a:lnTo>
                    <a:pt x="325352" y="342045"/>
                  </a:lnTo>
                  <a:cubicBezTo>
                    <a:pt x="326163" y="341623"/>
                    <a:pt x="326974" y="341169"/>
                    <a:pt x="327752" y="340715"/>
                  </a:cubicBezTo>
                  <a:cubicBezTo>
                    <a:pt x="329439" y="339807"/>
                    <a:pt x="331094" y="338834"/>
                    <a:pt x="332748" y="337860"/>
                  </a:cubicBezTo>
                  <a:cubicBezTo>
                    <a:pt x="333300" y="337536"/>
                    <a:pt x="333851" y="337212"/>
                    <a:pt x="334403" y="336855"/>
                  </a:cubicBezTo>
                  <a:cubicBezTo>
                    <a:pt x="336284" y="335752"/>
                    <a:pt x="338133" y="334616"/>
                    <a:pt x="339982" y="333448"/>
                  </a:cubicBezTo>
                  <a:cubicBezTo>
                    <a:pt x="340144" y="333319"/>
                    <a:pt x="340307" y="333221"/>
                    <a:pt x="340469" y="333124"/>
                  </a:cubicBezTo>
                  <a:cubicBezTo>
                    <a:pt x="342642" y="331729"/>
                    <a:pt x="344783" y="330269"/>
                    <a:pt x="346892" y="328810"/>
                  </a:cubicBezTo>
                  <a:cubicBezTo>
                    <a:pt x="349228" y="327155"/>
                    <a:pt x="351563" y="325501"/>
                    <a:pt x="353834" y="323781"/>
                  </a:cubicBezTo>
                  <a:cubicBezTo>
                    <a:pt x="355683" y="322354"/>
                    <a:pt x="357500" y="320959"/>
                    <a:pt x="359284" y="319499"/>
                  </a:cubicBezTo>
                  <a:cubicBezTo>
                    <a:pt x="363306" y="316288"/>
                    <a:pt x="367232" y="312882"/>
                    <a:pt x="370995" y="309313"/>
                  </a:cubicBezTo>
                  <a:lnTo>
                    <a:pt x="365091" y="301528"/>
                  </a:lnTo>
                  <a:cubicBezTo>
                    <a:pt x="363371" y="303150"/>
                    <a:pt x="361620" y="304772"/>
                    <a:pt x="359835" y="306296"/>
                  </a:cubicBezTo>
                  <a:cubicBezTo>
                    <a:pt x="359543" y="306556"/>
                    <a:pt x="359251" y="306816"/>
                    <a:pt x="358992" y="307075"/>
                  </a:cubicBezTo>
                  <a:cubicBezTo>
                    <a:pt x="357273" y="308567"/>
                    <a:pt x="355521" y="310027"/>
                    <a:pt x="353737" y="311454"/>
                  </a:cubicBezTo>
                  <a:cubicBezTo>
                    <a:pt x="351888" y="312979"/>
                    <a:pt x="350039" y="314439"/>
                    <a:pt x="348125" y="315866"/>
                  </a:cubicBezTo>
                  <a:cubicBezTo>
                    <a:pt x="347833" y="316093"/>
                    <a:pt x="347508" y="316353"/>
                    <a:pt x="347184" y="316580"/>
                  </a:cubicBezTo>
                  <a:cubicBezTo>
                    <a:pt x="345562" y="317812"/>
                    <a:pt x="343875" y="319045"/>
                    <a:pt x="342188" y="320213"/>
                  </a:cubicBezTo>
                  <a:cubicBezTo>
                    <a:pt x="341929" y="320408"/>
                    <a:pt x="341637" y="320602"/>
                    <a:pt x="341377" y="320797"/>
                  </a:cubicBezTo>
                  <a:cubicBezTo>
                    <a:pt x="339723" y="321932"/>
                    <a:pt x="338036" y="323068"/>
                    <a:pt x="336349" y="324171"/>
                  </a:cubicBezTo>
                  <a:cubicBezTo>
                    <a:pt x="334662" y="325306"/>
                    <a:pt x="332943" y="326377"/>
                    <a:pt x="331223" y="327415"/>
                  </a:cubicBezTo>
                  <a:cubicBezTo>
                    <a:pt x="330283" y="328031"/>
                    <a:pt x="329310" y="328615"/>
                    <a:pt x="328336" y="329199"/>
                  </a:cubicBezTo>
                  <a:cubicBezTo>
                    <a:pt x="326974" y="330010"/>
                    <a:pt x="325611" y="330788"/>
                    <a:pt x="324216" y="331567"/>
                  </a:cubicBezTo>
                  <a:cubicBezTo>
                    <a:pt x="322822" y="332346"/>
                    <a:pt x="321459" y="333092"/>
                    <a:pt x="320032" y="333838"/>
                  </a:cubicBezTo>
                  <a:cubicBezTo>
                    <a:pt x="318637" y="334584"/>
                    <a:pt x="317242" y="335330"/>
                    <a:pt x="315815" y="336044"/>
                  </a:cubicBezTo>
                  <a:lnTo>
                    <a:pt x="314322" y="336790"/>
                  </a:lnTo>
                  <a:cubicBezTo>
                    <a:pt x="306569" y="340650"/>
                    <a:pt x="298622" y="344056"/>
                    <a:pt x="290674" y="346846"/>
                  </a:cubicBezTo>
                  <a:cubicBezTo>
                    <a:pt x="258785" y="358070"/>
                    <a:pt x="225502" y="361412"/>
                    <a:pt x="191765" y="356740"/>
                  </a:cubicBezTo>
                  <a:cubicBezTo>
                    <a:pt x="135968" y="349019"/>
                    <a:pt x="86530" y="320018"/>
                    <a:pt x="52501" y="275089"/>
                  </a:cubicBezTo>
                  <a:cubicBezTo>
                    <a:pt x="18504" y="230193"/>
                    <a:pt x="4036" y="174721"/>
                    <a:pt x="11757" y="118924"/>
                  </a:cubicBezTo>
                  <a:cubicBezTo>
                    <a:pt x="17498" y="77628"/>
                    <a:pt x="35438" y="38895"/>
                    <a:pt x="62882" y="7915"/>
                  </a:cubicBezTo>
                  <a:lnTo>
                    <a:pt x="56913" y="0"/>
                  </a:lnTo>
                  <a:cubicBezTo>
                    <a:pt x="27457" y="32667"/>
                    <a:pt x="8188" y="73736"/>
                    <a:pt x="2122" y="117594"/>
                  </a:cubicBezTo>
                  <a:cubicBezTo>
                    <a:pt x="-5956" y="175953"/>
                    <a:pt x="9194" y="233988"/>
                    <a:pt x="44748" y="280961"/>
                  </a:cubicBezTo>
                  <a:cubicBezTo>
                    <a:pt x="80334" y="327966"/>
                    <a:pt x="132076" y="358297"/>
                    <a:pt x="190435" y="366375"/>
                  </a:cubicBezTo>
                  <a:cubicBezTo>
                    <a:pt x="200751" y="367802"/>
                    <a:pt x="211002" y="368516"/>
                    <a:pt x="221220" y="368516"/>
                  </a:cubicBezTo>
                  <a:cubicBezTo>
                    <a:pt x="245939" y="368516"/>
                    <a:pt x="270237" y="364331"/>
                    <a:pt x="293885" y="356027"/>
                  </a:cubicBezTo>
                  <a:lnTo>
                    <a:pt x="293918" y="356027"/>
                  </a:lnTo>
                  <a:cubicBezTo>
                    <a:pt x="301509" y="353334"/>
                    <a:pt x="309100" y="350155"/>
                    <a:pt x="316528" y="346522"/>
                  </a:cubicBezTo>
                  <a:lnTo>
                    <a:pt x="316561" y="346522"/>
                  </a:lnTo>
                  <a:lnTo>
                    <a:pt x="352374" y="393884"/>
                  </a:lnTo>
                  <a:lnTo>
                    <a:pt x="330218" y="410655"/>
                  </a:lnTo>
                  <a:lnTo>
                    <a:pt x="371643" y="465381"/>
                  </a:lnTo>
                  <a:lnTo>
                    <a:pt x="523916" y="465381"/>
                  </a:lnTo>
                  <a:lnTo>
                    <a:pt x="516552" y="455649"/>
                  </a:lnTo>
                  <a:close/>
                </a:path>
              </a:pathLst>
            </a:custGeom>
            <a:solidFill>
              <a:srgbClr val="000000"/>
            </a:solidFill>
            <a:ln w="3242" cap="flat">
              <a:noFill/>
              <a:prstDash val="solid"/>
              <a:miter/>
            </a:ln>
          </p:spPr>
          <p:txBody>
            <a:bodyPr rtlCol="0" anchor="ctr"/>
            <a:lstStyle/>
            <a:p>
              <a:endParaRPr lang="en-US"/>
            </a:p>
          </p:txBody>
        </p:sp>
        <p:sp>
          <p:nvSpPr>
            <p:cNvPr id="135" name="Freeform: Shape 1125"/>
            <p:cNvSpPr/>
            <p:nvPr/>
          </p:nvSpPr>
          <p:spPr>
            <a:xfrm>
              <a:off x="2040606" y="2694542"/>
              <a:ext cx="342057" cy="342047"/>
            </a:xfrm>
            <a:custGeom>
              <a:avLst/>
              <a:gdLst>
                <a:gd name="connsiteX0" fmla="*/ 147571 w 342057"/>
                <a:gd name="connsiteY0" fmla="*/ 340426 h 342047"/>
                <a:gd name="connsiteX1" fmla="*/ 171155 w 342057"/>
                <a:gd name="connsiteY1" fmla="*/ 342048 h 342047"/>
                <a:gd name="connsiteX2" fmla="*/ 282845 w 342057"/>
                <a:gd name="connsiteY2" fmla="*/ 300330 h 342047"/>
                <a:gd name="connsiteX3" fmla="*/ 340426 w 342057"/>
                <a:gd name="connsiteY3" fmla="*/ 194479 h 342047"/>
                <a:gd name="connsiteX4" fmla="*/ 194479 w 342057"/>
                <a:gd name="connsiteY4" fmla="*/ 1625 h 342047"/>
                <a:gd name="connsiteX5" fmla="*/ 1625 w 342057"/>
                <a:gd name="connsiteY5" fmla="*/ 147571 h 342047"/>
                <a:gd name="connsiteX6" fmla="*/ 147571 w 342057"/>
                <a:gd name="connsiteY6" fmla="*/ 340426 h 342047"/>
                <a:gd name="connsiteX7" fmla="*/ 11259 w 342057"/>
                <a:gd name="connsiteY7" fmla="*/ 148901 h 342047"/>
                <a:gd name="connsiteX8" fmla="*/ 170928 w 342057"/>
                <a:gd name="connsiteY8" fmla="*/ 9735 h 342047"/>
                <a:gd name="connsiteX9" fmla="*/ 193149 w 342057"/>
                <a:gd name="connsiteY9" fmla="*/ 11259 h 342047"/>
                <a:gd name="connsiteX10" fmla="*/ 330791 w 342057"/>
                <a:gd name="connsiteY10" fmla="*/ 193149 h 342047"/>
                <a:gd name="connsiteX11" fmla="*/ 148934 w 342057"/>
                <a:gd name="connsiteY11" fmla="*/ 330791 h 342047"/>
                <a:gd name="connsiteX12" fmla="*/ 11259 w 342057"/>
                <a:gd name="connsiteY12" fmla="*/ 148901 h 34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057" h="342047">
                  <a:moveTo>
                    <a:pt x="147571" y="340426"/>
                  </a:moveTo>
                  <a:cubicBezTo>
                    <a:pt x="155519" y="341529"/>
                    <a:pt x="163369" y="342048"/>
                    <a:pt x="171155" y="342048"/>
                  </a:cubicBezTo>
                  <a:cubicBezTo>
                    <a:pt x="213132" y="342048"/>
                    <a:pt x="252481" y="326509"/>
                    <a:pt x="282845" y="300330"/>
                  </a:cubicBezTo>
                  <a:cubicBezTo>
                    <a:pt x="313176" y="274119"/>
                    <a:pt x="334489" y="237235"/>
                    <a:pt x="340426" y="194479"/>
                  </a:cubicBezTo>
                  <a:cubicBezTo>
                    <a:pt x="353369" y="101052"/>
                    <a:pt x="287873" y="14568"/>
                    <a:pt x="194479" y="1625"/>
                  </a:cubicBezTo>
                  <a:cubicBezTo>
                    <a:pt x="101052" y="-11287"/>
                    <a:pt x="14568" y="54177"/>
                    <a:pt x="1625" y="147571"/>
                  </a:cubicBezTo>
                  <a:cubicBezTo>
                    <a:pt x="-11287" y="240998"/>
                    <a:pt x="54177" y="327482"/>
                    <a:pt x="147571" y="340426"/>
                  </a:cubicBezTo>
                  <a:close/>
                  <a:moveTo>
                    <a:pt x="11259" y="148901"/>
                  </a:moveTo>
                  <a:cubicBezTo>
                    <a:pt x="22418" y="68288"/>
                    <a:pt x="91710" y="9735"/>
                    <a:pt x="170928" y="9735"/>
                  </a:cubicBezTo>
                  <a:cubicBezTo>
                    <a:pt x="178259" y="9735"/>
                    <a:pt x="185688" y="10221"/>
                    <a:pt x="193149" y="11259"/>
                  </a:cubicBezTo>
                  <a:cubicBezTo>
                    <a:pt x="281223" y="23456"/>
                    <a:pt x="342988" y="105042"/>
                    <a:pt x="330791" y="193149"/>
                  </a:cubicBezTo>
                  <a:cubicBezTo>
                    <a:pt x="318594" y="281223"/>
                    <a:pt x="236943" y="342956"/>
                    <a:pt x="148934" y="330791"/>
                  </a:cubicBezTo>
                  <a:cubicBezTo>
                    <a:pt x="60827" y="318594"/>
                    <a:pt x="-906" y="237007"/>
                    <a:pt x="11259" y="148901"/>
                  </a:cubicBezTo>
                  <a:close/>
                </a:path>
              </a:pathLst>
            </a:custGeom>
            <a:solidFill>
              <a:srgbClr val="000000"/>
            </a:solidFill>
            <a:ln w="3242" cap="flat">
              <a:noFill/>
              <a:prstDash val="solid"/>
              <a:miter/>
            </a:ln>
          </p:spPr>
          <p:txBody>
            <a:bodyPr rtlCol="0" anchor="ctr"/>
            <a:lstStyle/>
            <a:p>
              <a:endParaRPr lang="en-US"/>
            </a:p>
          </p:txBody>
        </p:sp>
        <p:sp>
          <p:nvSpPr>
            <p:cNvPr id="136" name="Freeform: Shape 824"/>
            <p:cNvSpPr/>
            <p:nvPr/>
          </p:nvSpPr>
          <p:spPr>
            <a:xfrm>
              <a:off x="2019653" y="2623907"/>
              <a:ext cx="535905" cy="559213"/>
            </a:xfrm>
            <a:custGeom>
              <a:avLst/>
              <a:gdLst>
                <a:gd name="connsiteX0" fmla="*/ 535905 w 535905"/>
                <a:gd name="connsiteY0" fmla="*/ 559213 h 559213"/>
                <a:gd name="connsiteX1" fmla="*/ 495226 w 535905"/>
                <a:gd name="connsiteY1" fmla="*/ 559213 h 559213"/>
                <a:gd name="connsiteX2" fmla="*/ 404232 w 535905"/>
                <a:gd name="connsiteY2" fmla="*/ 438959 h 559213"/>
                <a:gd name="connsiteX3" fmla="*/ 382043 w 535905"/>
                <a:gd name="connsiteY3" fmla="*/ 455763 h 559213"/>
                <a:gd name="connsiteX4" fmla="*/ 372246 w 535905"/>
                <a:gd name="connsiteY4" fmla="*/ 442722 h 559213"/>
                <a:gd name="connsiteX5" fmla="*/ 342305 w 535905"/>
                <a:gd name="connsiteY5" fmla="*/ 403146 h 559213"/>
                <a:gd name="connsiteX6" fmla="*/ 336400 w 535905"/>
                <a:gd name="connsiteY6" fmla="*/ 395360 h 559213"/>
                <a:gd name="connsiteX7" fmla="*/ 344478 w 535905"/>
                <a:gd name="connsiteY7" fmla="*/ 387347 h 559213"/>
                <a:gd name="connsiteX8" fmla="*/ 348695 w 535905"/>
                <a:gd name="connsiteY8" fmla="*/ 382871 h 559213"/>
                <a:gd name="connsiteX9" fmla="*/ 360957 w 535905"/>
                <a:gd name="connsiteY9" fmla="*/ 367527 h 559213"/>
                <a:gd name="connsiteX10" fmla="*/ 362807 w 535905"/>
                <a:gd name="connsiteY10" fmla="*/ 364899 h 559213"/>
                <a:gd name="connsiteX11" fmla="*/ 365694 w 535905"/>
                <a:gd name="connsiteY11" fmla="*/ 360714 h 559213"/>
                <a:gd name="connsiteX12" fmla="*/ 399269 w 535905"/>
                <a:gd name="connsiteY12" fmla="*/ 272348 h 559213"/>
                <a:gd name="connsiteX13" fmla="*/ 358492 w 535905"/>
                <a:gd name="connsiteY13" fmla="*/ 116086 h 559213"/>
                <a:gd name="connsiteX14" fmla="*/ 219196 w 535905"/>
                <a:gd name="connsiteY14" fmla="*/ 34467 h 559213"/>
                <a:gd name="connsiteX15" fmla="*/ 46778 w 535905"/>
                <a:gd name="connsiteY15" fmla="*/ 88804 h 559213"/>
                <a:gd name="connsiteX16" fmla="*/ 45253 w 535905"/>
                <a:gd name="connsiteY16" fmla="*/ 90167 h 559213"/>
                <a:gd name="connsiteX17" fmla="*/ 45124 w 535905"/>
                <a:gd name="connsiteY17" fmla="*/ 90296 h 559213"/>
                <a:gd name="connsiteX18" fmla="*/ 34191 w 535905"/>
                <a:gd name="connsiteY18" fmla="*/ 101748 h 559213"/>
                <a:gd name="connsiteX19" fmla="*/ 28223 w 535905"/>
                <a:gd name="connsiteY19" fmla="*/ 93832 h 559213"/>
                <a:gd name="connsiteX20" fmla="*/ 0 w 535905"/>
                <a:gd name="connsiteY20" fmla="*/ 56527 h 559213"/>
                <a:gd name="connsiteX21" fmla="*/ 62609 w 535905"/>
                <a:gd name="connsiteY21" fmla="*/ 9327 h 559213"/>
                <a:gd name="connsiteX22" fmla="*/ 76785 w 535905"/>
                <a:gd name="connsiteY22" fmla="*/ 28044 h 559213"/>
                <a:gd name="connsiteX23" fmla="*/ 223640 w 535905"/>
                <a:gd name="connsiteY23" fmla="*/ 2320 h 559213"/>
                <a:gd name="connsiteX24" fmla="*/ 384346 w 535905"/>
                <a:gd name="connsiteY24" fmla="*/ 96525 h 559213"/>
                <a:gd name="connsiteX25" fmla="*/ 431384 w 535905"/>
                <a:gd name="connsiteY25" fmla="*/ 276793 h 559213"/>
                <a:gd name="connsiteX26" fmla="*/ 392684 w 535905"/>
                <a:gd name="connsiteY26" fmla="*/ 378751 h 559213"/>
                <a:gd name="connsiteX27" fmla="*/ 389375 w 535905"/>
                <a:gd name="connsiteY27" fmla="*/ 383552 h 559213"/>
                <a:gd name="connsiteX28" fmla="*/ 387234 w 535905"/>
                <a:gd name="connsiteY28" fmla="*/ 386536 h 559213"/>
                <a:gd name="connsiteX29" fmla="*/ 378767 w 535905"/>
                <a:gd name="connsiteY29" fmla="*/ 397598 h 559213"/>
                <a:gd name="connsiteX30" fmla="*/ 388369 w 535905"/>
                <a:gd name="connsiteY30" fmla="*/ 410282 h 559213"/>
                <a:gd name="connsiteX31" fmla="*/ 410525 w 535905"/>
                <a:gd name="connsiteY31" fmla="*/ 393511 h 559213"/>
                <a:gd name="connsiteX32" fmla="*/ 535905 w 535905"/>
                <a:gd name="connsiteY32" fmla="*/ 559213 h 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5905" h="559213">
                  <a:moveTo>
                    <a:pt x="535905" y="559213"/>
                  </a:moveTo>
                  <a:lnTo>
                    <a:pt x="495226" y="559213"/>
                  </a:lnTo>
                  <a:lnTo>
                    <a:pt x="404232" y="438959"/>
                  </a:lnTo>
                  <a:lnTo>
                    <a:pt x="382043" y="455763"/>
                  </a:lnTo>
                  <a:lnTo>
                    <a:pt x="372246" y="442722"/>
                  </a:lnTo>
                  <a:lnTo>
                    <a:pt x="342305" y="403146"/>
                  </a:lnTo>
                  <a:lnTo>
                    <a:pt x="336400" y="395360"/>
                  </a:lnTo>
                  <a:cubicBezTo>
                    <a:pt x="339158" y="392765"/>
                    <a:pt x="341850" y="390105"/>
                    <a:pt x="344478" y="387347"/>
                  </a:cubicBezTo>
                  <a:cubicBezTo>
                    <a:pt x="344835" y="386958"/>
                    <a:pt x="348241" y="383357"/>
                    <a:pt x="348695" y="382871"/>
                  </a:cubicBezTo>
                  <a:cubicBezTo>
                    <a:pt x="352977" y="378070"/>
                    <a:pt x="357000" y="373041"/>
                    <a:pt x="360957" y="367527"/>
                  </a:cubicBezTo>
                  <a:cubicBezTo>
                    <a:pt x="361606" y="366651"/>
                    <a:pt x="362223" y="365775"/>
                    <a:pt x="362807" y="364899"/>
                  </a:cubicBezTo>
                  <a:cubicBezTo>
                    <a:pt x="362839" y="364867"/>
                    <a:pt x="364785" y="362142"/>
                    <a:pt x="365694" y="360714"/>
                  </a:cubicBezTo>
                  <a:cubicBezTo>
                    <a:pt x="383535" y="334081"/>
                    <a:pt x="394825" y="304366"/>
                    <a:pt x="399269" y="272348"/>
                  </a:cubicBezTo>
                  <a:cubicBezTo>
                    <a:pt x="406989" y="216520"/>
                    <a:pt x="392489" y="161015"/>
                    <a:pt x="358492" y="116086"/>
                  </a:cubicBezTo>
                  <a:cubicBezTo>
                    <a:pt x="324463" y="71157"/>
                    <a:pt x="275024" y="42156"/>
                    <a:pt x="219196" y="34467"/>
                  </a:cubicBezTo>
                  <a:cubicBezTo>
                    <a:pt x="156262" y="25741"/>
                    <a:pt x="93427" y="45562"/>
                    <a:pt x="46778" y="88804"/>
                  </a:cubicBezTo>
                  <a:lnTo>
                    <a:pt x="45253" y="90167"/>
                  </a:lnTo>
                  <a:lnTo>
                    <a:pt x="45124" y="90296"/>
                  </a:lnTo>
                  <a:cubicBezTo>
                    <a:pt x="41328" y="93994"/>
                    <a:pt x="37663" y="97790"/>
                    <a:pt x="34191" y="101748"/>
                  </a:cubicBezTo>
                  <a:lnTo>
                    <a:pt x="28223" y="93832"/>
                  </a:lnTo>
                  <a:lnTo>
                    <a:pt x="0" y="56527"/>
                  </a:lnTo>
                  <a:lnTo>
                    <a:pt x="62609" y="9327"/>
                  </a:lnTo>
                  <a:lnTo>
                    <a:pt x="76785" y="28044"/>
                  </a:lnTo>
                  <a:cubicBezTo>
                    <a:pt x="121357" y="4493"/>
                    <a:pt x="172482" y="-4752"/>
                    <a:pt x="223640" y="2320"/>
                  </a:cubicBezTo>
                  <a:cubicBezTo>
                    <a:pt x="288033" y="11208"/>
                    <a:pt x="345094" y="44654"/>
                    <a:pt x="384346" y="96525"/>
                  </a:cubicBezTo>
                  <a:cubicBezTo>
                    <a:pt x="423599" y="148364"/>
                    <a:pt x="440305" y="212400"/>
                    <a:pt x="431384" y="276793"/>
                  </a:cubicBezTo>
                  <a:cubicBezTo>
                    <a:pt x="426291" y="313709"/>
                    <a:pt x="413250" y="348030"/>
                    <a:pt x="392684" y="378751"/>
                  </a:cubicBezTo>
                  <a:cubicBezTo>
                    <a:pt x="391613" y="380373"/>
                    <a:pt x="389375" y="383552"/>
                    <a:pt x="389375" y="383552"/>
                  </a:cubicBezTo>
                  <a:cubicBezTo>
                    <a:pt x="388661" y="384558"/>
                    <a:pt x="387947" y="385563"/>
                    <a:pt x="387234" y="386536"/>
                  </a:cubicBezTo>
                  <a:cubicBezTo>
                    <a:pt x="384444" y="390397"/>
                    <a:pt x="381654" y="394062"/>
                    <a:pt x="378767" y="397598"/>
                  </a:cubicBezTo>
                  <a:lnTo>
                    <a:pt x="388369" y="410282"/>
                  </a:lnTo>
                  <a:lnTo>
                    <a:pt x="410525" y="393511"/>
                  </a:lnTo>
                  <a:lnTo>
                    <a:pt x="535905" y="559213"/>
                  </a:lnTo>
                  <a:close/>
                </a:path>
              </a:pathLst>
            </a:custGeom>
            <a:solidFill>
              <a:srgbClr val="CFABCF"/>
            </a:solidFill>
            <a:ln w="3242" cap="flat">
              <a:noFill/>
              <a:prstDash val="solid"/>
              <a:miter/>
            </a:ln>
          </p:spPr>
          <p:txBody>
            <a:bodyPr rtlCol="0" anchor="ctr"/>
            <a:lstStyle/>
            <a:p>
              <a:endParaRPr lang="en-US"/>
            </a:p>
          </p:txBody>
        </p:sp>
      </p:grpSp>
      <p:grpSp>
        <p:nvGrpSpPr>
          <p:cNvPr id="137" name="Group 1220"/>
          <p:cNvGrpSpPr/>
          <p:nvPr/>
        </p:nvGrpSpPr>
        <p:grpSpPr>
          <a:xfrm>
            <a:off x="6497625" y="3336438"/>
            <a:ext cx="624822" cy="624671"/>
            <a:chOff x="4221983" y="5199317"/>
            <a:chExt cx="640126" cy="639971"/>
          </a:xfrm>
        </p:grpSpPr>
        <p:sp>
          <p:nvSpPr>
            <p:cNvPr id="138" name="Freeform: Shape 1147"/>
            <p:cNvSpPr/>
            <p:nvPr/>
          </p:nvSpPr>
          <p:spPr>
            <a:xfrm>
              <a:off x="4322122" y="5444108"/>
              <a:ext cx="89690" cy="139717"/>
            </a:xfrm>
            <a:custGeom>
              <a:avLst/>
              <a:gdLst>
                <a:gd name="connsiteX0" fmla="*/ 39877 w 89690"/>
                <a:gd name="connsiteY0" fmla="*/ 0 h 139717"/>
                <a:gd name="connsiteX1" fmla="*/ 39877 w 89690"/>
                <a:gd name="connsiteY1" fmla="*/ 15798 h 139717"/>
                <a:gd name="connsiteX2" fmla="*/ 26771 w 89690"/>
                <a:gd name="connsiteY2" fmla="*/ 17907 h 139717"/>
                <a:gd name="connsiteX3" fmla="*/ 9935 w 89690"/>
                <a:gd name="connsiteY3" fmla="*/ 40160 h 139717"/>
                <a:gd name="connsiteX4" fmla="*/ 46430 w 89690"/>
                <a:gd name="connsiteY4" fmla="*/ 65528 h 139717"/>
                <a:gd name="connsiteX5" fmla="*/ 79843 w 89690"/>
                <a:gd name="connsiteY5" fmla="*/ 89339 h 139717"/>
                <a:gd name="connsiteX6" fmla="*/ 79843 w 89690"/>
                <a:gd name="connsiteY6" fmla="*/ 89631 h 139717"/>
                <a:gd name="connsiteX7" fmla="*/ 79843 w 89690"/>
                <a:gd name="connsiteY7" fmla="*/ 89923 h 139717"/>
                <a:gd name="connsiteX8" fmla="*/ 68716 w 89690"/>
                <a:gd name="connsiteY8" fmla="*/ 108219 h 139717"/>
                <a:gd name="connsiteX9" fmla="*/ 20835 w 89690"/>
                <a:gd name="connsiteY9" fmla="*/ 108219 h 139717"/>
                <a:gd name="connsiteX10" fmla="*/ 9740 w 89690"/>
                <a:gd name="connsiteY10" fmla="*/ 89923 h 139717"/>
                <a:gd name="connsiteX11" fmla="*/ 9 w 89690"/>
                <a:gd name="connsiteY11" fmla="*/ 89696 h 139717"/>
                <a:gd name="connsiteX12" fmla="*/ 15904 w 89690"/>
                <a:gd name="connsiteY12" fmla="*/ 116621 h 139717"/>
                <a:gd name="connsiteX13" fmla="*/ 39910 w 89690"/>
                <a:gd name="connsiteY13" fmla="*/ 123563 h 139717"/>
                <a:gd name="connsiteX14" fmla="*/ 39910 w 89690"/>
                <a:gd name="connsiteY14" fmla="*/ 139718 h 139717"/>
                <a:gd name="connsiteX15" fmla="*/ 49642 w 89690"/>
                <a:gd name="connsiteY15" fmla="*/ 139718 h 139717"/>
                <a:gd name="connsiteX16" fmla="*/ 49642 w 89690"/>
                <a:gd name="connsiteY16" fmla="*/ 123563 h 139717"/>
                <a:gd name="connsiteX17" fmla="*/ 73647 w 89690"/>
                <a:gd name="connsiteY17" fmla="*/ 116621 h 139717"/>
                <a:gd name="connsiteX18" fmla="*/ 89575 w 89690"/>
                <a:gd name="connsiteY18" fmla="*/ 89988 h 139717"/>
                <a:gd name="connsiteX19" fmla="*/ 48863 w 89690"/>
                <a:gd name="connsiteY19" fmla="*/ 56089 h 139717"/>
                <a:gd name="connsiteX20" fmla="*/ 19699 w 89690"/>
                <a:gd name="connsiteY20" fmla="*/ 39414 h 139717"/>
                <a:gd name="connsiteX21" fmla="*/ 29756 w 89690"/>
                <a:gd name="connsiteY21" fmla="*/ 27152 h 139717"/>
                <a:gd name="connsiteX22" fmla="*/ 70500 w 89690"/>
                <a:gd name="connsiteY22" fmla="*/ 32310 h 139717"/>
                <a:gd name="connsiteX23" fmla="*/ 78967 w 89690"/>
                <a:gd name="connsiteY23" fmla="*/ 27541 h 139717"/>
                <a:gd name="connsiteX24" fmla="*/ 49642 w 89690"/>
                <a:gd name="connsiteY24" fmla="*/ 15928 h 139717"/>
                <a:gd name="connsiteX25" fmla="*/ 49642 w 89690"/>
                <a:gd name="connsiteY25" fmla="*/ 0 h 139717"/>
                <a:gd name="connsiteX26" fmla="*/ 39910 w 89690"/>
                <a:gd name="connsiteY26" fmla="*/ 0 h 13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690" h="139717">
                  <a:moveTo>
                    <a:pt x="39877" y="0"/>
                  </a:moveTo>
                  <a:lnTo>
                    <a:pt x="39877" y="15798"/>
                  </a:lnTo>
                  <a:cubicBezTo>
                    <a:pt x="35108" y="16025"/>
                    <a:pt x="30567" y="16707"/>
                    <a:pt x="26771" y="17907"/>
                  </a:cubicBezTo>
                  <a:cubicBezTo>
                    <a:pt x="15028" y="21605"/>
                    <a:pt x="8897" y="29812"/>
                    <a:pt x="9935" y="40160"/>
                  </a:cubicBezTo>
                  <a:cubicBezTo>
                    <a:pt x="10778" y="56510"/>
                    <a:pt x="28880" y="61084"/>
                    <a:pt x="46430" y="65528"/>
                  </a:cubicBezTo>
                  <a:cubicBezTo>
                    <a:pt x="68100" y="71011"/>
                    <a:pt x="81173" y="75358"/>
                    <a:pt x="79843" y="89339"/>
                  </a:cubicBezTo>
                  <a:lnTo>
                    <a:pt x="79843" y="89631"/>
                  </a:lnTo>
                  <a:cubicBezTo>
                    <a:pt x="79843" y="89631"/>
                    <a:pt x="79843" y="89923"/>
                    <a:pt x="79843" y="89923"/>
                  </a:cubicBezTo>
                  <a:cubicBezTo>
                    <a:pt x="80005" y="97644"/>
                    <a:pt x="76275" y="103807"/>
                    <a:pt x="68716" y="108219"/>
                  </a:cubicBezTo>
                  <a:cubicBezTo>
                    <a:pt x="55513" y="115972"/>
                    <a:pt x="34038" y="115972"/>
                    <a:pt x="20835" y="108219"/>
                  </a:cubicBezTo>
                  <a:cubicBezTo>
                    <a:pt x="13276" y="103775"/>
                    <a:pt x="9546" y="97611"/>
                    <a:pt x="9740" y="89923"/>
                  </a:cubicBezTo>
                  <a:lnTo>
                    <a:pt x="9" y="89696"/>
                  </a:lnTo>
                  <a:cubicBezTo>
                    <a:pt x="-251" y="100888"/>
                    <a:pt x="5394" y="110458"/>
                    <a:pt x="15904" y="116621"/>
                  </a:cubicBezTo>
                  <a:cubicBezTo>
                    <a:pt x="22749" y="120643"/>
                    <a:pt x="31216" y="122947"/>
                    <a:pt x="39910" y="123563"/>
                  </a:cubicBezTo>
                  <a:lnTo>
                    <a:pt x="39910" y="139718"/>
                  </a:lnTo>
                  <a:lnTo>
                    <a:pt x="49642" y="139718"/>
                  </a:lnTo>
                  <a:lnTo>
                    <a:pt x="49642" y="123563"/>
                  </a:lnTo>
                  <a:cubicBezTo>
                    <a:pt x="58368" y="122947"/>
                    <a:pt x="66834" y="120643"/>
                    <a:pt x="73647" y="116621"/>
                  </a:cubicBezTo>
                  <a:cubicBezTo>
                    <a:pt x="84060" y="110490"/>
                    <a:pt x="89737" y="101050"/>
                    <a:pt x="89575" y="89988"/>
                  </a:cubicBezTo>
                  <a:cubicBezTo>
                    <a:pt x="91554" y="66923"/>
                    <a:pt x="67873" y="60922"/>
                    <a:pt x="48863" y="56089"/>
                  </a:cubicBezTo>
                  <a:cubicBezTo>
                    <a:pt x="31540" y="51709"/>
                    <a:pt x="20154" y="48173"/>
                    <a:pt x="19699" y="39414"/>
                  </a:cubicBezTo>
                  <a:cubicBezTo>
                    <a:pt x="19310" y="35619"/>
                    <a:pt x="19959" y="30234"/>
                    <a:pt x="29756" y="27152"/>
                  </a:cubicBezTo>
                  <a:cubicBezTo>
                    <a:pt x="45911" y="22059"/>
                    <a:pt x="68197" y="28255"/>
                    <a:pt x="70500" y="32310"/>
                  </a:cubicBezTo>
                  <a:lnTo>
                    <a:pt x="78967" y="27541"/>
                  </a:lnTo>
                  <a:cubicBezTo>
                    <a:pt x="75269" y="20988"/>
                    <a:pt x="62650" y="16901"/>
                    <a:pt x="49642" y="15928"/>
                  </a:cubicBezTo>
                  <a:lnTo>
                    <a:pt x="49642" y="0"/>
                  </a:lnTo>
                  <a:lnTo>
                    <a:pt x="39910" y="0"/>
                  </a:lnTo>
                  <a:close/>
                </a:path>
              </a:pathLst>
            </a:custGeom>
            <a:solidFill>
              <a:srgbClr val="000000"/>
            </a:solidFill>
            <a:ln w="3242" cap="flat">
              <a:noFill/>
              <a:prstDash val="solid"/>
              <a:miter/>
            </a:ln>
          </p:spPr>
          <p:txBody>
            <a:bodyPr rtlCol="0" anchor="ctr"/>
            <a:lstStyle/>
            <a:p>
              <a:endParaRPr lang="en-US"/>
            </a:p>
          </p:txBody>
        </p:sp>
        <p:sp>
          <p:nvSpPr>
            <p:cNvPr id="139" name="Freeform: Shape 1148"/>
            <p:cNvSpPr/>
            <p:nvPr/>
          </p:nvSpPr>
          <p:spPr>
            <a:xfrm>
              <a:off x="4221983" y="5199317"/>
              <a:ext cx="600823" cy="629947"/>
            </a:xfrm>
            <a:custGeom>
              <a:avLst/>
              <a:gdLst>
                <a:gd name="connsiteX0" fmla="*/ 589697 w 600823"/>
                <a:gd name="connsiteY0" fmla="*/ 607499 h 629947"/>
                <a:gd name="connsiteX1" fmla="*/ 577012 w 600823"/>
                <a:gd name="connsiteY1" fmla="*/ 605910 h 629947"/>
                <a:gd name="connsiteX2" fmla="*/ 576201 w 600823"/>
                <a:gd name="connsiteY2" fmla="*/ 605683 h 629947"/>
                <a:gd name="connsiteX3" fmla="*/ 576169 w 600823"/>
                <a:gd name="connsiteY3" fmla="*/ 605683 h 629947"/>
                <a:gd name="connsiteX4" fmla="*/ 544540 w 600823"/>
                <a:gd name="connsiteY4" fmla="*/ 611198 h 629947"/>
                <a:gd name="connsiteX5" fmla="*/ 533673 w 600823"/>
                <a:gd name="connsiteY5" fmla="*/ 612171 h 629947"/>
                <a:gd name="connsiteX6" fmla="*/ 357785 w 600823"/>
                <a:gd name="connsiteY6" fmla="*/ 619340 h 629947"/>
                <a:gd name="connsiteX7" fmla="*/ 239574 w 600823"/>
                <a:gd name="connsiteY7" fmla="*/ 614247 h 629947"/>
                <a:gd name="connsiteX8" fmla="*/ 239574 w 600823"/>
                <a:gd name="connsiteY8" fmla="*/ 614247 h 629947"/>
                <a:gd name="connsiteX9" fmla="*/ 239704 w 600823"/>
                <a:gd name="connsiteY9" fmla="*/ 611036 h 629947"/>
                <a:gd name="connsiteX10" fmla="*/ 236135 w 600823"/>
                <a:gd name="connsiteY10" fmla="*/ 580867 h 629947"/>
                <a:gd name="connsiteX11" fmla="*/ 230620 w 600823"/>
                <a:gd name="connsiteY11" fmla="*/ 579439 h 629947"/>
                <a:gd name="connsiteX12" fmla="*/ 229582 w 600823"/>
                <a:gd name="connsiteY12" fmla="*/ 579634 h 629947"/>
                <a:gd name="connsiteX13" fmla="*/ 229485 w 600823"/>
                <a:gd name="connsiteY13" fmla="*/ 579439 h 629947"/>
                <a:gd name="connsiteX14" fmla="*/ 229712 w 600823"/>
                <a:gd name="connsiteY14" fmla="*/ 571102 h 629947"/>
                <a:gd name="connsiteX15" fmla="*/ 229582 w 600823"/>
                <a:gd name="connsiteY15" fmla="*/ 549011 h 629947"/>
                <a:gd name="connsiteX16" fmla="*/ 248105 w 600823"/>
                <a:gd name="connsiteY16" fmla="*/ 544923 h 629947"/>
                <a:gd name="connsiteX17" fmla="*/ 249663 w 600823"/>
                <a:gd name="connsiteY17" fmla="*/ 540706 h 629947"/>
                <a:gd name="connsiteX18" fmla="*/ 249598 w 600823"/>
                <a:gd name="connsiteY18" fmla="*/ 539830 h 629947"/>
                <a:gd name="connsiteX19" fmla="*/ 249468 w 600823"/>
                <a:gd name="connsiteY19" fmla="*/ 539538 h 629947"/>
                <a:gd name="connsiteX20" fmla="*/ 249695 w 600823"/>
                <a:gd name="connsiteY20" fmla="*/ 531201 h 629947"/>
                <a:gd name="connsiteX21" fmla="*/ 246127 w 600823"/>
                <a:gd name="connsiteY21" fmla="*/ 501032 h 629947"/>
                <a:gd name="connsiteX22" fmla="*/ 240612 w 600823"/>
                <a:gd name="connsiteY22" fmla="*/ 499605 h 629947"/>
                <a:gd name="connsiteX23" fmla="*/ 239574 w 600823"/>
                <a:gd name="connsiteY23" fmla="*/ 499800 h 629947"/>
                <a:gd name="connsiteX24" fmla="*/ 239476 w 600823"/>
                <a:gd name="connsiteY24" fmla="*/ 499605 h 629947"/>
                <a:gd name="connsiteX25" fmla="*/ 239704 w 600823"/>
                <a:gd name="connsiteY25" fmla="*/ 491268 h 629947"/>
                <a:gd name="connsiteX26" fmla="*/ 236135 w 600823"/>
                <a:gd name="connsiteY26" fmla="*/ 461099 h 629947"/>
                <a:gd name="connsiteX27" fmla="*/ 230620 w 600823"/>
                <a:gd name="connsiteY27" fmla="*/ 459672 h 629947"/>
                <a:gd name="connsiteX28" fmla="*/ 229582 w 600823"/>
                <a:gd name="connsiteY28" fmla="*/ 459866 h 629947"/>
                <a:gd name="connsiteX29" fmla="*/ 229485 w 600823"/>
                <a:gd name="connsiteY29" fmla="*/ 459672 h 629947"/>
                <a:gd name="connsiteX30" fmla="*/ 229712 w 600823"/>
                <a:gd name="connsiteY30" fmla="*/ 451335 h 629947"/>
                <a:gd name="connsiteX31" fmla="*/ 226144 w 600823"/>
                <a:gd name="connsiteY31" fmla="*/ 421166 h 629947"/>
                <a:gd name="connsiteX32" fmla="*/ 220629 w 600823"/>
                <a:gd name="connsiteY32" fmla="*/ 419738 h 629947"/>
                <a:gd name="connsiteX33" fmla="*/ 219331 w 600823"/>
                <a:gd name="connsiteY33" fmla="*/ 419998 h 629947"/>
                <a:gd name="connsiteX34" fmla="*/ 219331 w 600823"/>
                <a:gd name="connsiteY34" fmla="*/ 419998 h 629947"/>
                <a:gd name="connsiteX35" fmla="*/ 184589 w 600823"/>
                <a:gd name="connsiteY35" fmla="*/ 420095 h 629947"/>
                <a:gd name="connsiteX36" fmla="*/ 249695 w 600823"/>
                <a:gd name="connsiteY36" fmla="*/ 314633 h 629947"/>
                <a:gd name="connsiteX37" fmla="*/ 168887 w 600823"/>
                <a:gd name="connsiteY37" fmla="*/ 204306 h 629947"/>
                <a:gd name="connsiteX38" fmla="*/ 210184 w 600823"/>
                <a:gd name="connsiteY38" fmla="*/ 162393 h 629947"/>
                <a:gd name="connsiteX39" fmla="*/ 212227 w 600823"/>
                <a:gd name="connsiteY39" fmla="*/ 160966 h 629947"/>
                <a:gd name="connsiteX40" fmla="*/ 385326 w 600823"/>
                <a:gd name="connsiteY40" fmla="*/ 129694 h 629947"/>
                <a:gd name="connsiteX41" fmla="*/ 396453 w 600823"/>
                <a:gd name="connsiteY41" fmla="*/ 129889 h 629947"/>
                <a:gd name="connsiteX42" fmla="*/ 398075 w 600823"/>
                <a:gd name="connsiteY42" fmla="*/ 129824 h 629947"/>
                <a:gd name="connsiteX43" fmla="*/ 398594 w 600823"/>
                <a:gd name="connsiteY43" fmla="*/ 120060 h 629947"/>
                <a:gd name="connsiteX44" fmla="*/ 396291 w 600823"/>
                <a:gd name="connsiteY44" fmla="*/ 120157 h 629947"/>
                <a:gd name="connsiteX45" fmla="*/ 385520 w 600823"/>
                <a:gd name="connsiteY45" fmla="*/ 119962 h 629947"/>
                <a:gd name="connsiteX46" fmla="*/ 299425 w 600823"/>
                <a:gd name="connsiteY46" fmla="*/ 121811 h 629947"/>
                <a:gd name="connsiteX47" fmla="*/ 304778 w 600823"/>
                <a:gd name="connsiteY47" fmla="*/ 93459 h 629947"/>
                <a:gd name="connsiteX48" fmla="*/ 314704 w 600823"/>
                <a:gd name="connsiteY48" fmla="*/ 89955 h 629947"/>
                <a:gd name="connsiteX49" fmla="*/ 384093 w 600823"/>
                <a:gd name="connsiteY49" fmla="*/ 89955 h 629947"/>
                <a:gd name="connsiteX50" fmla="*/ 388537 w 600823"/>
                <a:gd name="connsiteY50" fmla="*/ 80224 h 629947"/>
                <a:gd name="connsiteX51" fmla="*/ 314769 w 600823"/>
                <a:gd name="connsiteY51" fmla="*/ 80224 h 629947"/>
                <a:gd name="connsiteX52" fmla="*/ 308216 w 600823"/>
                <a:gd name="connsiteY52" fmla="*/ 80937 h 629947"/>
                <a:gd name="connsiteX53" fmla="*/ 281324 w 600823"/>
                <a:gd name="connsiteY53" fmla="*/ 18166 h 629947"/>
                <a:gd name="connsiteX54" fmla="*/ 304356 w 600823"/>
                <a:gd name="connsiteY54" fmla="*/ 10510 h 629947"/>
                <a:gd name="connsiteX55" fmla="*/ 319830 w 600823"/>
                <a:gd name="connsiteY55" fmla="*/ 18264 h 629947"/>
                <a:gd name="connsiteX56" fmla="*/ 319830 w 600823"/>
                <a:gd name="connsiteY56" fmla="*/ 35197 h 629947"/>
                <a:gd name="connsiteX57" fmla="*/ 329562 w 600823"/>
                <a:gd name="connsiteY57" fmla="*/ 35197 h 629947"/>
                <a:gd name="connsiteX58" fmla="*/ 329562 w 600823"/>
                <a:gd name="connsiteY58" fmla="*/ 18750 h 629947"/>
                <a:gd name="connsiteX59" fmla="*/ 329562 w 600823"/>
                <a:gd name="connsiteY59" fmla="*/ 18750 h 629947"/>
                <a:gd name="connsiteX60" fmla="*/ 354638 w 600823"/>
                <a:gd name="connsiteY60" fmla="*/ 10381 h 629947"/>
                <a:gd name="connsiteX61" fmla="*/ 378416 w 600823"/>
                <a:gd name="connsiteY61" fmla="*/ 18328 h 629947"/>
                <a:gd name="connsiteX62" fmla="*/ 369982 w 600823"/>
                <a:gd name="connsiteY62" fmla="*/ 43631 h 629947"/>
                <a:gd name="connsiteX63" fmla="*/ 379227 w 600823"/>
                <a:gd name="connsiteY63" fmla="*/ 46713 h 629947"/>
                <a:gd name="connsiteX64" fmla="*/ 388570 w 600823"/>
                <a:gd name="connsiteY64" fmla="*/ 18685 h 629947"/>
                <a:gd name="connsiteX65" fmla="*/ 404919 w 600823"/>
                <a:gd name="connsiteY65" fmla="*/ 10510 h 629947"/>
                <a:gd name="connsiteX66" fmla="*/ 416987 w 600823"/>
                <a:gd name="connsiteY66" fmla="*/ 14533 h 629947"/>
                <a:gd name="connsiteX67" fmla="*/ 420847 w 600823"/>
                <a:gd name="connsiteY67" fmla="*/ 5547 h 629947"/>
                <a:gd name="connsiteX68" fmla="*/ 404173 w 600823"/>
                <a:gd name="connsiteY68" fmla="*/ 0 h 629947"/>
                <a:gd name="connsiteX69" fmla="*/ 384191 w 600823"/>
                <a:gd name="connsiteY69" fmla="*/ 9991 h 629947"/>
                <a:gd name="connsiteX70" fmla="*/ 354638 w 600823"/>
                <a:gd name="connsiteY70" fmla="*/ 129 h 629947"/>
                <a:gd name="connsiteX71" fmla="*/ 325053 w 600823"/>
                <a:gd name="connsiteY71" fmla="*/ 9991 h 629947"/>
                <a:gd name="connsiteX72" fmla="*/ 305102 w 600823"/>
                <a:gd name="connsiteY72" fmla="*/ 0 h 629947"/>
                <a:gd name="connsiteX73" fmla="*/ 268218 w 600823"/>
                <a:gd name="connsiteY73" fmla="*/ 12294 h 629947"/>
                <a:gd name="connsiteX74" fmla="*/ 299425 w 600823"/>
                <a:gd name="connsiteY74" fmla="*/ 85187 h 629947"/>
                <a:gd name="connsiteX75" fmla="*/ 297771 w 600823"/>
                <a:gd name="connsiteY75" fmla="*/ 86711 h 629947"/>
                <a:gd name="connsiteX76" fmla="*/ 295046 w 600823"/>
                <a:gd name="connsiteY76" fmla="*/ 90215 h 629947"/>
                <a:gd name="connsiteX77" fmla="*/ 295046 w 600823"/>
                <a:gd name="connsiteY77" fmla="*/ 90215 h 629947"/>
                <a:gd name="connsiteX78" fmla="*/ 277529 w 600823"/>
                <a:gd name="connsiteY78" fmla="*/ 90215 h 629947"/>
                <a:gd name="connsiteX79" fmla="*/ 238958 w 600823"/>
                <a:gd name="connsiteY79" fmla="*/ 72503 h 629947"/>
                <a:gd name="connsiteX80" fmla="*/ 230718 w 600823"/>
                <a:gd name="connsiteY80" fmla="*/ 77693 h 629947"/>
                <a:gd name="connsiteX81" fmla="*/ 268835 w 600823"/>
                <a:gd name="connsiteY81" fmla="*/ 100336 h 629947"/>
                <a:gd name="connsiteX82" fmla="*/ 278145 w 600823"/>
                <a:gd name="connsiteY82" fmla="*/ 99947 h 629947"/>
                <a:gd name="connsiteX83" fmla="*/ 291121 w 600823"/>
                <a:gd name="connsiteY83" fmla="*/ 99655 h 629947"/>
                <a:gd name="connsiteX84" fmla="*/ 289726 w 600823"/>
                <a:gd name="connsiteY84" fmla="*/ 122914 h 629947"/>
                <a:gd name="connsiteX85" fmla="*/ 206388 w 600823"/>
                <a:gd name="connsiteY85" fmla="*/ 153116 h 629947"/>
                <a:gd name="connsiteX86" fmla="*/ 204636 w 600823"/>
                <a:gd name="connsiteY86" fmla="*/ 154348 h 629947"/>
                <a:gd name="connsiteX87" fmla="*/ 158409 w 600823"/>
                <a:gd name="connsiteY87" fmla="*/ 202391 h 629947"/>
                <a:gd name="connsiteX88" fmla="*/ 145272 w 600823"/>
                <a:gd name="connsiteY88" fmla="*/ 201516 h 629947"/>
                <a:gd name="connsiteX89" fmla="*/ 36793 w 600823"/>
                <a:gd name="connsiteY89" fmla="*/ 228506 h 629947"/>
                <a:gd name="connsiteX90" fmla="*/ 395 w 600823"/>
                <a:gd name="connsiteY90" fmla="*/ 314795 h 629947"/>
                <a:gd name="connsiteX91" fmla="*/ 36793 w 600823"/>
                <a:gd name="connsiteY91" fmla="*/ 400858 h 629947"/>
                <a:gd name="connsiteX92" fmla="*/ 65794 w 600823"/>
                <a:gd name="connsiteY92" fmla="*/ 418668 h 629947"/>
                <a:gd name="connsiteX93" fmla="*/ 1952 w 600823"/>
                <a:gd name="connsiteY93" fmla="*/ 423858 h 629947"/>
                <a:gd name="connsiteX94" fmla="*/ 395 w 600823"/>
                <a:gd name="connsiteY94" fmla="*/ 428075 h 629947"/>
                <a:gd name="connsiteX95" fmla="*/ 460 w 600823"/>
                <a:gd name="connsiteY95" fmla="*/ 428951 h 629947"/>
                <a:gd name="connsiteX96" fmla="*/ 590 w 600823"/>
                <a:gd name="connsiteY96" fmla="*/ 429243 h 629947"/>
                <a:gd name="connsiteX97" fmla="*/ 363 w 600823"/>
                <a:gd name="connsiteY97" fmla="*/ 437580 h 629947"/>
                <a:gd name="connsiteX98" fmla="*/ 3931 w 600823"/>
                <a:gd name="connsiteY98" fmla="*/ 467749 h 629947"/>
                <a:gd name="connsiteX99" fmla="*/ 9446 w 600823"/>
                <a:gd name="connsiteY99" fmla="*/ 469177 h 629947"/>
                <a:gd name="connsiteX100" fmla="*/ 10484 w 600823"/>
                <a:gd name="connsiteY100" fmla="*/ 468982 h 629947"/>
                <a:gd name="connsiteX101" fmla="*/ 10581 w 600823"/>
                <a:gd name="connsiteY101" fmla="*/ 469177 h 629947"/>
                <a:gd name="connsiteX102" fmla="*/ 10354 w 600823"/>
                <a:gd name="connsiteY102" fmla="*/ 477513 h 629947"/>
                <a:gd name="connsiteX103" fmla="*/ 13923 w 600823"/>
                <a:gd name="connsiteY103" fmla="*/ 507683 h 629947"/>
                <a:gd name="connsiteX104" fmla="*/ 19437 w 600823"/>
                <a:gd name="connsiteY104" fmla="*/ 509110 h 629947"/>
                <a:gd name="connsiteX105" fmla="*/ 20475 w 600823"/>
                <a:gd name="connsiteY105" fmla="*/ 508915 h 629947"/>
                <a:gd name="connsiteX106" fmla="*/ 20573 w 600823"/>
                <a:gd name="connsiteY106" fmla="*/ 509110 h 629947"/>
                <a:gd name="connsiteX107" fmla="*/ 20346 w 600823"/>
                <a:gd name="connsiteY107" fmla="*/ 517447 h 629947"/>
                <a:gd name="connsiteX108" fmla="*/ 20475 w 600823"/>
                <a:gd name="connsiteY108" fmla="*/ 539538 h 629947"/>
                <a:gd name="connsiteX109" fmla="*/ 1952 w 600823"/>
                <a:gd name="connsiteY109" fmla="*/ 543626 h 629947"/>
                <a:gd name="connsiteX110" fmla="*/ 395 w 600823"/>
                <a:gd name="connsiteY110" fmla="*/ 547843 h 629947"/>
                <a:gd name="connsiteX111" fmla="*/ 460 w 600823"/>
                <a:gd name="connsiteY111" fmla="*/ 548719 h 629947"/>
                <a:gd name="connsiteX112" fmla="*/ 590 w 600823"/>
                <a:gd name="connsiteY112" fmla="*/ 549011 h 629947"/>
                <a:gd name="connsiteX113" fmla="*/ 363 w 600823"/>
                <a:gd name="connsiteY113" fmla="*/ 557348 h 629947"/>
                <a:gd name="connsiteX114" fmla="*/ 3931 w 600823"/>
                <a:gd name="connsiteY114" fmla="*/ 587517 h 629947"/>
                <a:gd name="connsiteX115" fmla="*/ 9446 w 600823"/>
                <a:gd name="connsiteY115" fmla="*/ 588944 h 629947"/>
                <a:gd name="connsiteX116" fmla="*/ 10484 w 600823"/>
                <a:gd name="connsiteY116" fmla="*/ 588750 h 629947"/>
                <a:gd name="connsiteX117" fmla="*/ 10581 w 600823"/>
                <a:gd name="connsiteY117" fmla="*/ 588944 h 629947"/>
                <a:gd name="connsiteX118" fmla="*/ 10354 w 600823"/>
                <a:gd name="connsiteY118" fmla="*/ 597281 h 629947"/>
                <a:gd name="connsiteX119" fmla="*/ 13923 w 600823"/>
                <a:gd name="connsiteY119" fmla="*/ 627450 h 629947"/>
                <a:gd name="connsiteX120" fmla="*/ 19437 w 600823"/>
                <a:gd name="connsiteY120" fmla="*/ 628878 h 629947"/>
                <a:gd name="connsiteX121" fmla="*/ 20735 w 600823"/>
                <a:gd name="connsiteY121" fmla="*/ 628618 h 629947"/>
                <a:gd name="connsiteX122" fmla="*/ 20735 w 600823"/>
                <a:gd name="connsiteY122" fmla="*/ 628618 h 629947"/>
                <a:gd name="connsiteX123" fmla="*/ 85874 w 600823"/>
                <a:gd name="connsiteY123" fmla="*/ 629007 h 629947"/>
                <a:gd name="connsiteX124" fmla="*/ 172261 w 600823"/>
                <a:gd name="connsiteY124" fmla="*/ 629948 h 629947"/>
                <a:gd name="connsiteX125" fmla="*/ 238049 w 600823"/>
                <a:gd name="connsiteY125" fmla="*/ 624758 h 629947"/>
                <a:gd name="connsiteX126" fmla="*/ 238698 w 600823"/>
                <a:gd name="connsiteY126" fmla="*/ 623947 h 629947"/>
                <a:gd name="connsiteX127" fmla="*/ 238730 w 600823"/>
                <a:gd name="connsiteY127" fmla="*/ 623947 h 629947"/>
                <a:gd name="connsiteX128" fmla="*/ 354248 w 600823"/>
                <a:gd name="connsiteY128" fmla="*/ 629104 h 629947"/>
                <a:gd name="connsiteX129" fmla="*/ 357817 w 600823"/>
                <a:gd name="connsiteY129" fmla="*/ 629072 h 629947"/>
                <a:gd name="connsiteX130" fmla="*/ 489847 w 600823"/>
                <a:gd name="connsiteY130" fmla="*/ 624790 h 629947"/>
                <a:gd name="connsiteX131" fmla="*/ 539058 w 600823"/>
                <a:gd name="connsiteY131" fmla="*/ 621579 h 629947"/>
                <a:gd name="connsiteX132" fmla="*/ 549990 w 600823"/>
                <a:gd name="connsiteY132" fmla="*/ 620281 h 629947"/>
                <a:gd name="connsiteX133" fmla="*/ 600823 w 600823"/>
                <a:gd name="connsiteY133" fmla="*/ 605651 h 629947"/>
                <a:gd name="connsiteX134" fmla="*/ 589632 w 600823"/>
                <a:gd name="connsiteY134" fmla="*/ 607499 h 629947"/>
                <a:gd name="connsiteX135" fmla="*/ 239931 w 600823"/>
                <a:gd name="connsiteY135" fmla="*/ 314601 h 629947"/>
                <a:gd name="connsiteX136" fmla="*/ 144979 w 600823"/>
                <a:gd name="connsiteY136" fmla="*/ 418084 h 629947"/>
                <a:gd name="connsiteX137" fmla="*/ 50028 w 600823"/>
                <a:gd name="connsiteY137" fmla="*/ 314666 h 629947"/>
                <a:gd name="connsiteX138" fmla="*/ 144979 w 600823"/>
                <a:gd name="connsiteY138" fmla="*/ 211248 h 629947"/>
                <a:gd name="connsiteX139" fmla="*/ 144979 w 600823"/>
                <a:gd name="connsiteY139" fmla="*/ 211248 h 629947"/>
                <a:gd name="connsiteX140" fmla="*/ 239931 w 600823"/>
                <a:gd name="connsiteY140" fmla="*/ 314601 h 629947"/>
                <a:gd name="connsiteX141" fmla="*/ 10095 w 600823"/>
                <a:gd name="connsiteY141" fmla="*/ 314795 h 629947"/>
                <a:gd name="connsiteX142" fmla="*/ 43119 w 600823"/>
                <a:gd name="connsiteY142" fmla="*/ 235870 h 629947"/>
                <a:gd name="connsiteX143" fmla="*/ 100764 w 600823"/>
                <a:gd name="connsiteY143" fmla="*/ 211280 h 629947"/>
                <a:gd name="connsiteX144" fmla="*/ 40264 w 600823"/>
                <a:gd name="connsiteY144" fmla="*/ 314601 h 629947"/>
                <a:gd name="connsiteX145" fmla="*/ 40264 w 600823"/>
                <a:gd name="connsiteY145" fmla="*/ 314763 h 629947"/>
                <a:gd name="connsiteX146" fmla="*/ 100764 w 600823"/>
                <a:gd name="connsiteY146" fmla="*/ 418084 h 629947"/>
                <a:gd name="connsiteX147" fmla="*/ 43119 w 600823"/>
                <a:gd name="connsiteY147" fmla="*/ 393494 h 629947"/>
                <a:gd name="connsiteX148" fmla="*/ 10062 w 600823"/>
                <a:gd name="connsiteY148" fmla="*/ 314795 h 629947"/>
                <a:gd name="connsiteX149" fmla="*/ 10095 w 600823"/>
                <a:gd name="connsiteY149" fmla="*/ 438002 h 629947"/>
                <a:gd name="connsiteX150" fmla="*/ 10354 w 600823"/>
                <a:gd name="connsiteY150" fmla="*/ 430476 h 629947"/>
                <a:gd name="connsiteX151" fmla="*/ 107933 w 600823"/>
                <a:gd name="connsiteY151" fmla="*/ 428627 h 629947"/>
                <a:gd name="connsiteX152" fmla="*/ 122207 w 600823"/>
                <a:gd name="connsiteY152" fmla="*/ 429243 h 629947"/>
                <a:gd name="connsiteX153" fmla="*/ 131322 w 600823"/>
                <a:gd name="connsiteY153" fmla="*/ 428951 h 629947"/>
                <a:gd name="connsiteX154" fmla="*/ 153933 w 600823"/>
                <a:gd name="connsiteY154" fmla="*/ 429308 h 629947"/>
                <a:gd name="connsiteX155" fmla="*/ 219818 w 600823"/>
                <a:gd name="connsiteY155" fmla="*/ 429665 h 629947"/>
                <a:gd name="connsiteX156" fmla="*/ 219948 w 600823"/>
                <a:gd name="connsiteY156" fmla="*/ 450848 h 629947"/>
                <a:gd name="connsiteX157" fmla="*/ 219688 w 600823"/>
                <a:gd name="connsiteY157" fmla="*/ 458374 h 629947"/>
                <a:gd name="connsiteX158" fmla="*/ 198537 w 600823"/>
                <a:gd name="connsiteY158" fmla="*/ 460028 h 629947"/>
                <a:gd name="connsiteX159" fmla="*/ 164086 w 600823"/>
                <a:gd name="connsiteY159" fmla="*/ 459509 h 629947"/>
                <a:gd name="connsiteX160" fmla="*/ 42632 w 600823"/>
                <a:gd name="connsiteY160" fmla="*/ 459023 h 629947"/>
                <a:gd name="connsiteX161" fmla="*/ 23719 w 600823"/>
                <a:gd name="connsiteY161" fmla="*/ 458861 h 629947"/>
                <a:gd name="connsiteX162" fmla="*/ 10192 w 600823"/>
                <a:gd name="connsiteY162" fmla="*/ 459185 h 629947"/>
                <a:gd name="connsiteX163" fmla="*/ 10062 w 600823"/>
                <a:gd name="connsiteY163" fmla="*/ 437970 h 629947"/>
                <a:gd name="connsiteX164" fmla="*/ 20086 w 600823"/>
                <a:gd name="connsiteY164" fmla="*/ 477935 h 629947"/>
                <a:gd name="connsiteX165" fmla="*/ 20346 w 600823"/>
                <a:gd name="connsiteY165" fmla="*/ 470409 h 629947"/>
                <a:gd name="connsiteX166" fmla="*/ 41561 w 600823"/>
                <a:gd name="connsiteY166" fmla="*/ 468755 h 629947"/>
                <a:gd name="connsiteX167" fmla="*/ 75980 w 600823"/>
                <a:gd name="connsiteY167" fmla="*/ 469274 h 629947"/>
                <a:gd name="connsiteX168" fmla="*/ 162335 w 600823"/>
                <a:gd name="connsiteY168" fmla="*/ 470214 h 629947"/>
                <a:gd name="connsiteX169" fmla="*/ 197337 w 600823"/>
                <a:gd name="connsiteY169" fmla="*/ 469760 h 629947"/>
                <a:gd name="connsiteX170" fmla="*/ 229842 w 600823"/>
                <a:gd name="connsiteY170" fmla="*/ 469598 h 629947"/>
                <a:gd name="connsiteX171" fmla="*/ 229972 w 600823"/>
                <a:gd name="connsiteY171" fmla="*/ 490781 h 629947"/>
                <a:gd name="connsiteX172" fmla="*/ 229712 w 600823"/>
                <a:gd name="connsiteY172" fmla="*/ 498307 h 629947"/>
                <a:gd name="connsiteX173" fmla="*/ 208594 w 600823"/>
                <a:gd name="connsiteY173" fmla="*/ 499962 h 629947"/>
                <a:gd name="connsiteX174" fmla="*/ 174111 w 600823"/>
                <a:gd name="connsiteY174" fmla="*/ 499443 h 629947"/>
                <a:gd name="connsiteX175" fmla="*/ 52688 w 600823"/>
                <a:gd name="connsiteY175" fmla="*/ 498956 h 629947"/>
                <a:gd name="connsiteX176" fmla="*/ 33744 w 600823"/>
                <a:gd name="connsiteY176" fmla="*/ 498794 h 629947"/>
                <a:gd name="connsiteX177" fmla="*/ 20216 w 600823"/>
                <a:gd name="connsiteY177" fmla="*/ 499118 h 629947"/>
                <a:gd name="connsiteX178" fmla="*/ 20086 w 600823"/>
                <a:gd name="connsiteY178" fmla="*/ 477903 h 629947"/>
                <a:gd name="connsiteX179" fmla="*/ 30078 w 600823"/>
                <a:gd name="connsiteY179" fmla="*/ 517868 h 629947"/>
                <a:gd name="connsiteX180" fmla="*/ 30337 w 600823"/>
                <a:gd name="connsiteY180" fmla="*/ 510342 h 629947"/>
                <a:gd name="connsiteX181" fmla="*/ 51520 w 600823"/>
                <a:gd name="connsiteY181" fmla="*/ 508688 h 629947"/>
                <a:gd name="connsiteX182" fmla="*/ 85971 w 600823"/>
                <a:gd name="connsiteY182" fmla="*/ 509207 h 629947"/>
                <a:gd name="connsiteX183" fmla="*/ 172359 w 600823"/>
                <a:gd name="connsiteY183" fmla="*/ 510148 h 629947"/>
                <a:gd name="connsiteX184" fmla="*/ 207361 w 600823"/>
                <a:gd name="connsiteY184" fmla="*/ 509694 h 629947"/>
                <a:gd name="connsiteX185" fmla="*/ 239866 w 600823"/>
                <a:gd name="connsiteY185" fmla="*/ 509531 h 629947"/>
                <a:gd name="connsiteX186" fmla="*/ 239996 w 600823"/>
                <a:gd name="connsiteY186" fmla="*/ 530747 h 629947"/>
                <a:gd name="connsiteX187" fmla="*/ 239736 w 600823"/>
                <a:gd name="connsiteY187" fmla="*/ 538273 h 629947"/>
                <a:gd name="connsiteX188" fmla="*/ 223938 w 600823"/>
                <a:gd name="connsiteY188" fmla="*/ 539701 h 629947"/>
                <a:gd name="connsiteX189" fmla="*/ 220694 w 600823"/>
                <a:gd name="connsiteY189" fmla="*/ 539506 h 629947"/>
                <a:gd name="connsiteX190" fmla="*/ 219396 w 600823"/>
                <a:gd name="connsiteY190" fmla="*/ 539765 h 629947"/>
                <a:gd name="connsiteX191" fmla="*/ 219396 w 600823"/>
                <a:gd name="connsiteY191" fmla="*/ 539765 h 629947"/>
                <a:gd name="connsiteX192" fmla="*/ 154225 w 600823"/>
                <a:gd name="connsiteY192" fmla="*/ 539376 h 629947"/>
                <a:gd name="connsiteX193" fmla="*/ 30272 w 600823"/>
                <a:gd name="connsiteY193" fmla="*/ 538987 h 629947"/>
                <a:gd name="connsiteX194" fmla="*/ 30143 w 600823"/>
                <a:gd name="connsiteY194" fmla="*/ 517868 h 629947"/>
                <a:gd name="connsiteX195" fmla="*/ 10127 w 600823"/>
                <a:gd name="connsiteY195" fmla="*/ 557802 h 629947"/>
                <a:gd name="connsiteX196" fmla="*/ 10387 w 600823"/>
                <a:gd name="connsiteY196" fmla="*/ 550276 h 629947"/>
                <a:gd name="connsiteX197" fmla="*/ 26185 w 600823"/>
                <a:gd name="connsiteY197" fmla="*/ 548848 h 629947"/>
                <a:gd name="connsiteX198" fmla="*/ 29429 w 600823"/>
                <a:gd name="connsiteY198" fmla="*/ 549043 h 629947"/>
                <a:gd name="connsiteX199" fmla="*/ 30726 w 600823"/>
                <a:gd name="connsiteY199" fmla="*/ 548784 h 629947"/>
                <a:gd name="connsiteX200" fmla="*/ 30726 w 600823"/>
                <a:gd name="connsiteY200" fmla="*/ 548784 h 629947"/>
                <a:gd name="connsiteX201" fmla="*/ 95898 w 600823"/>
                <a:gd name="connsiteY201" fmla="*/ 549173 h 629947"/>
                <a:gd name="connsiteX202" fmla="*/ 182285 w 600823"/>
                <a:gd name="connsiteY202" fmla="*/ 550114 h 629947"/>
                <a:gd name="connsiteX203" fmla="*/ 219851 w 600823"/>
                <a:gd name="connsiteY203" fmla="*/ 549562 h 629947"/>
                <a:gd name="connsiteX204" fmla="*/ 219980 w 600823"/>
                <a:gd name="connsiteY204" fmla="*/ 570680 h 629947"/>
                <a:gd name="connsiteX205" fmla="*/ 219721 w 600823"/>
                <a:gd name="connsiteY205" fmla="*/ 578207 h 629947"/>
                <a:gd name="connsiteX206" fmla="*/ 198505 w 600823"/>
                <a:gd name="connsiteY206" fmla="*/ 579861 h 629947"/>
                <a:gd name="connsiteX207" fmla="*/ 164086 w 600823"/>
                <a:gd name="connsiteY207" fmla="*/ 579342 h 629947"/>
                <a:gd name="connsiteX208" fmla="*/ 42697 w 600823"/>
                <a:gd name="connsiteY208" fmla="*/ 578855 h 629947"/>
                <a:gd name="connsiteX209" fmla="*/ 23752 w 600823"/>
                <a:gd name="connsiteY209" fmla="*/ 578693 h 629947"/>
                <a:gd name="connsiteX210" fmla="*/ 10225 w 600823"/>
                <a:gd name="connsiteY210" fmla="*/ 579018 h 629947"/>
                <a:gd name="connsiteX211" fmla="*/ 10095 w 600823"/>
                <a:gd name="connsiteY211" fmla="*/ 557802 h 629947"/>
                <a:gd name="connsiteX212" fmla="*/ 230004 w 600823"/>
                <a:gd name="connsiteY212" fmla="*/ 610581 h 629947"/>
                <a:gd name="connsiteX213" fmla="*/ 229744 w 600823"/>
                <a:gd name="connsiteY213" fmla="*/ 618107 h 629947"/>
                <a:gd name="connsiteX214" fmla="*/ 86101 w 600823"/>
                <a:gd name="connsiteY214" fmla="*/ 619243 h 629947"/>
                <a:gd name="connsiteX215" fmla="*/ 33744 w 600823"/>
                <a:gd name="connsiteY215" fmla="*/ 618562 h 629947"/>
                <a:gd name="connsiteX216" fmla="*/ 20216 w 600823"/>
                <a:gd name="connsiteY216" fmla="*/ 618886 h 629947"/>
                <a:gd name="connsiteX217" fmla="*/ 20086 w 600823"/>
                <a:gd name="connsiteY217" fmla="*/ 597670 h 629947"/>
                <a:gd name="connsiteX218" fmla="*/ 20346 w 600823"/>
                <a:gd name="connsiteY218" fmla="*/ 590144 h 629947"/>
                <a:gd name="connsiteX219" fmla="*/ 41561 w 600823"/>
                <a:gd name="connsiteY219" fmla="*/ 588490 h 629947"/>
                <a:gd name="connsiteX220" fmla="*/ 75980 w 600823"/>
                <a:gd name="connsiteY220" fmla="*/ 589009 h 629947"/>
                <a:gd name="connsiteX221" fmla="*/ 162367 w 600823"/>
                <a:gd name="connsiteY221" fmla="*/ 589950 h 629947"/>
                <a:gd name="connsiteX222" fmla="*/ 197370 w 600823"/>
                <a:gd name="connsiteY222" fmla="*/ 589496 h 629947"/>
                <a:gd name="connsiteX223" fmla="*/ 229874 w 600823"/>
                <a:gd name="connsiteY223" fmla="*/ 589333 h 629947"/>
                <a:gd name="connsiteX224" fmla="*/ 230004 w 600823"/>
                <a:gd name="connsiteY224" fmla="*/ 610549 h 629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600823" h="629947">
                  <a:moveTo>
                    <a:pt x="589697" y="607499"/>
                  </a:moveTo>
                  <a:cubicBezTo>
                    <a:pt x="585414" y="607564"/>
                    <a:pt x="581165" y="606981"/>
                    <a:pt x="577012" y="605910"/>
                  </a:cubicBezTo>
                  <a:cubicBezTo>
                    <a:pt x="576753" y="605845"/>
                    <a:pt x="576461" y="605780"/>
                    <a:pt x="576201" y="605683"/>
                  </a:cubicBezTo>
                  <a:lnTo>
                    <a:pt x="576169" y="605683"/>
                  </a:lnTo>
                  <a:cubicBezTo>
                    <a:pt x="569584" y="607240"/>
                    <a:pt x="556770" y="609900"/>
                    <a:pt x="544540" y="611198"/>
                  </a:cubicBezTo>
                  <a:cubicBezTo>
                    <a:pt x="541621" y="611490"/>
                    <a:pt x="537955" y="611814"/>
                    <a:pt x="533673" y="612171"/>
                  </a:cubicBezTo>
                  <a:cubicBezTo>
                    <a:pt x="499903" y="614863"/>
                    <a:pt x="427011" y="618626"/>
                    <a:pt x="357785" y="619340"/>
                  </a:cubicBezTo>
                  <a:cubicBezTo>
                    <a:pt x="328783" y="619664"/>
                    <a:pt x="259751" y="615934"/>
                    <a:pt x="239574" y="614247"/>
                  </a:cubicBezTo>
                  <a:cubicBezTo>
                    <a:pt x="239574" y="614247"/>
                    <a:pt x="239574" y="614247"/>
                    <a:pt x="239574" y="614247"/>
                  </a:cubicBezTo>
                  <a:cubicBezTo>
                    <a:pt x="239606" y="613176"/>
                    <a:pt x="239671" y="612041"/>
                    <a:pt x="239704" y="611036"/>
                  </a:cubicBezTo>
                  <a:cubicBezTo>
                    <a:pt x="240515" y="592642"/>
                    <a:pt x="240223" y="584370"/>
                    <a:pt x="236135" y="580867"/>
                  </a:cubicBezTo>
                  <a:cubicBezTo>
                    <a:pt x="234610" y="579569"/>
                    <a:pt x="232599" y="579050"/>
                    <a:pt x="230620" y="579439"/>
                  </a:cubicBezTo>
                  <a:lnTo>
                    <a:pt x="229582" y="579634"/>
                  </a:lnTo>
                  <a:lnTo>
                    <a:pt x="229485" y="579439"/>
                  </a:lnTo>
                  <a:cubicBezTo>
                    <a:pt x="229388" y="578044"/>
                    <a:pt x="229582" y="574217"/>
                    <a:pt x="229712" y="571102"/>
                  </a:cubicBezTo>
                  <a:cubicBezTo>
                    <a:pt x="230166" y="560948"/>
                    <a:pt x="230264" y="553877"/>
                    <a:pt x="229582" y="549011"/>
                  </a:cubicBezTo>
                  <a:cubicBezTo>
                    <a:pt x="240969" y="548167"/>
                    <a:pt x="246289" y="546837"/>
                    <a:pt x="248105" y="544923"/>
                  </a:cubicBezTo>
                  <a:cubicBezTo>
                    <a:pt x="249208" y="543756"/>
                    <a:pt x="249760" y="542263"/>
                    <a:pt x="249663" y="540706"/>
                  </a:cubicBezTo>
                  <a:lnTo>
                    <a:pt x="249598" y="539830"/>
                  </a:lnTo>
                  <a:lnTo>
                    <a:pt x="249468" y="539538"/>
                  </a:lnTo>
                  <a:cubicBezTo>
                    <a:pt x="249371" y="538143"/>
                    <a:pt x="249565" y="534316"/>
                    <a:pt x="249695" y="531201"/>
                  </a:cubicBezTo>
                  <a:cubicBezTo>
                    <a:pt x="250506" y="512808"/>
                    <a:pt x="250214" y="504536"/>
                    <a:pt x="246127" y="501032"/>
                  </a:cubicBezTo>
                  <a:cubicBezTo>
                    <a:pt x="244602" y="499735"/>
                    <a:pt x="242591" y="499215"/>
                    <a:pt x="240612" y="499605"/>
                  </a:cubicBezTo>
                  <a:lnTo>
                    <a:pt x="239574" y="499800"/>
                  </a:lnTo>
                  <a:lnTo>
                    <a:pt x="239476" y="499605"/>
                  </a:lnTo>
                  <a:cubicBezTo>
                    <a:pt x="239379" y="498210"/>
                    <a:pt x="239574" y="494382"/>
                    <a:pt x="239704" y="491268"/>
                  </a:cubicBezTo>
                  <a:cubicBezTo>
                    <a:pt x="240515" y="472874"/>
                    <a:pt x="240223" y="464602"/>
                    <a:pt x="236135" y="461099"/>
                  </a:cubicBezTo>
                  <a:cubicBezTo>
                    <a:pt x="234610" y="459801"/>
                    <a:pt x="232599" y="459282"/>
                    <a:pt x="230620" y="459672"/>
                  </a:cubicBezTo>
                  <a:lnTo>
                    <a:pt x="229582" y="459866"/>
                  </a:lnTo>
                  <a:lnTo>
                    <a:pt x="229485" y="459672"/>
                  </a:lnTo>
                  <a:cubicBezTo>
                    <a:pt x="229388" y="458276"/>
                    <a:pt x="229582" y="454449"/>
                    <a:pt x="229712" y="451335"/>
                  </a:cubicBezTo>
                  <a:cubicBezTo>
                    <a:pt x="230523" y="432941"/>
                    <a:pt x="230231" y="424669"/>
                    <a:pt x="226144" y="421166"/>
                  </a:cubicBezTo>
                  <a:cubicBezTo>
                    <a:pt x="224619" y="419868"/>
                    <a:pt x="222608" y="419349"/>
                    <a:pt x="220629" y="419738"/>
                  </a:cubicBezTo>
                  <a:lnTo>
                    <a:pt x="219331" y="419998"/>
                  </a:lnTo>
                  <a:lnTo>
                    <a:pt x="219331" y="419998"/>
                  </a:lnTo>
                  <a:cubicBezTo>
                    <a:pt x="215309" y="420387"/>
                    <a:pt x="201554" y="420322"/>
                    <a:pt x="184589" y="420095"/>
                  </a:cubicBezTo>
                  <a:cubicBezTo>
                    <a:pt x="219591" y="405854"/>
                    <a:pt x="248754" y="371662"/>
                    <a:pt x="249695" y="314633"/>
                  </a:cubicBezTo>
                  <a:cubicBezTo>
                    <a:pt x="248625" y="249365"/>
                    <a:pt x="210443" y="213973"/>
                    <a:pt x="168887" y="204306"/>
                  </a:cubicBezTo>
                  <a:cubicBezTo>
                    <a:pt x="186502" y="178678"/>
                    <a:pt x="203501" y="167000"/>
                    <a:pt x="210184" y="162393"/>
                  </a:cubicBezTo>
                  <a:cubicBezTo>
                    <a:pt x="211027" y="161810"/>
                    <a:pt x="211708" y="161323"/>
                    <a:pt x="212227" y="160966"/>
                  </a:cubicBezTo>
                  <a:cubicBezTo>
                    <a:pt x="258097" y="127034"/>
                    <a:pt x="328653" y="128494"/>
                    <a:pt x="385326" y="129694"/>
                  </a:cubicBezTo>
                  <a:lnTo>
                    <a:pt x="396453" y="129889"/>
                  </a:lnTo>
                  <a:cubicBezTo>
                    <a:pt x="397004" y="129856"/>
                    <a:pt x="397523" y="129824"/>
                    <a:pt x="398075" y="129824"/>
                  </a:cubicBezTo>
                  <a:lnTo>
                    <a:pt x="398594" y="120060"/>
                  </a:lnTo>
                  <a:cubicBezTo>
                    <a:pt x="397815" y="120092"/>
                    <a:pt x="397037" y="120124"/>
                    <a:pt x="396291" y="120157"/>
                  </a:cubicBezTo>
                  <a:lnTo>
                    <a:pt x="385520" y="119962"/>
                  </a:lnTo>
                  <a:cubicBezTo>
                    <a:pt x="358628" y="119378"/>
                    <a:pt x="328653" y="118762"/>
                    <a:pt x="299425" y="121811"/>
                  </a:cubicBezTo>
                  <a:cubicBezTo>
                    <a:pt x="299004" y="113247"/>
                    <a:pt x="298939" y="99557"/>
                    <a:pt x="304778" y="93459"/>
                  </a:cubicBezTo>
                  <a:cubicBezTo>
                    <a:pt x="307114" y="91026"/>
                    <a:pt x="310260" y="89923"/>
                    <a:pt x="314704" y="89955"/>
                  </a:cubicBezTo>
                  <a:lnTo>
                    <a:pt x="384093" y="89955"/>
                  </a:lnTo>
                  <a:lnTo>
                    <a:pt x="388537" y="80224"/>
                  </a:lnTo>
                  <a:lnTo>
                    <a:pt x="314769" y="80224"/>
                  </a:lnTo>
                  <a:cubicBezTo>
                    <a:pt x="312466" y="80224"/>
                    <a:pt x="310260" y="80450"/>
                    <a:pt x="308216" y="80937"/>
                  </a:cubicBezTo>
                  <a:lnTo>
                    <a:pt x="281324" y="18166"/>
                  </a:lnTo>
                  <a:lnTo>
                    <a:pt x="304356" y="10510"/>
                  </a:lnTo>
                  <a:lnTo>
                    <a:pt x="319830" y="18264"/>
                  </a:lnTo>
                  <a:lnTo>
                    <a:pt x="319830" y="35197"/>
                  </a:lnTo>
                  <a:lnTo>
                    <a:pt x="329562" y="35197"/>
                  </a:lnTo>
                  <a:lnTo>
                    <a:pt x="329562" y="18750"/>
                  </a:lnTo>
                  <a:lnTo>
                    <a:pt x="329562" y="18750"/>
                  </a:lnTo>
                  <a:cubicBezTo>
                    <a:pt x="329562" y="18750"/>
                    <a:pt x="354638" y="10381"/>
                    <a:pt x="354638" y="10381"/>
                  </a:cubicBezTo>
                  <a:lnTo>
                    <a:pt x="378416" y="18328"/>
                  </a:lnTo>
                  <a:lnTo>
                    <a:pt x="369982" y="43631"/>
                  </a:lnTo>
                  <a:lnTo>
                    <a:pt x="379227" y="46713"/>
                  </a:lnTo>
                  <a:lnTo>
                    <a:pt x="388570" y="18685"/>
                  </a:lnTo>
                  <a:lnTo>
                    <a:pt x="404919" y="10510"/>
                  </a:lnTo>
                  <a:lnTo>
                    <a:pt x="416987" y="14533"/>
                  </a:lnTo>
                  <a:lnTo>
                    <a:pt x="420847" y="5547"/>
                  </a:lnTo>
                  <a:lnTo>
                    <a:pt x="404173" y="0"/>
                  </a:lnTo>
                  <a:lnTo>
                    <a:pt x="384191" y="9991"/>
                  </a:lnTo>
                  <a:lnTo>
                    <a:pt x="354638" y="129"/>
                  </a:lnTo>
                  <a:lnTo>
                    <a:pt x="325053" y="9991"/>
                  </a:lnTo>
                  <a:lnTo>
                    <a:pt x="305102" y="0"/>
                  </a:lnTo>
                  <a:lnTo>
                    <a:pt x="268218" y="12294"/>
                  </a:lnTo>
                  <a:lnTo>
                    <a:pt x="299425" y="85187"/>
                  </a:lnTo>
                  <a:cubicBezTo>
                    <a:pt x="298841" y="85641"/>
                    <a:pt x="298290" y="86160"/>
                    <a:pt x="297771" y="86711"/>
                  </a:cubicBezTo>
                  <a:cubicBezTo>
                    <a:pt x="296733" y="87782"/>
                    <a:pt x="295824" y="88950"/>
                    <a:pt x="295046" y="90215"/>
                  </a:cubicBezTo>
                  <a:cubicBezTo>
                    <a:pt x="295046" y="90215"/>
                    <a:pt x="295046" y="90215"/>
                    <a:pt x="295046" y="90215"/>
                  </a:cubicBezTo>
                  <a:cubicBezTo>
                    <a:pt x="288915" y="89501"/>
                    <a:pt x="283141" y="89858"/>
                    <a:pt x="277529" y="90215"/>
                  </a:cubicBezTo>
                  <a:cubicBezTo>
                    <a:pt x="262833" y="91188"/>
                    <a:pt x="251220" y="91934"/>
                    <a:pt x="238958" y="72503"/>
                  </a:cubicBezTo>
                  <a:lnTo>
                    <a:pt x="230718" y="77693"/>
                  </a:lnTo>
                  <a:cubicBezTo>
                    <a:pt x="242980" y="97125"/>
                    <a:pt x="256313" y="100336"/>
                    <a:pt x="268835" y="100336"/>
                  </a:cubicBezTo>
                  <a:cubicBezTo>
                    <a:pt x="272014" y="100336"/>
                    <a:pt x="275128" y="100142"/>
                    <a:pt x="278145" y="99947"/>
                  </a:cubicBezTo>
                  <a:cubicBezTo>
                    <a:pt x="282395" y="99655"/>
                    <a:pt x="286774" y="99395"/>
                    <a:pt x="291121" y="99655"/>
                  </a:cubicBezTo>
                  <a:cubicBezTo>
                    <a:pt x="289142" y="107635"/>
                    <a:pt x="289369" y="116491"/>
                    <a:pt x="289726" y="122914"/>
                  </a:cubicBezTo>
                  <a:cubicBezTo>
                    <a:pt x="259232" y="127034"/>
                    <a:pt x="230004" y="135663"/>
                    <a:pt x="206388" y="153116"/>
                  </a:cubicBezTo>
                  <a:cubicBezTo>
                    <a:pt x="205966" y="153440"/>
                    <a:pt x="205382" y="153829"/>
                    <a:pt x="204636" y="154348"/>
                  </a:cubicBezTo>
                  <a:cubicBezTo>
                    <a:pt x="197240" y="159441"/>
                    <a:pt x="177873" y="172742"/>
                    <a:pt x="158409" y="202391"/>
                  </a:cubicBezTo>
                  <a:cubicBezTo>
                    <a:pt x="154030" y="201840"/>
                    <a:pt x="149618" y="201548"/>
                    <a:pt x="145272" y="201516"/>
                  </a:cubicBezTo>
                  <a:cubicBezTo>
                    <a:pt x="101445" y="196261"/>
                    <a:pt x="62939" y="205830"/>
                    <a:pt x="36793" y="228506"/>
                  </a:cubicBezTo>
                  <a:cubicBezTo>
                    <a:pt x="13761" y="248489"/>
                    <a:pt x="1174" y="278236"/>
                    <a:pt x="395" y="314795"/>
                  </a:cubicBezTo>
                  <a:cubicBezTo>
                    <a:pt x="1174" y="351128"/>
                    <a:pt x="13761" y="380875"/>
                    <a:pt x="36793" y="400858"/>
                  </a:cubicBezTo>
                  <a:cubicBezTo>
                    <a:pt x="45259" y="408190"/>
                    <a:pt x="54991" y="414126"/>
                    <a:pt x="65794" y="418668"/>
                  </a:cubicBezTo>
                  <a:cubicBezTo>
                    <a:pt x="20703" y="418700"/>
                    <a:pt x="5326" y="420257"/>
                    <a:pt x="1952" y="423858"/>
                  </a:cubicBezTo>
                  <a:cubicBezTo>
                    <a:pt x="850" y="425026"/>
                    <a:pt x="298" y="426518"/>
                    <a:pt x="395" y="428075"/>
                  </a:cubicBezTo>
                  <a:lnTo>
                    <a:pt x="460" y="428951"/>
                  </a:lnTo>
                  <a:lnTo>
                    <a:pt x="590" y="429243"/>
                  </a:lnTo>
                  <a:cubicBezTo>
                    <a:pt x="687" y="430638"/>
                    <a:pt x="493" y="434466"/>
                    <a:pt x="363" y="437580"/>
                  </a:cubicBezTo>
                  <a:cubicBezTo>
                    <a:pt x="-448" y="455973"/>
                    <a:pt x="-156" y="464246"/>
                    <a:pt x="3931" y="467749"/>
                  </a:cubicBezTo>
                  <a:cubicBezTo>
                    <a:pt x="5456" y="469079"/>
                    <a:pt x="7467" y="469598"/>
                    <a:pt x="9446" y="469177"/>
                  </a:cubicBezTo>
                  <a:lnTo>
                    <a:pt x="10484" y="468982"/>
                  </a:lnTo>
                  <a:lnTo>
                    <a:pt x="10581" y="469177"/>
                  </a:lnTo>
                  <a:cubicBezTo>
                    <a:pt x="10679" y="470571"/>
                    <a:pt x="10484" y="474399"/>
                    <a:pt x="10354" y="477513"/>
                  </a:cubicBezTo>
                  <a:cubicBezTo>
                    <a:pt x="9543" y="495907"/>
                    <a:pt x="9835" y="504179"/>
                    <a:pt x="13923" y="507683"/>
                  </a:cubicBezTo>
                  <a:cubicBezTo>
                    <a:pt x="15447" y="508980"/>
                    <a:pt x="17491" y="509499"/>
                    <a:pt x="19437" y="509110"/>
                  </a:cubicBezTo>
                  <a:lnTo>
                    <a:pt x="20475" y="508915"/>
                  </a:lnTo>
                  <a:lnTo>
                    <a:pt x="20573" y="509110"/>
                  </a:lnTo>
                  <a:cubicBezTo>
                    <a:pt x="20670" y="510505"/>
                    <a:pt x="20475" y="514332"/>
                    <a:pt x="20346" y="517447"/>
                  </a:cubicBezTo>
                  <a:cubicBezTo>
                    <a:pt x="19892" y="527600"/>
                    <a:pt x="19794" y="534672"/>
                    <a:pt x="20475" y="539538"/>
                  </a:cubicBezTo>
                  <a:cubicBezTo>
                    <a:pt x="9057" y="540382"/>
                    <a:pt x="3769" y="541712"/>
                    <a:pt x="1952" y="543626"/>
                  </a:cubicBezTo>
                  <a:cubicBezTo>
                    <a:pt x="850" y="544793"/>
                    <a:pt x="298" y="546286"/>
                    <a:pt x="395" y="547843"/>
                  </a:cubicBezTo>
                  <a:lnTo>
                    <a:pt x="460" y="548719"/>
                  </a:lnTo>
                  <a:lnTo>
                    <a:pt x="590" y="549011"/>
                  </a:lnTo>
                  <a:cubicBezTo>
                    <a:pt x="687" y="550406"/>
                    <a:pt x="493" y="554234"/>
                    <a:pt x="363" y="557348"/>
                  </a:cubicBezTo>
                  <a:cubicBezTo>
                    <a:pt x="-448" y="575741"/>
                    <a:pt x="-156" y="584013"/>
                    <a:pt x="3931" y="587517"/>
                  </a:cubicBezTo>
                  <a:cubicBezTo>
                    <a:pt x="5456" y="588847"/>
                    <a:pt x="7467" y="589366"/>
                    <a:pt x="9446" y="588944"/>
                  </a:cubicBezTo>
                  <a:lnTo>
                    <a:pt x="10484" y="588750"/>
                  </a:lnTo>
                  <a:lnTo>
                    <a:pt x="10581" y="588944"/>
                  </a:lnTo>
                  <a:cubicBezTo>
                    <a:pt x="10679" y="590339"/>
                    <a:pt x="10484" y="594167"/>
                    <a:pt x="10354" y="597281"/>
                  </a:cubicBezTo>
                  <a:cubicBezTo>
                    <a:pt x="9543" y="615674"/>
                    <a:pt x="9835" y="623947"/>
                    <a:pt x="13923" y="627450"/>
                  </a:cubicBezTo>
                  <a:cubicBezTo>
                    <a:pt x="15447" y="628780"/>
                    <a:pt x="17491" y="629299"/>
                    <a:pt x="19437" y="628878"/>
                  </a:cubicBezTo>
                  <a:lnTo>
                    <a:pt x="20735" y="628618"/>
                  </a:lnTo>
                  <a:lnTo>
                    <a:pt x="20735" y="628618"/>
                  </a:lnTo>
                  <a:cubicBezTo>
                    <a:pt x="27028" y="628002"/>
                    <a:pt x="56906" y="628521"/>
                    <a:pt x="85874" y="629007"/>
                  </a:cubicBezTo>
                  <a:cubicBezTo>
                    <a:pt x="122531" y="629624"/>
                    <a:pt x="150689" y="629948"/>
                    <a:pt x="172261" y="629948"/>
                  </a:cubicBezTo>
                  <a:cubicBezTo>
                    <a:pt x="218910" y="629948"/>
                    <a:pt x="234610" y="628391"/>
                    <a:pt x="238049" y="624758"/>
                  </a:cubicBezTo>
                  <a:cubicBezTo>
                    <a:pt x="238276" y="624498"/>
                    <a:pt x="238503" y="624238"/>
                    <a:pt x="238698" y="623947"/>
                  </a:cubicBezTo>
                  <a:cubicBezTo>
                    <a:pt x="238698" y="623947"/>
                    <a:pt x="238698" y="623947"/>
                    <a:pt x="238730" y="623947"/>
                  </a:cubicBezTo>
                  <a:cubicBezTo>
                    <a:pt x="258746" y="625601"/>
                    <a:pt x="323398" y="629104"/>
                    <a:pt x="354248" y="629104"/>
                  </a:cubicBezTo>
                  <a:cubicBezTo>
                    <a:pt x="355481" y="629104"/>
                    <a:pt x="356681" y="629072"/>
                    <a:pt x="357817" y="629072"/>
                  </a:cubicBezTo>
                  <a:cubicBezTo>
                    <a:pt x="398659" y="628650"/>
                    <a:pt x="446767" y="627093"/>
                    <a:pt x="489847" y="624790"/>
                  </a:cubicBezTo>
                  <a:cubicBezTo>
                    <a:pt x="513528" y="623492"/>
                    <a:pt x="528969" y="622487"/>
                    <a:pt x="539058" y="621579"/>
                  </a:cubicBezTo>
                  <a:cubicBezTo>
                    <a:pt x="543762" y="621124"/>
                    <a:pt x="547298" y="620703"/>
                    <a:pt x="549990" y="620281"/>
                  </a:cubicBezTo>
                  <a:cubicBezTo>
                    <a:pt x="552585" y="619859"/>
                    <a:pt x="591059" y="614831"/>
                    <a:pt x="600823" y="605651"/>
                  </a:cubicBezTo>
                  <a:cubicBezTo>
                    <a:pt x="597255" y="607078"/>
                    <a:pt x="593102" y="607467"/>
                    <a:pt x="589632" y="607499"/>
                  </a:cubicBezTo>
                  <a:close/>
                  <a:moveTo>
                    <a:pt x="239931" y="314601"/>
                  </a:moveTo>
                  <a:cubicBezTo>
                    <a:pt x="238763" y="385709"/>
                    <a:pt x="189909" y="418084"/>
                    <a:pt x="144979" y="418084"/>
                  </a:cubicBezTo>
                  <a:cubicBezTo>
                    <a:pt x="100083" y="418084"/>
                    <a:pt x="51229" y="385741"/>
                    <a:pt x="50028" y="314666"/>
                  </a:cubicBezTo>
                  <a:cubicBezTo>
                    <a:pt x="51229" y="243623"/>
                    <a:pt x="100083" y="211248"/>
                    <a:pt x="144979" y="211248"/>
                  </a:cubicBezTo>
                  <a:lnTo>
                    <a:pt x="144979" y="211248"/>
                  </a:lnTo>
                  <a:cubicBezTo>
                    <a:pt x="189876" y="211248"/>
                    <a:pt x="238763" y="243623"/>
                    <a:pt x="239931" y="314601"/>
                  </a:cubicBezTo>
                  <a:close/>
                  <a:moveTo>
                    <a:pt x="10095" y="314795"/>
                  </a:moveTo>
                  <a:cubicBezTo>
                    <a:pt x="10808" y="280799"/>
                    <a:pt x="21935" y="254263"/>
                    <a:pt x="43119" y="235870"/>
                  </a:cubicBezTo>
                  <a:cubicBezTo>
                    <a:pt x="58235" y="222764"/>
                    <a:pt x="77991" y="214459"/>
                    <a:pt x="100764" y="211280"/>
                  </a:cubicBezTo>
                  <a:cubicBezTo>
                    <a:pt x="67838" y="226592"/>
                    <a:pt x="41172" y="260199"/>
                    <a:pt x="40264" y="314601"/>
                  </a:cubicBezTo>
                  <a:lnTo>
                    <a:pt x="40264" y="314763"/>
                  </a:lnTo>
                  <a:cubicBezTo>
                    <a:pt x="41172" y="369164"/>
                    <a:pt x="67870" y="402772"/>
                    <a:pt x="100764" y="418084"/>
                  </a:cubicBezTo>
                  <a:cubicBezTo>
                    <a:pt x="77991" y="414937"/>
                    <a:pt x="58235" y="406600"/>
                    <a:pt x="43119" y="393494"/>
                  </a:cubicBezTo>
                  <a:cubicBezTo>
                    <a:pt x="21903" y="375101"/>
                    <a:pt x="10776" y="348565"/>
                    <a:pt x="10062" y="314795"/>
                  </a:cubicBezTo>
                  <a:close/>
                  <a:moveTo>
                    <a:pt x="10095" y="438002"/>
                  </a:moveTo>
                  <a:cubicBezTo>
                    <a:pt x="10257" y="434596"/>
                    <a:pt x="10354" y="432228"/>
                    <a:pt x="10354" y="430476"/>
                  </a:cubicBezTo>
                  <a:cubicBezTo>
                    <a:pt x="21644" y="428108"/>
                    <a:pt x="65924" y="428140"/>
                    <a:pt x="107933" y="428627"/>
                  </a:cubicBezTo>
                  <a:cubicBezTo>
                    <a:pt x="112604" y="429016"/>
                    <a:pt x="117341" y="429243"/>
                    <a:pt x="122207" y="429243"/>
                  </a:cubicBezTo>
                  <a:cubicBezTo>
                    <a:pt x="125224" y="429243"/>
                    <a:pt x="128273" y="429113"/>
                    <a:pt x="131322" y="428951"/>
                  </a:cubicBezTo>
                  <a:cubicBezTo>
                    <a:pt x="139302" y="429081"/>
                    <a:pt x="146958" y="429211"/>
                    <a:pt x="153933" y="429308"/>
                  </a:cubicBezTo>
                  <a:cubicBezTo>
                    <a:pt x="197597" y="430054"/>
                    <a:pt x="213460" y="430184"/>
                    <a:pt x="219818" y="429665"/>
                  </a:cubicBezTo>
                  <a:cubicBezTo>
                    <a:pt x="220694" y="434368"/>
                    <a:pt x="220175" y="445658"/>
                    <a:pt x="219948" y="450848"/>
                  </a:cubicBezTo>
                  <a:cubicBezTo>
                    <a:pt x="219786" y="454254"/>
                    <a:pt x="219688" y="456622"/>
                    <a:pt x="219688" y="458374"/>
                  </a:cubicBezTo>
                  <a:cubicBezTo>
                    <a:pt x="215893" y="459152"/>
                    <a:pt x="208399" y="459704"/>
                    <a:pt x="198537" y="460028"/>
                  </a:cubicBezTo>
                  <a:cubicBezTo>
                    <a:pt x="188027" y="459898"/>
                    <a:pt x="175992" y="459704"/>
                    <a:pt x="164086" y="459509"/>
                  </a:cubicBezTo>
                  <a:cubicBezTo>
                    <a:pt x="102840" y="458471"/>
                    <a:pt x="65242" y="458244"/>
                    <a:pt x="42632" y="459023"/>
                  </a:cubicBezTo>
                  <a:cubicBezTo>
                    <a:pt x="34716" y="458925"/>
                    <a:pt x="28521" y="458861"/>
                    <a:pt x="23719" y="458861"/>
                  </a:cubicBezTo>
                  <a:cubicBezTo>
                    <a:pt x="16842" y="458861"/>
                    <a:pt x="12755" y="458958"/>
                    <a:pt x="10192" y="459185"/>
                  </a:cubicBezTo>
                  <a:cubicBezTo>
                    <a:pt x="9316" y="454481"/>
                    <a:pt x="9835" y="443192"/>
                    <a:pt x="10062" y="437970"/>
                  </a:cubicBezTo>
                  <a:close/>
                  <a:moveTo>
                    <a:pt x="20086" y="477935"/>
                  </a:moveTo>
                  <a:cubicBezTo>
                    <a:pt x="20248" y="474529"/>
                    <a:pt x="20346" y="472161"/>
                    <a:pt x="20346" y="470409"/>
                  </a:cubicBezTo>
                  <a:cubicBezTo>
                    <a:pt x="24141" y="469598"/>
                    <a:pt x="31667" y="469079"/>
                    <a:pt x="41561" y="468755"/>
                  </a:cubicBezTo>
                  <a:cubicBezTo>
                    <a:pt x="52072" y="468884"/>
                    <a:pt x="64107" y="469079"/>
                    <a:pt x="75980" y="469274"/>
                  </a:cubicBezTo>
                  <a:cubicBezTo>
                    <a:pt x="112604" y="469890"/>
                    <a:pt x="140795" y="470214"/>
                    <a:pt x="162335" y="470214"/>
                  </a:cubicBezTo>
                  <a:cubicBezTo>
                    <a:pt x="176803" y="470214"/>
                    <a:pt x="188287" y="470052"/>
                    <a:pt x="197337" y="469760"/>
                  </a:cubicBezTo>
                  <a:cubicBezTo>
                    <a:pt x="216607" y="470020"/>
                    <a:pt x="225463" y="469955"/>
                    <a:pt x="229842" y="469598"/>
                  </a:cubicBezTo>
                  <a:cubicBezTo>
                    <a:pt x="230718" y="474302"/>
                    <a:pt x="230199" y="485591"/>
                    <a:pt x="229972" y="490781"/>
                  </a:cubicBezTo>
                  <a:cubicBezTo>
                    <a:pt x="229809" y="494187"/>
                    <a:pt x="229712" y="496556"/>
                    <a:pt x="229712" y="498307"/>
                  </a:cubicBezTo>
                  <a:cubicBezTo>
                    <a:pt x="225949" y="499086"/>
                    <a:pt x="218423" y="499637"/>
                    <a:pt x="208594" y="499962"/>
                  </a:cubicBezTo>
                  <a:cubicBezTo>
                    <a:pt x="198083" y="499832"/>
                    <a:pt x="186016" y="499637"/>
                    <a:pt x="174111" y="499443"/>
                  </a:cubicBezTo>
                  <a:cubicBezTo>
                    <a:pt x="112864" y="498404"/>
                    <a:pt x="75266" y="498178"/>
                    <a:pt x="52688" y="498956"/>
                  </a:cubicBezTo>
                  <a:cubicBezTo>
                    <a:pt x="44741" y="498859"/>
                    <a:pt x="38577" y="498794"/>
                    <a:pt x="33744" y="498794"/>
                  </a:cubicBezTo>
                  <a:cubicBezTo>
                    <a:pt x="26899" y="498794"/>
                    <a:pt x="22779" y="498891"/>
                    <a:pt x="20216" y="499118"/>
                  </a:cubicBezTo>
                  <a:cubicBezTo>
                    <a:pt x="19340" y="494414"/>
                    <a:pt x="19859" y="483125"/>
                    <a:pt x="20086" y="477903"/>
                  </a:cubicBezTo>
                  <a:close/>
                  <a:moveTo>
                    <a:pt x="30078" y="517868"/>
                  </a:moveTo>
                  <a:cubicBezTo>
                    <a:pt x="30240" y="514462"/>
                    <a:pt x="30337" y="512094"/>
                    <a:pt x="30337" y="510342"/>
                  </a:cubicBezTo>
                  <a:cubicBezTo>
                    <a:pt x="34133" y="509564"/>
                    <a:pt x="41626" y="509012"/>
                    <a:pt x="51520" y="508688"/>
                  </a:cubicBezTo>
                  <a:cubicBezTo>
                    <a:pt x="62031" y="508818"/>
                    <a:pt x="74066" y="509012"/>
                    <a:pt x="85971" y="509207"/>
                  </a:cubicBezTo>
                  <a:cubicBezTo>
                    <a:pt x="122596" y="509823"/>
                    <a:pt x="150786" y="510148"/>
                    <a:pt x="172359" y="510148"/>
                  </a:cubicBezTo>
                  <a:cubicBezTo>
                    <a:pt x="186827" y="510148"/>
                    <a:pt x="198310" y="509986"/>
                    <a:pt x="207361" y="509694"/>
                  </a:cubicBezTo>
                  <a:cubicBezTo>
                    <a:pt x="226630" y="509953"/>
                    <a:pt x="235486" y="509888"/>
                    <a:pt x="239866" y="509531"/>
                  </a:cubicBezTo>
                  <a:cubicBezTo>
                    <a:pt x="240742" y="514235"/>
                    <a:pt x="240223" y="525524"/>
                    <a:pt x="239996" y="530747"/>
                  </a:cubicBezTo>
                  <a:cubicBezTo>
                    <a:pt x="239834" y="534153"/>
                    <a:pt x="239736" y="536521"/>
                    <a:pt x="239736" y="538273"/>
                  </a:cubicBezTo>
                  <a:cubicBezTo>
                    <a:pt x="236687" y="538922"/>
                    <a:pt x="231140" y="539376"/>
                    <a:pt x="223938" y="539701"/>
                  </a:cubicBezTo>
                  <a:cubicBezTo>
                    <a:pt x="222900" y="539376"/>
                    <a:pt x="221797" y="539279"/>
                    <a:pt x="220694" y="539506"/>
                  </a:cubicBezTo>
                  <a:lnTo>
                    <a:pt x="219396" y="539765"/>
                  </a:lnTo>
                  <a:lnTo>
                    <a:pt x="219396" y="539765"/>
                  </a:lnTo>
                  <a:cubicBezTo>
                    <a:pt x="213103" y="540382"/>
                    <a:pt x="183193" y="539863"/>
                    <a:pt x="154225" y="539376"/>
                  </a:cubicBezTo>
                  <a:cubicBezTo>
                    <a:pt x="90643" y="538306"/>
                    <a:pt x="52558" y="538111"/>
                    <a:pt x="30272" y="538987"/>
                  </a:cubicBezTo>
                  <a:cubicBezTo>
                    <a:pt x="29429" y="534251"/>
                    <a:pt x="29915" y="523059"/>
                    <a:pt x="30143" y="517868"/>
                  </a:cubicBezTo>
                  <a:close/>
                  <a:moveTo>
                    <a:pt x="10127" y="557802"/>
                  </a:moveTo>
                  <a:cubicBezTo>
                    <a:pt x="10290" y="554396"/>
                    <a:pt x="10387" y="552027"/>
                    <a:pt x="10387" y="550276"/>
                  </a:cubicBezTo>
                  <a:cubicBezTo>
                    <a:pt x="13469" y="549627"/>
                    <a:pt x="18983" y="549173"/>
                    <a:pt x="26185" y="548848"/>
                  </a:cubicBezTo>
                  <a:cubicBezTo>
                    <a:pt x="27223" y="549173"/>
                    <a:pt x="28326" y="549270"/>
                    <a:pt x="29429" y="549043"/>
                  </a:cubicBezTo>
                  <a:lnTo>
                    <a:pt x="30726" y="548784"/>
                  </a:lnTo>
                  <a:lnTo>
                    <a:pt x="30726" y="548784"/>
                  </a:lnTo>
                  <a:cubicBezTo>
                    <a:pt x="37020" y="548167"/>
                    <a:pt x="66929" y="548686"/>
                    <a:pt x="95898" y="549173"/>
                  </a:cubicBezTo>
                  <a:cubicBezTo>
                    <a:pt x="132523" y="549789"/>
                    <a:pt x="160713" y="550114"/>
                    <a:pt x="182285" y="550114"/>
                  </a:cubicBezTo>
                  <a:cubicBezTo>
                    <a:pt x="198181" y="550114"/>
                    <a:pt x="210410" y="549919"/>
                    <a:pt x="219851" y="549562"/>
                  </a:cubicBezTo>
                  <a:cubicBezTo>
                    <a:pt x="220694" y="554299"/>
                    <a:pt x="220207" y="565490"/>
                    <a:pt x="219980" y="570680"/>
                  </a:cubicBezTo>
                  <a:cubicBezTo>
                    <a:pt x="219818" y="574087"/>
                    <a:pt x="219721" y="576455"/>
                    <a:pt x="219721" y="578207"/>
                  </a:cubicBezTo>
                  <a:cubicBezTo>
                    <a:pt x="215925" y="579018"/>
                    <a:pt x="208399" y="579536"/>
                    <a:pt x="198505" y="579861"/>
                  </a:cubicBezTo>
                  <a:cubicBezTo>
                    <a:pt x="187994" y="579731"/>
                    <a:pt x="175992" y="579536"/>
                    <a:pt x="164086" y="579342"/>
                  </a:cubicBezTo>
                  <a:cubicBezTo>
                    <a:pt x="102872" y="578304"/>
                    <a:pt x="65275" y="578077"/>
                    <a:pt x="42697" y="578855"/>
                  </a:cubicBezTo>
                  <a:cubicBezTo>
                    <a:pt x="34749" y="578758"/>
                    <a:pt x="28553" y="578693"/>
                    <a:pt x="23752" y="578693"/>
                  </a:cubicBezTo>
                  <a:cubicBezTo>
                    <a:pt x="16907" y="578693"/>
                    <a:pt x="12787" y="578790"/>
                    <a:pt x="10225" y="579018"/>
                  </a:cubicBezTo>
                  <a:cubicBezTo>
                    <a:pt x="9349" y="574314"/>
                    <a:pt x="9868" y="563025"/>
                    <a:pt x="10095" y="557802"/>
                  </a:cubicBezTo>
                  <a:close/>
                  <a:moveTo>
                    <a:pt x="230004" y="610581"/>
                  </a:moveTo>
                  <a:cubicBezTo>
                    <a:pt x="229842" y="613987"/>
                    <a:pt x="229744" y="616356"/>
                    <a:pt x="229744" y="618107"/>
                  </a:cubicBezTo>
                  <a:cubicBezTo>
                    <a:pt x="214044" y="621416"/>
                    <a:pt x="134631" y="620086"/>
                    <a:pt x="86101" y="619243"/>
                  </a:cubicBezTo>
                  <a:cubicBezTo>
                    <a:pt x="60052" y="618821"/>
                    <a:pt x="43897" y="618562"/>
                    <a:pt x="33744" y="618562"/>
                  </a:cubicBezTo>
                  <a:cubicBezTo>
                    <a:pt x="26899" y="618562"/>
                    <a:pt x="22779" y="618659"/>
                    <a:pt x="20216" y="618886"/>
                  </a:cubicBezTo>
                  <a:cubicBezTo>
                    <a:pt x="19340" y="614182"/>
                    <a:pt x="19859" y="602893"/>
                    <a:pt x="20086" y="597670"/>
                  </a:cubicBezTo>
                  <a:cubicBezTo>
                    <a:pt x="20248" y="594264"/>
                    <a:pt x="20346" y="591896"/>
                    <a:pt x="20346" y="590144"/>
                  </a:cubicBezTo>
                  <a:cubicBezTo>
                    <a:pt x="24141" y="589366"/>
                    <a:pt x="31667" y="588814"/>
                    <a:pt x="41561" y="588490"/>
                  </a:cubicBezTo>
                  <a:cubicBezTo>
                    <a:pt x="52072" y="588620"/>
                    <a:pt x="64107" y="588814"/>
                    <a:pt x="75980" y="589009"/>
                  </a:cubicBezTo>
                  <a:cubicBezTo>
                    <a:pt x="112637" y="589625"/>
                    <a:pt x="140795" y="589950"/>
                    <a:pt x="162367" y="589950"/>
                  </a:cubicBezTo>
                  <a:cubicBezTo>
                    <a:pt x="176803" y="589950"/>
                    <a:pt x="188287" y="589787"/>
                    <a:pt x="197370" y="589496"/>
                  </a:cubicBezTo>
                  <a:cubicBezTo>
                    <a:pt x="216672" y="589755"/>
                    <a:pt x="225495" y="589690"/>
                    <a:pt x="229874" y="589333"/>
                  </a:cubicBezTo>
                  <a:cubicBezTo>
                    <a:pt x="230750" y="594037"/>
                    <a:pt x="230231" y="605326"/>
                    <a:pt x="230004" y="610549"/>
                  </a:cubicBezTo>
                  <a:close/>
                </a:path>
              </a:pathLst>
            </a:custGeom>
            <a:solidFill>
              <a:srgbClr val="000000"/>
            </a:solidFill>
            <a:ln w="3242" cap="flat">
              <a:noFill/>
              <a:prstDash val="solid"/>
              <a:miter/>
            </a:ln>
          </p:spPr>
          <p:txBody>
            <a:bodyPr rtlCol="0" anchor="ctr"/>
            <a:lstStyle/>
            <a:p>
              <a:endParaRPr lang="en-US"/>
            </a:p>
          </p:txBody>
        </p:sp>
        <p:sp>
          <p:nvSpPr>
            <p:cNvPr id="140" name="Freeform: Shape 1149"/>
            <p:cNvSpPr/>
            <p:nvPr/>
          </p:nvSpPr>
          <p:spPr>
            <a:xfrm>
              <a:off x="4492342" y="5434116"/>
              <a:ext cx="169012" cy="279500"/>
            </a:xfrm>
            <a:custGeom>
              <a:avLst/>
              <a:gdLst>
                <a:gd name="connsiteX0" fmla="*/ 29650 w 169012"/>
                <a:gd name="connsiteY0" fmla="*/ 79639 h 279500"/>
                <a:gd name="connsiteX1" fmla="*/ 53201 w 169012"/>
                <a:gd name="connsiteY1" fmla="*/ 49406 h 279500"/>
                <a:gd name="connsiteX2" fmla="*/ 140562 w 169012"/>
                <a:gd name="connsiteY2" fmla="*/ 62641 h 279500"/>
                <a:gd name="connsiteX3" fmla="*/ 148607 w 169012"/>
                <a:gd name="connsiteY3" fmla="*/ 57159 h 279500"/>
                <a:gd name="connsiteX4" fmla="*/ 89566 w 169012"/>
                <a:gd name="connsiteY4" fmla="*/ 35846 h 279500"/>
                <a:gd name="connsiteX5" fmla="*/ 89566 w 169012"/>
                <a:gd name="connsiteY5" fmla="*/ 0 h 279500"/>
                <a:gd name="connsiteX6" fmla="*/ 79834 w 169012"/>
                <a:gd name="connsiteY6" fmla="*/ 0 h 279500"/>
                <a:gd name="connsiteX7" fmla="*/ 79834 w 169012"/>
                <a:gd name="connsiteY7" fmla="*/ 35619 h 279500"/>
                <a:gd name="connsiteX8" fmla="*/ 50120 w 169012"/>
                <a:gd name="connsiteY8" fmla="*/ 40160 h 279500"/>
                <a:gd name="connsiteX9" fmla="*/ 19918 w 169012"/>
                <a:gd name="connsiteY9" fmla="*/ 79867 h 279500"/>
                <a:gd name="connsiteX10" fmla="*/ 83857 w 169012"/>
                <a:gd name="connsiteY10" fmla="*/ 124568 h 279500"/>
                <a:gd name="connsiteX11" fmla="*/ 84343 w 169012"/>
                <a:gd name="connsiteY11" fmla="*/ 124633 h 279500"/>
                <a:gd name="connsiteX12" fmla="*/ 159247 w 169012"/>
                <a:gd name="connsiteY12" fmla="*/ 181500 h 279500"/>
                <a:gd name="connsiteX13" fmla="*/ 84700 w 169012"/>
                <a:gd name="connsiteY13" fmla="*/ 234702 h 279500"/>
                <a:gd name="connsiteX14" fmla="*/ 9732 w 169012"/>
                <a:gd name="connsiteY14" fmla="*/ 179684 h 279500"/>
                <a:gd name="connsiteX15" fmla="*/ 0 w 169012"/>
                <a:gd name="connsiteY15" fmla="*/ 179684 h 279500"/>
                <a:gd name="connsiteX16" fmla="*/ 79867 w 169012"/>
                <a:gd name="connsiteY16" fmla="*/ 244304 h 279500"/>
                <a:gd name="connsiteX17" fmla="*/ 79867 w 169012"/>
                <a:gd name="connsiteY17" fmla="*/ 279501 h 279500"/>
                <a:gd name="connsiteX18" fmla="*/ 89599 w 169012"/>
                <a:gd name="connsiteY18" fmla="*/ 279501 h 279500"/>
                <a:gd name="connsiteX19" fmla="*/ 89599 w 169012"/>
                <a:gd name="connsiteY19" fmla="*/ 244109 h 279500"/>
                <a:gd name="connsiteX20" fmla="*/ 169011 w 169012"/>
                <a:gd name="connsiteY20" fmla="*/ 181565 h 279500"/>
                <a:gd name="connsiteX21" fmla="*/ 85317 w 169012"/>
                <a:gd name="connsiteY21" fmla="*/ 114934 h 279500"/>
                <a:gd name="connsiteX22" fmla="*/ 29715 w 169012"/>
                <a:gd name="connsiteY22" fmla="*/ 79639 h 27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9012" h="279500">
                  <a:moveTo>
                    <a:pt x="29650" y="79639"/>
                  </a:moveTo>
                  <a:cubicBezTo>
                    <a:pt x="28969" y="65009"/>
                    <a:pt x="36884" y="54823"/>
                    <a:pt x="53201" y="49406"/>
                  </a:cubicBezTo>
                  <a:cubicBezTo>
                    <a:pt x="84214" y="39057"/>
                    <a:pt x="132322" y="50574"/>
                    <a:pt x="140562" y="62641"/>
                  </a:cubicBezTo>
                  <a:lnTo>
                    <a:pt x="148607" y="57159"/>
                  </a:lnTo>
                  <a:cubicBezTo>
                    <a:pt x="141113" y="46162"/>
                    <a:pt x="115778" y="37370"/>
                    <a:pt x="89566" y="35846"/>
                  </a:cubicBezTo>
                  <a:lnTo>
                    <a:pt x="89566" y="0"/>
                  </a:lnTo>
                  <a:lnTo>
                    <a:pt x="79834" y="0"/>
                  </a:lnTo>
                  <a:lnTo>
                    <a:pt x="79834" y="35619"/>
                  </a:lnTo>
                  <a:cubicBezTo>
                    <a:pt x="69389" y="35748"/>
                    <a:pt x="59105" y="37143"/>
                    <a:pt x="50120" y="40160"/>
                  </a:cubicBezTo>
                  <a:cubicBezTo>
                    <a:pt x="29780" y="46940"/>
                    <a:pt x="19075" y="61116"/>
                    <a:pt x="19918" y="79867"/>
                  </a:cubicBezTo>
                  <a:cubicBezTo>
                    <a:pt x="19918" y="102217"/>
                    <a:pt x="41426" y="117269"/>
                    <a:pt x="83857" y="124568"/>
                  </a:cubicBezTo>
                  <a:lnTo>
                    <a:pt x="84343" y="124633"/>
                  </a:lnTo>
                  <a:cubicBezTo>
                    <a:pt x="136053" y="128234"/>
                    <a:pt x="159409" y="156619"/>
                    <a:pt x="159247" y="181500"/>
                  </a:cubicBezTo>
                  <a:cubicBezTo>
                    <a:pt x="159052" y="205960"/>
                    <a:pt x="135858" y="231912"/>
                    <a:pt x="84700" y="234702"/>
                  </a:cubicBezTo>
                  <a:cubicBezTo>
                    <a:pt x="43340" y="234702"/>
                    <a:pt x="9732" y="210015"/>
                    <a:pt x="9732" y="179684"/>
                  </a:cubicBezTo>
                  <a:lnTo>
                    <a:pt x="0" y="179684"/>
                  </a:lnTo>
                  <a:cubicBezTo>
                    <a:pt x="0" y="214070"/>
                    <a:pt x="35262" y="242293"/>
                    <a:pt x="79867" y="244304"/>
                  </a:cubicBezTo>
                  <a:lnTo>
                    <a:pt x="79867" y="279501"/>
                  </a:lnTo>
                  <a:lnTo>
                    <a:pt x="89599" y="279501"/>
                  </a:lnTo>
                  <a:lnTo>
                    <a:pt x="89599" y="244109"/>
                  </a:lnTo>
                  <a:cubicBezTo>
                    <a:pt x="144130" y="239633"/>
                    <a:pt x="168817" y="209820"/>
                    <a:pt x="169011" y="181565"/>
                  </a:cubicBezTo>
                  <a:cubicBezTo>
                    <a:pt x="169238" y="152337"/>
                    <a:pt x="143124" y="119054"/>
                    <a:pt x="85317" y="114934"/>
                  </a:cubicBezTo>
                  <a:cubicBezTo>
                    <a:pt x="59884" y="110522"/>
                    <a:pt x="29715" y="100855"/>
                    <a:pt x="29715" y="79639"/>
                  </a:cubicBezTo>
                  <a:close/>
                </a:path>
              </a:pathLst>
            </a:custGeom>
            <a:solidFill>
              <a:srgbClr val="000000"/>
            </a:solidFill>
            <a:ln w="3242" cap="flat">
              <a:noFill/>
              <a:prstDash val="solid"/>
              <a:miter/>
            </a:ln>
          </p:spPr>
          <p:txBody>
            <a:bodyPr rtlCol="0" anchor="ctr"/>
            <a:lstStyle/>
            <a:p>
              <a:endParaRPr lang="en-US"/>
            </a:p>
          </p:txBody>
        </p:sp>
        <p:sp>
          <p:nvSpPr>
            <p:cNvPr id="141" name="Freeform: Shape 830"/>
            <p:cNvSpPr/>
            <p:nvPr/>
          </p:nvSpPr>
          <p:spPr>
            <a:xfrm>
              <a:off x="4606044" y="5204864"/>
              <a:ext cx="256065" cy="634424"/>
            </a:xfrm>
            <a:custGeom>
              <a:avLst/>
              <a:gdLst>
                <a:gd name="connsiteX0" fmla="*/ 248716 w 256065"/>
                <a:gd name="connsiteY0" fmla="*/ 615253 h 634424"/>
                <a:gd name="connsiteX1" fmla="*/ 205182 w 256065"/>
                <a:gd name="connsiteY1" fmla="*/ 634425 h 634424"/>
                <a:gd name="connsiteX2" fmla="*/ 179165 w 256065"/>
                <a:gd name="connsiteY2" fmla="*/ 630110 h 634424"/>
                <a:gd name="connsiteX3" fmla="*/ 155905 w 256065"/>
                <a:gd name="connsiteY3" fmla="*/ 617004 h 634424"/>
                <a:gd name="connsiteX4" fmla="*/ 155062 w 256065"/>
                <a:gd name="connsiteY4" fmla="*/ 616032 h 634424"/>
                <a:gd name="connsiteX5" fmla="*/ 165994 w 256065"/>
                <a:gd name="connsiteY5" fmla="*/ 614734 h 634424"/>
                <a:gd name="connsiteX6" fmla="*/ 216827 w 256065"/>
                <a:gd name="connsiteY6" fmla="*/ 600103 h 634424"/>
                <a:gd name="connsiteX7" fmla="*/ 222213 w 256065"/>
                <a:gd name="connsiteY7" fmla="*/ 596470 h 634424"/>
                <a:gd name="connsiteX8" fmla="*/ 222602 w 256065"/>
                <a:gd name="connsiteY8" fmla="*/ 596016 h 634424"/>
                <a:gd name="connsiteX9" fmla="*/ 209366 w 256065"/>
                <a:gd name="connsiteY9" fmla="*/ 570583 h 634424"/>
                <a:gd name="connsiteX10" fmla="*/ 205279 w 256065"/>
                <a:gd name="connsiteY10" fmla="*/ 566723 h 634424"/>
                <a:gd name="connsiteX11" fmla="*/ 204436 w 256065"/>
                <a:gd name="connsiteY11" fmla="*/ 561176 h 634424"/>
                <a:gd name="connsiteX12" fmla="*/ 202294 w 256065"/>
                <a:gd name="connsiteY12" fmla="*/ 516830 h 634424"/>
                <a:gd name="connsiteX13" fmla="*/ 30234 w 256065"/>
                <a:gd name="connsiteY13" fmla="*/ 125088 h 634424"/>
                <a:gd name="connsiteX14" fmla="*/ 14046 w 256065"/>
                <a:gd name="connsiteY14" fmla="*/ 124277 h 634424"/>
                <a:gd name="connsiteX15" fmla="*/ 13981 w 256065"/>
                <a:gd name="connsiteY15" fmla="*/ 124277 h 634424"/>
                <a:gd name="connsiteX16" fmla="*/ 14500 w 256065"/>
                <a:gd name="connsiteY16" fmla="*/ 114513 h 634424"/>
                <a:gd name="connsiteX17" fmla="*/ 14857 w 256065"/>
                <a:gd name="connsiteY17" fmla="*/ 108025 h 634424"/>
                <a:gd name="connsiteX18" fmla="*/ 13981 w 256065"/>
                <a:gd name="connsiteY18" fmla="*/ 93881 h 634424"/>
                <a:gd name="connsiteX19" fmla="*/ 11548 w 256065"/>
                <a:gd name="connsiteY19" fmla="*/ 91026 h 634424"/>
                <a:gd name="connsiteX20" fmla="*/ 0 w 256065"/>
                <a:gd name="connsiteY20" fmla="*/ 84441 h 634424"/>
                <a:gd name="connsiteX21" fmla="*/ 0 w 256065"/>
                <a:gd name="connsiteY21" fmla="*/ 84441 h 634424"/>
                <a:gd name="connsiteX22" fmla="*/ 4444 w 256065"/>
                <a:gd name="connsiteY22" fmla="*/ 74676 h 634424"/>
                <a:gd name="connsiteX23" fmla="*/ 6001 w 256065"/>
                <a:gd name="connsiteY23" fmla="*/ 71270 h 634424"/>
                <a:gd name="connsiteX24" fmla="*/ 32894 w 256065"/>
                <a:gd name="connsiteY24" fmla="*/ 8986 h 634424"/>
                <a:gd name="connsiteX25" fmla="*/ 36754 w 256065"/>
                <a:gd name="connsiteY25" fmla="*/ 0 h 634424"/>
                <a:gd name="connsiteX26" fmla="*/ 67799 w 256065"/>
                <a:gd name="connsiteY26" fmla="*/ 10154 h 634424"/>
                <a:gd name="connsiteX27" fmla="*/ 40031 w 256065"/>
                <a:gd name="connsiteY27" fmla="*/ 74255 h 634424"/>
                <a:gd name="connsiteX28" fmla="*/ 47330 w 256065"/>
                <a:gd name="connsiteY28" fmla="*/ 94075 h 634424"/>
                <a:gd name="connsiteX29" fmla="*/ 206220 w 256065"/>
                <a:gd name="connsiteY29" fmla="*/ 274408 h 634424"/>
                <a:gd name="connsiteX30" fmla="*/ 234734 w 256065"/>
                <a:gd name="connsiteY30" fmla="*/ 516084 h 634424"/>
                <a:gd name="connsiteX31" fmla="*/ 235967 w 256065"/>
                <a:gd name="connsiteY31" fmla="*/ 551249 h 634424"/>
                <a:gd name="connsiteX32" fmla="*/ 248716 w 256065"/>
                <a:gd name="connsiteY32" fmla="*/ 615253 h 63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6065" h="634424">
                  <a:moveTo>
                    <a:pt x="248716" y="615253"/>
                  </a:moveTo>
                  <a:cubicBezTo>
                    <a:pt x="239373" y="627904"/>
                    <a:pt x="223218" y="634425"/>
                    <a:pt x="205182" y="634425"/>
                  </a:cubicBezTo>
                  <a:cubicBezTo>
                    <a:pt x="196358" y="634425"/>
                    <a:pt x="187534" y="632900"/>
                    <a:pt x="179165" y="630110"/>
                  </a:cubicBezTo>
                  <a:cubicBezTo>
                    <a:pt x="170796" y="627353"/>
                    <a:pt x="161907" y="623720"/>
                    <a:pt x="155905" y="617004"/>
                  </a:cubicBezTo>
                  <a:cubicBezTo>
                    <a:pt x="155614" y="616680"/>
                    <a:pt x="155354" y="616356"/>
                    <a:pt x="155062" y="616032"/>
                  </a:cubicBezTo>
                  <a:cubicBezTo>
                    <a:pt x="159766" y="615577"/>
                    <a:pt x="163302" y="615156"/>
                    <a:pt x="165994" y="614734"/>
                  </a:cubicBezTo>
                  <a:cubicBezTo>
                    <a:pt x="168589" y="614312"/>
                    <a:pt x="207063" y="609284"/>
                    <a:pt x="216827" y="600103"/>
                  </a:cubicBezTo>
                  <a:cubicBezTo>
                    <a:pt x="218904" y="599292"/>
                    <a:pt x="220785" y="598125"/>
                    <a:pt x="222213" y="596470"/>
                  </a:cubicBezTo>
                  <a:cubicBezTo>
                    <a:pt x="222342" y="596340"/>
                    <a:pt x="222472" y="596178"/>
                    <a:pt x="222602" y="596016"/>
                  </a:cubicBezTo>
                  <a:cubicBezTo>
                    <a:pt x="226008" y="591377"/>
                    <a:pt x="220688" y="581159"/>
                    <a:pt x="209366" y="570583"/>
                  </a:cubicBezTo>
                  <a:lnTo>
                    <a:pt x="205279" y="566723"/>
                  </a:lnTo>
                  <a:lnTo>
                    <a:pt x="204436" y="561176"/>
                  </a:lnTo>
                  <a:cubicBezTo>
                    <a:pt x="203105" y="552579"/>
                    <a:pt x="202781" y="537592"/>
                    <a:pt x="202294" y="516830"/>
                  </a:cubicBezTo>
                  <a:cubicBezTo>
                    <a:pt x="199699" y="405205"/>
                    <a:pt x="194282" y="133230"/>
                    <a:pt x="30234" y="125088"/>
                  </a:cubicBezTo>
                  <a:lnTo>
                    <a:pt x="14046" y="124277"/>
                  </a:lnTo>
                  <a:lnTo>
                    <a:pt x="13981" y="124277"/>
                  </a:lnTo>
                  <a:lnTo>
                    <a:pt x="14500" y="114513"/>
                  </a:lnTo>
                  <a:lnTo>
                    <a:pt x="14857" y="108025"/>
                  </a:lnTo>
                  <a:cubicBezTo>
                    <a:pt x="15247" y="99947"/>
                    <a:pt x="14695" y="95957"/>
                    <a:pt x="13981" y="93881"/>
                  </a:cubicBezTo>
                  <a:cubicBezTo>
                    <a:pt x="13560" y="92680"/>
                    <a:pt x="12684" y="91675"/>
                    <a:pt x="11548" y="91026"/>
                  </a:cubicBezTo>
                  <a:lnTo>
                    <a:pt x="0" y="84441"/>
                  </a:lnTo>
                  <a:lnTo>
                    <a:pt x="0" y="84441"/>
                  </a:lnTo>
                  <a:cubicBezTo>
                    <a:pt x="0" y="84441"/>
                    <a:pt x="4444" y="74676"/>
                    <a:pt x="4444" y="74676"/>
                  </a:cubicBezTo>
                  <a:lnTo>
                    <a:pt x="6001" y="71270"/>
                  </a:lnTo>
                  <a:lnTo>
                    <a:pt x="32894" y="8986"/>
                  </a:lnTo>
                  <a:lnTo>
                    <a:pt x="36754" y="0"/>
                  </a:lnTo>
                  <a:lnTo>
                    <a:pt x="67799" y="10154"/>
                  </a:lnTo>
                  <a:lnTo>
                    <a:pt x="40031" y="74255"/>
                  </a:lnTo>
                  <a:cubicBezTo>
                    <a:pt x="45416" y="82559"/>
                    <a:pt x="46810" y="85187"/>
                    <a:pt x="47330" y="94075"/>
                  </a:cubicBezTo>
                  <a:cubicBezTo>
                    <a:pt x="123563" y="104262"/>
                    <a:pt x="176570" y="171866"/>
                    <a:pt x="206220" y="274408"/>
                  </a:cubicBezTo>
                  <a:cubicBezTo>
                    <a:pt x="231133" y="360406"/>
                    <a:pt x="233372" y="457855"/>
                    <a:pt x="234734" y="516084"/>
                  </a:cubicBezTo>
                  <a:cubicBezTo>
                    <a:pt x="235059" y="530455"/>
                    <a:pt x="235350" y="543301"/>
                    <a:pt x="235967" y="551249"/>
                  </a:cubicBezTo>
                  <a:cubicBezTo>
                    <a:pt x="267433" y="583819"/>
                    <a:pt x="253841" y="608311"/>
                    <a:pt x="248716" y="615253"/>
                  </a:cubicBezTo>
                  <a:close/>
                </a:path>
              </a:pathLst>
            </a:custGeom>
            <a:solidFill>
              <a:srgbClr val="CFABCF"/>
            </a:solidFill>
            <a:ln w="3242" cap="flat">
              <a:noFill/>
              <a:prstDash val="solid"/>
              <a:miter/>
            </a:ln>
          </p:spPr>
          <p:txBody>
            <a:bodyPr rtlCol="0" anchor="ctr"/>
            <a:lstStyle/>
            <a:p>
              <a:endParaRPr lang="en-US"/>
            </a:p>
          </p:txBody>
        </p:sp>
      </p:grpSp>
      <p:grpSp>
        <p:nvGrpSpPr>
          <p:cNvPr id="142" name="Group 1217"/>
          <p:cNvGrpSpPr/>
          <p:nvPr/>
        </p:nvGrpSpPr>
        <p:grpSpPr>
          <a:xfrm>
            <a:off x="7839369" y="3323192"/>
            <a:ext cx="639907" cy="621384"/>
            <a:chOff x="816201" y="5183032"/>
            <a:chExt cx="639907" cy="621384"/>
          </a:xfrm>
        </p:grpSpPr>
        <p:sp>
          <p:nvSpPr>
            <p:cNvPr id="143" name="Freeform: Shape 811"/>
            <p:cNvSpPr/>
            <p:nvPr/>
          </p:nvSpPr>
          <p:spPr>
            <a:xfrm>
              <a:off x="816201" y="5265008"/>
              <a:ext cx="621903" cy="539408"/>
            </a:xfrm>
            <a:custGeom>
              <a:avLst/>
              <a:gdLst>
                <a:gd name="connsiteX0" fmla="*/ 74709 w 621903"/>
                <a:gd name="connsiteY0" fmla="*/ 529676 h 539408"/>
                <a:gd name="connsiteX1" fmla="*/ 22806 w 621903"/>
                <a:gd name="connsiteY1" fmla="*/ 514073 h 539408"/>
                <a:gd name="connsiteX2" fmla="*/ 9830 w 621903"/>
                <a:gd name="connsiteY2" fmla="*/ 479492 h 539408"/>
                <a:gd name="connsiteX3" fmla="*/ 219585 w 621903"/>
                <a:gd name="connsiteY3" fmla="*/ 479492 h 539408"/>
                <a:gd name="connsiteX4" fmla="*/ 219585 w 621903"/>
                <a:gd name="connsiteY4" fmla="*/ 499475 h 539408"/>
                <a:gd name="connsiteX5" fmla="*/ 408969 w 621903"/>
                <a:gd name="connsiteY5" fmla="*/ 499475 h 539408"/>
                <a:gd name="connsiteX6" fmla="*/ 408969 w 621903"/>
                <a:gd name="connsiteY6" fmla="*/ 479492 h 539408"/>
                <a:gd name="connsiteX7" fmla="*/ 587518 w 621903"/>
                <a:gd name="connsiteY7" fmla="*/ 479492 h 539408"/>
                <a:gd name="connsiteX8" fmla="*/ 587518 w 621903"/>
                <a:gd name="connsiteY8" fmla="*/ 469760 h 539408"/>
                <a:gd name="connsiteX9" fmla="*/ 568670 w 621903"/>
                <a:gd name="connsiteY9" fmla="*/ 469760 h 539408"/>
                <a:gd name="connsiteX10" fmla="*/ 568670 w 621903"/>
                <a:gd name="connsiteY10" fmla="*/ 120416 h 539408"/>
                <a:gd name="connsiteX11" fmla="*/ 270711 w 621903"/>
                <a:gd name="connsiteY11" fmla="*/ 120416 h 539408"/>
                <a:gd name="connsiteX12" fmla="*/ 271716 w 621903"/>
                <a:gd name="connsiteY12" fmla="*/ 105916 h 539408"/>
                <a:gd name="connsiteX13" fmla="*/ 270548 w 621903"/>
                <a:gd name="connsiteY13" fmla="*/ 90215 h 539408"/>
                <a:gd name="connsiteX14" fmla="*/ 616973 w 621903"/>
                <a:gd name="connsiteY14" fmla="*/ 90215 h 539408"/>
                <a:gd name="connsiteX15" fmla="*/ 612107 w 621903"/>
                <a:gd name="connsiteY15" fmla="*/ 80483 h 539408"/>
                <a:gd name="connsiteX16" fmla="*/ 268634 w 621903"/>
                <a:gd name="connsiteY16" fmla="*/ 80483 h 539408"/>
                <a:gd name="connsiteX17" fmla="*/ 165800 w 621903"/>
                <a:gd name="connsiteY17" fmla="*/ 0 h 539408"/>
                <a:gd name="connsiteX18" fmla="*/ 62966 w 621903"/>
                <a:gd name="connsiteY18" fmla="*/ 80483 h 539408"/>
                <a:gd name="connsiteX19" fmla="*/ 44281 w 621903"/>
                <a:gd name="connsiteY19" fmla="*/ 80483 h 539408"/>
                <a:gd name="connsiteX20" fmla="*/ 19951 w 621903"/>
                <a:gd name="connsiteY20" fmla="*/ 104813 h 539408"/>
                <a:gd name="connsiteX21" fmla="*/ 19951 w 621903"/>
                <a:gd name="connsiteY21" fmla="*/ 469760 h 539408"/>
                <a:gd name="connsiteX22" fmla="*/ 1 w 621903"/>
                <a:gd name="connsiteY22" fmla="*/ 469760 h 539408"/>
                <a:gd name="connsiteX23" fmla="*/ 1 w 621903"/>
                <a:gd name="connsiteY23" fmla="*/ 474626 h 539408"/>
                <a:gd name="connsiteX24" fmla="*/ 15896 w 621903"/>
                <a:gd name="connsiteY24" fmla="*/ 520950 h 539408"/>
                <a:gd name="connsiteX25" fmla="*/ 74709 w 621903"/>
                <a:gd name="connsiteY25" fmla="*/ 539408 h 539408"/>
                <a:gd name="connsiteX26" fmla="*/ 613826 w 621903"/>
                <a:gd name="connsiteY26" fmla="*/ 539408 h 539408"/>
                <a:gd name="connsiteX27" fmla="*/ 621904 w 621903"/>
                <a:gd name="connsiteY27" fmla="*/ 529676 h 539408"/>
                <a:gd name="connsiteX28" fmla="*/ 74709 w 621903"/>
                <a:gd name="connsiteY28" fmla="*/ 529676 h 539408"/>
                <a:gd name="connsiteX29" fmla="*/ 558938 w 621903"/>
                <a:gd name="connsiteY29" fmla="*/ 130148 h 539408"/>
                <a:gd name="connsiteX30" fmla="*/ 558938 w 621903"/>
                <a:gd name="connsiteY30" fmla="*/ 469760 h 539408"/>
                <a:gd name="connsiteX31" fmla="*/ 399237 w 621903"/>
                <a:gd name="connsiteY31" fmla="*/ 469760 h 539408"/>
                <a:gd name="connsiteX32" fmla="*/ 399237 w 621903"/>
                <a:gd name="connsiteY32" fmla="*/ 489743 h 539408"/>
                <a:gd name="connsiteX33" fmla="*/ 229317 w 621903"/>
                <a:gd name="connsiteY33" fmla="*/ 489743 h 539408"/>
                <a:gd name="connsiteX34" fmla="*/ 229317 w 621903"/>
                <a:gd name="connsiteY34" fmla="*/ 469760 h 539408"/>
                <a:gd name="connsiteX35" fmla="*/ 69616 w 621903"/>
                <a:gd name="connsiteY35" fmla="*/ 469760 h 539408"/>
                <a:gd name="connsiteX36" fmla="*/ 69616 w 621903"/>
                <a:gd name="connsiteY36" fmla="*/ 150228 h 539408"/>
                <a:gd name="connsiteX37" fmla="*/ 165800 w 621903"/>
                <a:gd name="connsiteY37" fmla="*/ 211832 h 539408"/>
                <a:gd name="connsiteX38" fmla="*/ 268894 w 621903"/>
                <a:gd name="connsiteY38" fmla="*/ 130148 h 539408"/>
                <a:gd name="connsiteX39" fmla="*/ 558938 w 621903"/>
                <a:gd name="connsiteY39" fmla="*/ 130148 h 539408"/>
                <a:gd name="connsiteX40" fmla="*/ 165800 w 621903"/>
                <a:gd name="connsiteY40" fmla="*/ 9732 h 539408"/>
                <a:gd name="connsiteX41" fmla="*/ 261984 w 621903"/>
                <a:gd name="connsiteY41" fmla="*/ 105916 h 539408"/>
                <a:gd name="connsiteX42" fmla="*/ 165800 w 621903"/>
                <a:gd name="connsiteY42" fmla="*/ 202100 h 539408"/>
                <a:gd name="connsiteX43" fmla="*/ 69616 w 621903"/>
                <a:gd name="connsiteY43" fmla="*/ 105916 h 539408"/>
                <a:gd name="connsiteX44" fmla="*/ 165800 w 621903"/>
                <a:gd name="connsiteY44" fmla="*/ 9732 h 539408"/>
                <a:gd name="connsiteX45" fmla="*/ 29683 w 621903"/>
                <a:gd name="connsiteY45" fmla="*/ 104813 h 539408"/>
                <a:gd name="connsiteX46" fmla="*/ 44281 w 621903"/>
                <a:gd name="connsiteY46" fmla="*/ 90215 h 539408"/>
                <a:gd name="connsiteX47" fmla="*/ 61052 w 621903"/>
                <a:gd name="connsiteY47" fmla="*/ 90215 h 539408"/>
                <a:gd name="connsiteX48" fmla="*/ 59884 w 621903"/>
                <a:gd name="connsiteY48" fmla="*/ 105916 h 539408"/>
                <a:gd name="connsiteX49" fmla="*/ 59884 w 621903"/>
                <a:gd name="connsiteY49" fmla="*/ 469760 h 539408"/>
                <a:gd name="connsiteX50" fmla="*/ 29683 w 621903"/>
                <a:gd name="connsiteY50" fmla="*/ 469760 h 539408"/>
                <a:gd name="connsiteX51" fmla="*/ 29683 w 621903"/>
                <a:gd name="connsiteY51" fmla="*/ 104813 h 53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21903" h="539408">
                  <a:moveTo>
                    <a:pt x="74709" y="529676"/>
                  </a:moveTo>
                  <a:cubicBezTo>
                    <a:pt x="50250" y="529676"/>
                    <a:pt x="33251" y="524551"/>
                    <a:pt x="22806" y="514073"/>
                  </a:cubicBezTo>
                  <a:cubicBezTo>
                    <a:pt x="14761" y="506028"/>
                    <a:pt x="10511" y="494674"/>
                    <a:pt x="9830" y="479492"/>
                  </a:cubicBezTo>
                  <a:lnTo>
                    <a:pt x="219585" y="479492"/>
                  </a:lnTo>
                  <a:lnTo>
                    <a:pt x="219585" y="499475"/>
                  </a:lnTo>
                  <a:lnTo>
                    <a:pt x="408969" y="499475"/>
                  </a:lnTo>
                  <a:lnTo>
                    <a:pt x="408969" y="479492"/>
                  </a:lnTo>
                  <a:lnTo>
                    <a:pt x="587518" y="479492"/>
                  </a:lnTo>
                  <a:lnTo>
                    <a:pt x="587518" y="469760"/>
                  </a:lnTo>
                  <a:lnTo>
                    <a:pt x="568670" y="469760"/>
                  </a:lnTo>
                  <a:lnTo>
                    <a:pt x="568670" y="120416"/>
                  </a:lnTo>
                  <a:lnTo>
                    <a:pt x="270711" y="120416"/>
                  </a:lnTo>
                  <a:cubicBezTo>
                    <a:pt x="271392" y="115680"/>
                    <a:pt x="271716" y="110846"/>
                    <a:pt x="271716" y="105916"/>
                  </a:cubicBezTo>
                  <a:cubicBezTo>
                    <a:pt x="271716" y="100596"/>
                    <a:pt x="271327" y="95340"/>
                    <a:pt x="270548" y="90215"/>
                  </a:cubicBezTo>
                  <a:lnTo>
                    <a:pt x="616973" y="90215"/>
                  </a:lnTo>
                  <a:cubicBezTo>
                    <a:pt x="615708" y="86776"/>
                    <a:pt x="614086" y="83500"/>
                    <a:pt x="612107" y="80483"/>
                  </a:cubicBezTo>
                  <a:lnTo>
                    <a:pt x="268634" y="80483"/>
                  </a:lnTo>
                  <a:cubicBezTo>
                    <a:pt x="257216" y="34321"/>
                    <a:pt x="215433" y="0"/>
                    <a:pt x="165800" y="0"/>
                  </a:cubicBezTo>
                  <a:cubicBezTo>
                    <a:pt x="116167" y="0"/>
                    <a:pt x="74385" y="34321"/>
                    <a:pt x="62966" y="80483"/>
                  </a:cubicBezTo>
                  <a:lnTo>
                    <a:pt x="44281" y="80483"/>
                  </a:lnTo>
                  <a:cubicBezTo>
                    <a:pt x="30851" y="80483"/>
                    <a:pt x="19951" y="91415"/>
                    <a:pt x="19951" y="104813"/>
                  </a:cubicBezTo>
                  <a:lnTo>
                    <a:pt x="19951" y="469760"/>
                  </a:lnTo>
                  <a:lnTo>
                    <a:pt x="1" y="469760"/>
                  </a:lnTo>
                  <a:lnTo>
                    <a:pt x="1" y="474626"/>
                  </a:lnTo>
                  <a:cubicBezTo>
                    <a:pt x="-64" y="494998"/>
                    <a:pt x="5126" y="510148"/>
                    <a:pt x="15896" y="520950"/>
                  </a:cubicBezTo>
                  <a:cubicBezTo>
                    <a:pt x="28288" y="533375"/>
                    <a:pt x="47525" y="539408"/>
                    <a:pt x="74709" y="539408"/>
                  </a:cubicBezTo>
                  <a:lnTo>
                    <a:pt x="613826" y="539408"/>
                  </a:lnTo>
                  <a:cubicBezTo>
                    <a:pt x="616811" y="536424"/>
                    <a:pt x="619503" y="533180"/>
                    <a:pt x="621904" y="529676"/>
                  </a:cubicBezTo>
                  <a:lnTo>
                    <a:pt x="74709" y="529676"/>
                  </a:lnTo>
                  <a:close/>
                  <a:moveTo>
                    <a:pt x="558938" y="130148"/>
                  </a:moveTo>
                  <a:lnTo>
                    <a:pt x="558938" y="469760"/>
                  </a:lnTo>
                  <a:lnTo>
                    <a:pt x="399237" y="469760"/>
                  </a:lnTo>
                  <a:lnTo>
                    <a:pt x="399237" y="489743"/>
                  </a:lnTo>
                  <a:lnTo>
                    <a:pt x="229317" y="489743"/>
                  </a:lnTo>
                  <a:lnTo>
                    <a:pt x="229317" y="469760"/>
                  </a:lnTo>
                  <a:lnTo>
                    <a:pt x="69616" y="469760"/>
                  </a:lnTo>
                  <a:lnTo>
                    <a:pt x="69616" y="150228"/>
                  </a:lnTo>
                  <a:cubicBezTo>
                    <a:pt x="86420" y="186561"/>
                    <a:pt x="123207" y="211832"/>
                    <a:pt x="165800" y="211832"/>
                  </a:cubicBezTo>
                  <a:cubicBezTo>
                    <a:pt x="215855" y="211832"/>
                    <a:pt x="257929" y="176926"/>
                    <a:pt x="268894" y="130148"/>
                  </a:cubicBezTo>
                  <a:lnTo>
                    <a:pt x="558938" y="130148"/>
                  </a:lnTo>
                  <a:close/>
                  <a:moveTo>
                    <a:pt x="165800" y="9732"/>
                  </a:moveTo>
                  <a:cubicBezTo>
                    <a:pt x="218839" y="9732"/>
                    <a:pt x="261984" y="52877"/>
                    <a:pt x="261984" y="105916"/>
                  </a:cubicBezTo>
                  <a:cubicBezTo>
                    <a:pt x="261984" y="158955"/>
                    <a:pt x="218839" y="202100"/>
                    <a:pt x="165800" y="202100"/>
                  </a:cubicBezTo>
                  <a:cubicBezTo>
                    <a:pt x="112761" y="202100"/>
                    <a:pt x="69616" y="158955"/>
                    <a:pt x="69616" y="105916"/>
                  </a:cubicBezTo>
                  <a:cubicBezTo>
                    <a:pt x="69616" y="52877"/>
                    <a:pt x="112761" y="9732"/>
                    <a:pt x="165800" y="9732"/>
                  </a:cubicBezTo>
                  <a:close/>
                  <a:moveTo>
                    <a:pt x="29683" y="104813"/>
                  </a:moveTo>
                  <a:cubicBezTo>
                    <a:pt x="29683" y="96768"/>
                    <a:pt x="36236" y="90215"/>
                    <a:pt x="44281" y="90215"/>
                  </a:cubicBezTo>
                  <a:lnTo>
                    <a:pt x="61052" y="90215"/>
                  </a:lnTo>
                  <a:cubicBezTo>
                    <a:pt x="60274" y="95340"/>
                    <a:pt x="59884" y="100596"/>
                    <a:pt x="59884" y="105916"/>
                  </a:cubicBezTo>
                  <a:lnTo>
                    <a:pt x="59884" y="469760"/>
                  </a:lnTo>
                  <a:lnTo>
                    <a:pt x="29683" y="469760"/>
                  </a:lnTo>
                  <a:lnTo>
                    <a:pt x="29683" y="104813"/>
                  </a:lnTo>
                  <a:close/>
                </a:path>
              </a:pathLst>
            </a:custGeom>
            <a:solidFill>
              <a:srgbClr val="000000"/>
            </a:solidFill>
            <a:ln w="3242" cap="flat">
              <a:noFill/>
              <a:prstDash val="solid"/>
              <a:miter/>
            </a:ln>
          </p:spPr>
          <p:txBody>
            <a:bodyPr rtlCol="0" anchor="ctr"/>
            <a:lstStyle/>
            <a:p>
              <a:endParaRPr lang="en-US"/>
            </a:p>
          </p:txBody>
        </p:sp>
        <p:sp>
          <p:nvSpPr>
            <p:cNvPr id="144" name="Freeform: Shape 812"/>
            <p:cNvSpPr/>
            <p:nvPr/>
          </p:nvSpPr>
          <p:spPr>
            <a:xfrm>
              <a:off x="945377" y="5315354"/>
              <a:ext cx="73249" cy="111106"/>
            </a:xfrm>
            <a:custGeom>
              <a:avLst/>
              <a:gdLst>
                <a:gd name="connsiteX0" fmla="*/ 36625 w 73249"/>
                <a:gd name="connsiteY0" fmla="*/ 90378 h 111106"/>
                <a:gd name="connsiteX1" fmla="*/ 9732 w 73249"/>
                <a:gd name="connsiteY1" fmla="*/ 71432 h 111106"/>
                <a:gd name="connsiteX2" fmla="*/ 0 w 73249"/>
                <a:gd name="connsiteY2" fmla="*/ 71432 h 111106"/>
                <a:gd name="connsiteX3" fmla="*/ 31759 w 73249"/>
                <a:gd name="connsiteY3" fmla="*/ 99817 h 111106"/>
                <a:gd name="connsiteX4" fmla="*/ 31759 w 73249"/>
                <a:gd name="connsiteY4" fmla="*/ 111106 h 111106"/>
                <a:gd name="connsiteX5" fmla="*/ 41490 w 73249"/>
                <a:gd name="connsiteY5" fmla="*/ 111106 h 111106"/>
                <a:gd name="connsiteX6" fmla="*/ 41490 w 73249"/>
                <a:gd name="connsiteY6" fmla="*/ 99817 h 111106"/>
                <a:gd name="connsiteX7" fmla="*/ 73249 w 73249"/>
                <a:gd name="connsiteY7" fmla="*/ 71432 h 111106"/>
                <a:gd name="connsiteX8" fmla="*/ 37468 w 73249"/>
                <a:gd name="connsiteY8" fmla="*/ 42821 h 111106"/>
                <a:gd name="connsiteX9" fmla="*/ 17712 w 73249"/>
                <a:gd name="connsiteY9" fmla="*/ 31726 h 111106"/>
                <a:gd name="connsiteX10" fmla="*/ 36657 w 73249"/>
                <a:gd name="connsiteY10" fmla="*/ 20729 h 111106"/>
                <a:gd name="connsiteX11" fmla="*/ 57062 w 73249"/>
                <a:gd name="connsiteY11" fmla="*/ 27282 h 111106"/>
                <a:gd name="connsiteX12" fmla="*/ 63906 w 73249"/>
                <a:gd name="connsiteY12" fmla="*/ 20372 h 111106"/>
                <a:gd name="connsiteX13" fmla="*/ 41523 w 73249"/>
                <a:gd name="connsiteY13" fmla="*/ 11257 h 111106"/>
                <a:gd name="connsiteX14" fmla="*/ 41523 w 73249"/>
                <a:gd name="connsiteY14" fmla="*/ 0 h 111106"/>
                <a:gd name="connsiteX15" fmla="*/ 31791 w 73249"/>
                <a:gd name="connsiteY15" fmla="*/ 0 h 111106"/>
                <a:gd name="connsiteX16" fmla="*/ 31791 w 73249"/>
                <a:gd name="connsiteY16" fmla="*/ 11192 h 111106"/>
                <a:gd name="connsiteX17" fmla="*/ 7980 w 73249"/>
                <a:gd name="connsiteY17" fmla="*/ 31726 h 111106"/>
                <a:gd name="connsiteX18" fmla="*/ 35814 w 73249"/>
                <a:gd name="connsiteY18" fmla="*/ 52390 h 111106"/>
                <a:gd name="connsiteX19" fmla="*/ 63517 w 73249"/>
                <a:gd name="connsiteY19" fmla="*/ 71400 h 111106"/>
                <a:gd name="connsiteX20" fmla="*/ 36625 w 73249"/>
                <a:gd name="connsiteY20" fmla="*/ 90345 h 11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3249" h="111106">
                  <a:moveTo>
                    <a:pt x="36625" y="90378"/>
                  </a:moveTo>
                  <a:cubicBezTo>
                    <a:pt x="21800" y="90378"/>
                    <a:pt x="9732" y="81878"/>
                    <a:pt x="9732" y="71432"/>
                  </a:cubicBezTo>
                  <a:lnTo>
                    <a:pt x="0" y="71432"/>
                  </a:lnTo>
                  <a:cubicBezTo>
                    <a:pt x="0" y="85933"/>
                    <a:pt x="13852" y="97936"/>
                    <a:pt x="31759" y="99817"/>
                  </a:cubicBezTo>
                  <a:lnTo>
                    <a:pt x="31759" y="111106"/>
                  </a:lnTo>
                  <a:lnTo>
                    <a:pt x="41490" y="111106"/>
                  </a:lnTo>
                  <a:lnTo>
                    <a:pt x="41490" y="99817"/>
                  </a:lnTo>
                  <a:cubicBezTo>
                    <a:pt x="59365" y="97936"/>
                    <a:pt x="73249" y="85933"/>
                    <a:pt x="73249" y="71432"/>
                  </a:cubicBezTo>
                  <a:cubicBezTo>
                    <a:pt x="73249" y="49017"/>
                    <a:pt x="47265" y="44540"/>
                    <a:pt x="37468" y="42821"/>
                  </a:cubicBezTo>
                  <a:cubicBezTo>
                    <a:pt x="31531" y="41782"/>
                    <a:pt x="17712" y="38668"/>
                    <a:pt x="17712" y="31726"/>
                  </a:cubicBezTo>
                  <a:cubicBezTo>
                    <a:pt x="17712" y="24427"/>
                    <a:pt x="24070" y="20729"/>
                    <a:pt x="36657" y="20729"/>
                  </a:cubicBezTo>
                  <a:cubicBezTo>
                    <a:pt x="50087" y="20729"/>
                    <a:pt x="56770" y="26990"/>
                    <a:pt x="57062" y="27282"/>
                  </a:cubicBezTo>
                  <a:lnTo>
                    <a:pt x="63906" y="20372"/>
                  </a:lnTo>
                  <a:cubicBezTo>
                    <a:pt x="63550" y="20015"/>
                    <a:pt x="56024" y="12684"/>
                    <a:pt x="41523" y="11257"/>
                  </a:cubicBezTo>
                  <a:lnTo>
                    <a:pt x="41523" y="0"/>
                  </a:lnTo>
                  <a:lnTo>
                    <a:pt x="31791" y="0"/>
                  </a:lnTo>
                  <a:lnTo>
                    <a:pt x="31791" y="11192"/>
                  </a:lnTo>
                  <a:cubicBezTo>
                    <a:pt x="10446" y="12911"/>
                    <a:pt x="7980" y="25920"/>
                    <a:pt x="7980" y="31726"/>
                  </a:cubicBezTo>
                  <a:cubicBezTo>
                    <a:pt x="7980" y="38960"/>
                    <a:pt x="12814" y="48400"/>
                    <a:pt x="35814" y="52390"/>
                  </a:cubicBezTo>
                  <a:cubicBezTo>
                    <a:pt x="55245" y="55764"/>
                    <a:pt x="63517" y="61441"/>
                    <a:pt x="63517" y="71400"/>
                  </a:cubicBezTo>
                  <a:cubicBezTo>
                    <a:pt x="63517" y="81359"/>
                    <a:pt x="51449" y="90345"/>
                    <a:pt x="36625" y="90345"/>
                  </a:cubicBezTo>
                  <a:close/>
                </a:path>
              </a:pathLst>
            </a:custGeom>
            <a:solidFill>
              <a:srgbClr val="000000"/>
            </a:solidFill>
            <a:ln w="3242" cap="flat">
              <a:noFill/>
              <a:prstDash val="solid"/>
              <a:miter/>
            </a:ln>
          </p:spPr>
          <p:txBody>
            <a:bodyPr rtlCol="0" anchor="ctr"/>
            <a:lstStyle/>
            <a:p>
              <a:endParaRPr lang="en-US"/>
            </a:p>
          </p:txBody>
        </p:sp>
        <p:sp>
          <p:nvSpPr>
            <p:cNvPr id="145" name="Freeform: Shape 813"/>
            <p:cNvSpPr/>
            <p:nvPr/>
          </p:nvSpPr>
          <p:spPr>
            <a:xfrm>
              <a:off x="968149" y="5592617"/>
              <a:ext cx="50378" cy="91674"/>
            </a:xfrm>
            <a:custGeom>
              <a:avLst/>
              <a:gdLst>
                <a:gd name="connsiteX0" fmla="*/ 0 w 50378"/>
                <a:gd name="connsiteY0" fmla="*/ 91675 h 91674"/>
                <a:gd name="connsiteX1" fmla="*/ 50379 w 50378"/>
                <a:gd name="connsiteY1" fmla="*/ 91675 h 91674"/>
                <a:gd name="connsiteX2" fmla="*/ 50379 w 50378"/>
                <a:gd name="connsiteY2" fmla="*/ 0 h 91674"/>
                <a:gd name="connsiteX3" fmla="*/ 0 w 50378"/>
                <a:gd name="connsiteY3" fmla="*/ 0 h 91674"/>
                <a:gd name="connsiteX4" fmla="*/ 0 w 50378"/>
                <a:gd name="connsiteY4" fmla="*/ 91675 h 91674"/>
                <a:gd name="connsiteX5" fmla="*/ 9732 w 50378"/>
                <a:gd name="connsiteY5" fmla="*/ 9732 h 91674"/>
                <a:gd name="connsiteX6" fmla="*/ 40647 w 50378"/>
                <a:gd name="connsiteY6" fmla="*/ 9732 h 91674"/>
                <a:gd name="connsiteX7" fmla="*/ 40647 w 50378"/>
                <a:gd name="connsiteY7" fmla="*/ 81943 h 91674"/>
                <a:gd name="connsiteX8" fmla="*/ 9732 w 50378"/>
                <a:gd name="connsiteY8" fmla="*/ 81943 h 91674"/>
                <a:gd name="connsiteX9" fmla="*/ 9732 w 50378"/>
                <a:gd name="connsiteY9" fmla="*/ 9732 h 9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78" h="91674">
                  <a:moveTo>
                    <a:pt x="0" y="91675"/>
                  </a:moveTo>
                  <a:lnTo>
                    <a:pt x="50379" y="91675"/>
                  </a:lnTo>
                  <a:lnTo>
                    <a:pt x="50379" y="0"/>
                  </a:lnTo>
                  <a:lnTo>
                    <a:pt x="0" y="0"/>
                  </a:lnTo>
                  <a:lnTo>
                    <a:pt x="0" y="91675"/>
                  </a:lnTo>
                  <a:close/>
                  <a:moveTo>
                    <a:pt x="9732" y="9732"/>
                  </a:moveTo>
                  <a:lnTo>
                    <a:pt x="40647" y="9732"/>
                  </a:lnTo>
                  <a:lnTo>
                    <a:pt x="40647" y="81943"/>
                  </a:lnTo>
                  <a:lnTo>
                    <a:pt x="9732" y="81943"/>
                  </a:lnTo>
                  <a:lnTo>
                    <a:pt x="9732" y="9732"/>
                  </a:lnTo>
                  <a:close/>
                </a:path>
              </a:pathLst>
            </a:custGeom>
            <a:solidFill>
              <a:srgbClr val="000000"/>
            </a:solidFill>
            <a:ln w="3242" cap="flat">
              <a:noFill/>
              <a:prstDash val="solid"/>
              <a:miter/>
            </a:ln>
          </p:spPr>
          <p:txBody>
            <a:bodyPr rtlCol="0" anchor="ctr"/>
            <a:lstStyle/>
            <a:p>
              <a:endParaRPr lang="en-US"/>
            </a:p>
          </p:txBody>
        </p:sp>
        <p:sp>
          <p:nvSpPr>
            <p:cNvPr id="146" name="Freeform: Shape 814"/>
            <p:cNvSpPr/>
            <p:nvPr/>
          </p:nvSpPr>
          <p:spPr>
            <a:xfrm>
              <a:off x="1059597" y="5536074"/>
              <a:ext cx="50346" cy="148217"/>
            </a:xfrm>
            <a:custGeom>
              <a:avLst/>
              <a:gdLst>
                <a:gd name="connsiteX0" fmla="*/ 50347 w 50346"/>
                <a:gd name="connsiteY0" fmla="*/ 0 h 148217"/>
                <a:gd name="connsiteX1" fmla="*/ 0 w 50346"/>
                <a:gd name="connsiteY1" fmla="*/ 0 h 148217"/>
                <a:gd name="connsiteX2" fmla="*/ 0 w 50346"/>
                <a:gd name="connsiteY2" fmla="*/ 148218 h 148217"/>
                <a:gd name="connsiteX3" fmla="*/ 50347 w 50346"/>
                <a:gd name="connsiteY3" fmla="*/ 148218 h 148217"/>
                <a:gd name="connsiteX4" fmla="*/ 50347 w 50346"/>
                <a:gd name="connsiteY4" fmla="*/ 0 h 148217"/>
                <a:gd name="connsiteX5" fmla="*/ 40615 w 50346"/>
                <a:gd name="connsiteY5" fmla="*/ 138486 h 148217"/>
                <a:gd name="connsiteX6" fmla="*/ 9732 w 50346"/>
                <a:gd name="connsiteY6" fmla="*/ 138486 h 148217"/>
                <a:gd name="connsiteX7" fmla="*/ 9732 w 50346"/>
                <a:gd name="connsiteY7" fmla="*/ 9732 h 148217"/>
                <a:gd name="connsiteX8" fmla="*/ 40615 w 50346"/>
                <a:gd name="connsiteY8" fmla="*/ 9732 h 148217"/>
                <a:gd name="connsiteX9" fmla="*/ 40615 w 50346"/>
                <a:gd name="connsiteY9" fmla="*/ 138486 h 148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46" h="148217">
                  <a:moveTo>
                    <a:pt x="50347" y="0"/>
                  </a:moveTo>
                  <a:lnTo>
                    <a:pt x="0" y="0"/>
                  </a:lnTo>
                  <a:lnTo>
                    <a:pt x="0" y="148218"/>
                  </a:lnTo>
                  <a:lnTo>
                    <a:pt x="50347" y="148218"/>
                  </a:lnTo>
                  <a:lnTo>
                    <a:pt x="50347" y="0"/>
                  </a:lnTo>
                  <a:close/>
                  <a:moveTo>
                    <a:pt x="40615" y="138486"/>
                  </a:moveTo>
                  <a:lnTo>
                    <a:pt x="9732" y="138486"/>
                  </a:lnTo>
                  <a:lnTo>
                    <a:pt x="9732" y="9732"/>
                  </a:lnTo>
                  <a:lnTo>
                    <a:pt x="40615" y="9732"/>
                  </a:lnTo>
                  <a:lnTo>
                    <a:pt x="40615" y="138486"/>
                  </a:lnTo>
                  <a:close/>
                </a:path>
              </a:pathLst>
            </a:custGeom>
            <a:solidFill>
              <a:srgbClr val="000000"/>
            </a:solidFill>
            <a:ln w="3242" cap="flat">
              <a:noFill/>
              <a:prstDash val="solid"/>
              <a:miter/>
            </a:ln>
          </p:spPr>
          <p:txBody>
            <a:bodyPr rtlCol="0" anchor="ctr"/>
            <a:lstStyle/>
            <a:p>
              <a:endParaRPr lang="en-US"/>
            </a:p>
          </p:txBody>
        </p:sp>
        <p:sp>
          <p:nvSpPr>
            <p:cNvPr id="147" name="Freeform: Shape 815"/>
            <p:cNvSpPr/>
            <p:nvPr/>
          </p:nvSpPr>
          <p:spPr>
            <a:xfrm>
              <a:off x="1151012" y="5487090"/>
              <a:ext cx="50346" cy="197201"/>
            </a:xfrm>
            <a:custGeom>
              <a:avLst/>
              <a:gdLst>
                <a:gd name="connsiteX0" fmla="*/ 50347 w 50346"/>
                <a:gd name="connsiteY0" fmla="*/ 0 h 197201"/>
                <a:gd name="connsiteX1" fmla="*/ 0 w 50346"/>
                <a:gd name="connsiteY1" fmla="*/ 0 h 197201"/>
                <a:gd name="connsiteX2" fmla="*/ 0 w 50346"/>
                <a:gd name="connsiteY2" fmla="*/ 197202 h 197201"/>
                <a:gd name="connsiteX3" fmla="*/ 50347 w 50346"/>
                <a:gd name="connsiteY3" fmla="*/ 197202 h 197201"/>
                <a:gd name="connsiteX4" fmla="*/ 50347 w 50346"/>
                <a:gd name="connsiteY4" fmla="*/ 0 h 197201"/>
                <a:gd name="connsiteX5" fmla="*/ 40615 w 50346"/>
                <a:gd name="connsiteY5" fmla="*/ 187470 h 197201"/>
                <a:gd name="connsiteX6" fmla="*/ 9732 w 50346"/>
                <a:gd name="connsiteY6" fmla="*/ 187470 h 197201"/>
                <a:gd name="connsiteX7" fmla="*/ 9732 w 50346"/>
                <a:gd name="connsiteY7" fmla="*/ 9732 h 197201"/>
                <a:gd name="connsiteX8" fmla="*/ 40615 w 50346"/>
                <a:gd name="connsiteY8" fmla="*/ 9732 h 197201"/>
                <a:gd name="connsiteX9" fmla="*/ 40615 w 50346"/>
                <a:gd name="connsiteY9" fmla="*/ 187470 h 19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46" h="197201">
                  <a:moveTo>
                    <a:pt x="50347" y="0"/>
                  </a:moveTo>
                  <a:lnTo>
                    <a:pt x="0" y="0"/>
                  </a:lnTo>
                  <a:lnTo>
                    <a:pt x="0" y="197202"/>
                  </a:lnTo>
                  <a:lnTo>
                    <a:pt x="50347" y="197202"/>
                  </a:lnTo>
                  <a:lnTo>
                    <a:pt x="50347" y="0"/>
                  </a:lnTo>
                  <a:close/>
                  <a:moveTo>
                    <a:pt x="40615" y="187470"/>
                  </a:moveTo>
                  <a:lnTo>
                    <a:pt x="9732" y="187470"/>
                  </a:lnTo>
                  <a:lnTo>
                    <a:pt x="9732" y="9732"/>
                  </a:lnTo>
                  <a:lnTo>
                    <a:pt x="40615" y="9732"/>
                  </a:lnTo>
                  <a:lnTo>
                    <a:pt x="40615" y="187470"/>
                  </a:lnTo>
                  <a:close/>
                </a:path>
              </a:pathLst>
            </a:custGeom>
            <a:solidFill>
              <a:srgbClr val="000000"/>
            </a:solidFill>
            <a:ln w="3242" cap="flat">
              <a:noFill/>
              <a:prstDash val="solid"/>
              <a:miter/>
            </a:ln>
          </p:spPr>
          <p:txBody>
            <a:bodyPr rtlCol="0" anchor="ctr"/>
            <a:lstStyle/>
            <a:p>
              <a:endParaRPr lang="en-US"/>
            </a:p>
          </p:txBody>
        </p:sp>
        <p:sp>
          <p:nvSpPr>
            <p:cNvPr id="148" name="Freeform: Shape 816"/>
            <p:cNvSpPr/>
            <p:nvPr/>
          </p:nvSpPr>
          <p:spPr>
            <a:xfrm>
              <a:off x="1242428" y="5455851"/>
              <a:ext cx="50378" cy="228441"/>
            </a:xfrm>
            <a:custGeom>
              <a:avLst/>
              <a:gdLst>
                <a:gd name="connsiteX0" fmla="*/ 50379 w 50378"/>
                <a:gd name="connsiteY0" fmla="*/ 0 h 228441"/>
                <a:gd name="connsiteX1" fmla="*/ 0 w 50378"/>
                <a:gd name="connsiteY1" fmla="*/ 0 h 228441"/>
                <a:gd name="connsiteX2" fmla="*/ 0 w 50378"/>
                <a:gd name="connsiteY2" fmla="*/ 228441 h 228441"/>
                <a:gd name="connsiteX3" fmla="*/ 50379 w 50378"/>
                <a:gd name="connsiteY3" fmla="*/ 228441 h 228441"/>
                <a:gd name="connsiteX4" fmla="*/ 50379 w 50378"/>
                <a:gd name="connsiteY4" fmla="*/ 0 h 228441"/>
                <a:gd name="connsiteX5" fmla="*/ 40647 w 50378"/>
                <a:gd name="connsiteY5" fmla="*/ 218709 h 228441"/>
                <a:gd name="connsiteX6" fmla="*/ 9732 w 50378"/>
                <a:gd name="connsiteY6" fmla="*/ 218709 h 228441"/>
                <a:gd name="connsiteX7" fmla="*/ 9732 w 50378"/>
                <a:gd name="connsiteY7" fmla="*/ 9732 h 228441"/>
                <a:gd name="connsiteX8" fmla="*/ 40647 w 50378"/>
                <a:gd name="connsiteY8" fmla="*/ 9732 h 228441"/>
                <a:gd name="connsiteX9" fmla="*/ 40647 w 50378"/>
                <a:gd name="connsiteY9" fmla="*/ 218709 h 228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78" h="228441">
                  <a:moveTo>
                    <a:pt x="50379" y="0"/>
                  </a:moveTo>
                  <a:lnTo>
                    <a:pt x="0" y="0"/>
                  </a:lnTo>
                  <a:lnTo>
                    <a:pt x="0" y="228441"/>
                  </a:lnTo>
                  <a:lnTo>
                    <a:pt x="50379" y="228441"/>
                  </a:lnTo>
                  <a:lnTo>
                    <a:pt x="50379" y="0"/>
                  </a:lnTo>
                  <a:close/>
                  <a:moveTo>
                    <a:pt x="40647" y="218709"/>
                  </a:moveTo>
                  <a:lnTo>
                    <a:pt x="9732" y="218709"/>
                  </a:lnTo>
                  <a:lnTo>
                    <a:pt x="9732" y="9732"/>
                  </a:lnTo>
                  <a:lnTo>
                    <a:pt x="40647" y="9732"/>
                  </a:lnTo>
                  <a:lnTo>
                    <a:pt x="40647" y="218709"/>
                  </a:lnTo>
                  <a:close/>
                </a:path>
              </a:pathLst>
            </a:custGeom>
            <a:solidFill>
              <a:srgbClr val="000000"/>
            </a:solidFill>
            <a:ln w="3242" cap="flat">
              <a:noFill/>
              <a:prstDash val="solid"/>
              <a:miter/>
            </a:ln>
          </p:spPr>
          <p:txBody>
            <a:bodyPr rtlCol="0" anchor="ctr"/>
            <a:lstStyle/>
            <a:p>
              <a:endParaRPr lang="en-US"/>
            </a:p>
          </p:txBody>
        </p:sp>
        <p:sp>
          <p:nvSpPr>
            <p:cNvPr id="149" name="Freeform: Shape 817"/>
            <p:cNvSpPr/>
            <p:nvPr/>
          </p:nvSpPr>
          <p:spPr>
            <a:xfrm>
              <a:off x="876085" y="5230816"/>
              <a:ext cx="9731" cy="76752"/>
            </a:xfrm>
            <a:custGeom>
              <a:avLst/>
              <a:gdLst>
                <a:gd name="connsiteX0" fmla="*/ 0 w 9731"/>
                <a:gd name="connsiteY0" fmla="*/ 0 h 76752"/>
                <a:gd name="connsiteX1" fmla="*/ 9732 w 9731"/>
                <a:gd name="connsiteY1" fmla="*/ 0 h 76752"/>
                <a:gd name="connsiteX2" fmla="*/ 9732 w 9731"/>
                <a:gd name="connsiteY2" fmla="*/ 76753 h 76752"/>
                <a:gd name="connsiteX3" fmla="*/ 0 w 9731"/>
                <a:gd name="connsiteY3" fmla="*/ 76753 h 76752"/>
              </a:gdLst>
              <a:ahLst/>
              <a:cxnLst>
                <a:cxn ang="0">
                  <a:pos x="connsiteX0" y="connsiteY0"/>
                </a:cxn>
                <a:cxn ang="0">
                  <a:pos x="connsiteX1" y="connsiteY1"/>
                </a:cxn>
                <a:cxn ang="0">
                  <a:pos x="connsiteX2" y="connsiteY2"/>
                </a:cxn>
                <a:cxn ang="0">
                  <a:pos x="connsiteX3" y="connsiteY3"/>
                </a:cxn>
              </a:cxnLst>
              <a:rect l="l" t="t" r="r" b="b"/>
              <a:pathLst>
                <a:path w="9731" h="76752">
                  <a:moveTo>
                    <a:pt x="0" y="0"/>
                  </a:moveTo>
                  <a:lnTo>
                    <a:pt x="9732" y="0"/>
                  </a:lnTo>
                  <a:lnTo>
                    <a:pt x="9732" y="76753"/>
                  </a:lnTo>
                  <a:lnTo>
                    <a:pt x="0" y="76753"/>
                  </a:lnTo>
                  <a:close/>
                </a:path>
              </a:pathLst>
            </a:custGeom>
            <a:solidFill>
              <a:srgbClr val="000000"/>
            </a:solidFill>
            <a:ln w="3242" cap="flat">
              <a:noFill/>
              <a:prstDash val="solid"/>
              <a:miter/>
            </a:ln>
          </p:spPr>
          <p:txBody>
            <a:bodyPr rtlCol="0" anchor="ctr"/>
            <a:lstStyle/>
            <a:p>
              <a:endParaRPr lang="en-US"/>
            </a:p>
          </p:txBody>
        </p:sp>
        <p:sp>
          <p:nvSpPr>
            <p:cNvPr id="150" name="Freeform: Shape 818"/>
            <p:cNvSpPr/>
            <p:nvPr/>
          </p:nvSpPr>
          <p:spPr>
            <a:xfrm>
              <a:off x="985732" y="5219365"/>
              <a:ext cx="9731" cy="29617"/>
            </a:xfrm>
            <a:custGeom>
              <a:avLst/>
              <a:gdLst>
                <a:gd name="connsiteX0" fmla="*/ 0 w 9731"/>
                <a:gd name="connsiteY0" fmla="*/ 0 h 29617"/>
                <a:gd name="connsiteX1" fmla="*/ 9732 w 9731"/>
                <a:gd name="connsiteY1" fmla="*/ 0 h 29617"/>
                <a:gd name="connsiteX2" fmla="*/ 9732 w 9731"/>
                <a:gd name="connsiteY2" fmla="*/ 29617 h 29617"/>
                <a:gd name="connsiteX3" fmla="*/ 0 w 9731"/>
                <a:gd name="connsiteY3" fmla="*/ 29617 h 29617"/>
              </a:gdLst>
              <a:ahLst/>
              <a:cxnLst>
                <a:cxn ang="0">
                  <a:pos x="connsiteX0" y="connsiteY0"/>
                </a:cxn>
                <a:cxn ang="0">
                  <a:pos x="connsiteX1" y="connsiteY1"/>
                </a:cxn>
                <a:cxn ang="0">
                  <a:pos x="connsiteX2" y="connsiteY2"/>
                </a:cxn>
                <a:cxn ang="0">
                  <a:pos x="connsiteX3" y="connsiteY3"/>
                </a:cxn>
              </a:cxnLst>
              <a:rect l="l" t="t" r="r" b="b"/>
              <a:pathLst>
                <a:path w="9731" h="29617">
                  <a:moveTo>
                    <a:pt x="0" y="0"/>
                  </a:moveTo>
                  <a:lnTo>
                    <a:pt x="9732" y="0"/>
                  </a:lnTo>
                  <a:lnTo>
                    <a:pt x="9732" y="29617"/>
                  </a:lnTo>
                  <a:lnTo>
                    <a:pt x="0" y="29617"/>
                  </a:lnTo>
                  <a:close/>
                </a:path>
              </a:pathLst>
            </a:custGeom>
            <a:solidFill>
              <a:srgbClr val="000000"/>
            </a:solidFill>
            <a:ln w="3242" cap="flat">
              <a:noFill/>
              <a:prstDash val="solid"/>
              <a:miter/>
            </a:ln>
          </p:spPr>
          <p:txBody>
            <a:bodyPr rtlCol="0" anchor="ctr"/>
            <a:lstStyle/>
            <a:p>
              <a:endParaRPr lang="en-US"/>
            </a:p>
          </p:txBody>
        </p:sp>
        <p:sp>
          <p:nvSpPr>
            <p:cNvPr id="151" name="Freeform: Shape 819"/>
            <p:cNvSpPr/>
            <p:nvPr/>
          </p:nvSpPr>
          <p:spPr>
            <a:xfrm>
              <a:off x="1078185" y="5183032"/>
              <a:ext cx="9731" cy="119151"/>
            </a:xfrm>
            <a:custGeom>
              <a:avLst/>
              <a:gdLst>
                <a:gd name="connsiteX0" fmla="*/ 0 w 9731"/>
                <a:gd name="connsiteY0" fmla="*/ 0 h 119151"/>
                <a:gd name="connsiteX1" fmla="*/ 9732 w 9731"/>
                <a:gd name="connsiteY1" fmla="*/ 0 h 119151"/>
                <a:gd name="connsiteX2" fmla="*/ 9732 w 9731"/>
                <a:gd name="connsiteY2" fmla="*/ 119151 h 119151"/>
                <a:gd name="connsiteX3" fmla="*/ 0 w 9731"/>
                <a:gd name="connsiteY3" fmla="*/ 119151 h 119151"/>
              </a:gdLst>
              <a:ahLst/>
              <a:cxnLst>
                <a:cxn ang="0">
                  <a:pos x="connsiteX0" y="connsiteY0"/>
                </a:cxn>
                <a:cxn ang="0">
                  <a:pos x="connsiteX1" y="connsiteY1"/>
                </a:cxn>
                <a:cxn ang="0">
                  <a:pos x="connsiteX2" y="connsiteY2"/>
                </a:cxn>
                <a:cxn ang="0">
                  <a:pos x="connsiteX3" y="connsiteY3"/>
                </a:cxn>
              </a:cxnLst>
              <a:rect l="l" t="t" r="r" b="b"/>
              <a:pathLst>
                <a:path w="9731" h="119151">
                  <a:moveTo>
                    <a:pt x="0" y="0"/>
                  </a:moveTo>
                  <a:lnTo>
                    <a:pt x="9732" y="0"/>
                  </a:lnTo>
                  <a:lnTo>
                    <a:pt x="9732" y="119151"/>
                  </a:lnTo>
                  <a:lnTo>
                    <a:pt x="0" y="119151"/>
                  </a:lnTo>
                  <a:close/>
                </a:path>
              </a:pathLst>
            </a:custGeom>
            <a:solidFill>
              <a:srgbClr val="000000"/>
            </a:solidFill>
            <a:ln w="3242" cap="flat">
              <a:noFill/>
              <a:prstDash val="solid"/>
              <a:miter/>
            </a:ln>
          </p:spPr>
          <p:txBody>
            <a:bodyPr rtlCol="0" anchor="ctr"/>
            <a:lstStyle/>
            <a:p>
              <a:endParaRPr lang="en-US"/>
            </a:p>
          </p:txBody>
        </p:sp>
        <p:sp>
          <p:nvSpPr>
            <p:cNvPr id="152" name="Freeform: Shape 329"/>
            <p:cNvSpPr/>
            <p:nvPr/>
          </p:nvSpPr>
          <p:spPr>
            <a:xfrm>
              <a:off x="1370046" y="5355223"/>
              <a:ext cx="86062" cy="439461"/>
            </a:xfrm>
            <a:custGeom>
              <a:avLst/>
              <a:gdLst>
                <a:gd name="connsiteX0" fmla="*/ 86063 w 86062"/>
                <a:gd name="connsiteY0" fmla="*/ 356870 h 439461"/>
                <a:gd name="connsiteX1" fmla="*/ 86063 w 86062"/>
                <a:gd name="connsiteY1" fmla="*/ 373090 h 439461"/>
                <a:gd name="connsiteX2" fmla="*/ 68059 w 86062"/>
                <a:gd name="connsiteY2" fmla="*/ 439462 h 439461"/>
                <a:gd name="connsiteX3" fmla="*/ 0 w 86062"/>
                <a:gd name="connsiteY3" fmla="*/ 439462 h 439461"/>
                <a:gd name="connsiteX4" fmla="*/ 0 w 86062"/>
                <a:gd name="connsiteY4" fmla="*/ 439300 h 439461"/>
                <a:gd name="connsiteX5" fmla="*/ 51125 w 86062"/>
                <a:gd name="connsiteY5" fmla="*/ 389310 h 439461"/>
                <a:gd name="connsiteX6" fmla="*/ 33673 w 86062"/>
                <a:gd name="connsiteY6" fmla="*/ 389310 h 439461"/>
                <a:gd name="connsiteX7" fmla="*/ 33673 w 86062"/>
                <a:gd name="connsiteY7" fmla="*/ 16901 h 439461"/>
                <a:gd name="connsiteX8" fmla="*/ 16804 w 86062"/>
                <a:gd name="connsiteY8" fmla="*/ 0 h 439461"/>
                <a:gd name="connsiteX9" fmla="*/ 63128 w 86062"/>
                <a:gd name="connsiteY9" fmla="*/ 0 h 439461"/>
                <a:gd name="connsiteX10" fmla="*/ 66112 w 86062"/>
                <a:gd name="connsiteY10" fmla="*/ 16901 h 439461"/>
                <a:gd name="connsiteX11" fmla="*/ 66112 w 86062"/>
                <a:gd name="connsiteY11" fmla="*/ 356870 h 439461"/>
                <a:gd name="connsiteX12" fmla="*/ 86063 w 86062"/>
                <a:gd name="connsiteY12" fmla="*/ 356870 h 439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062" h="439461">
                  <a:moveTo>
                    <a:pt x="86063" y="356870"/>
                  </a:moveTo>
                  <a:lnTo>
                    <a:pt x="86063" y="373090"/>
                  </a:lnTo>
                  <a:cubicBezTo>
                    <a:pt x="86063" y="398685"/>
                    <a:pt x="80353" y="421977"/>
                    <a:pt x="68059" y="439462"/>
                  </a:cubicBezTo>
                  <a:lnTo>
                    <a:pt x="0" y="439462"/>
                  </a:lnTo>
                  <a:lnTo>
                    <a:pt x="0" y="439300"/>
                  </a:lnTo>
                  <a:cubicBezTo>
                    <a:pt x="24135" y="439300"/>
                    <a:pt x="51125" y="414353"/>
                    <a:pt x="51125" y="389310"/>
                  </a:cubicBezTo>
                  <a:lnTo>
                    <a:pt x="33673" y="389310"/>
                  </a:lnTo>
                  <a:lnTo>
                    <a:pt x="33673" y="16901"/>
                  </a:lnTo>
                  <a:cubicBezTo>
                    <a:pt x="33673" y="7591"/>
                    <a:pt x="26114" y="0"/>
                    <a:pt x="16804" y="0"/>
                  </a:cubicBezTo>
                  <a:lnTo>
                    <a:pt x="63128" y="0"/>
                  </a:lnTo>
                  <a:cubicBezTo>
                    <a:pt x="65074" y="5288"/>
                    <a:pt x="66112" y="10965"/>
                    <a:pt x="66112" y="16901"/>
                  </a:cubicBezTo>
                  <a:lnTo>
                    <a:pt x="66112" y="356870"/>
                  </a:lnTo>
                  <a:lnTo>
                    <a:pt x="86063" y="356870"/>
                  </a:lnTo>
                  <a:close/>
                </a:path>
              </a:pathLst>
            </a:custGeom>
            <a:solidFill>
              <a:srgbClr val="CFABCF"/>
            </a:solidFill>
            <a:ln w="3242" cap="flat">
              <a:noFill/>
              <a:prstDash val="solid"/>
              <a:miter/>
            </a:ln>
          </p:spPr>
          <p:txBody>
            <a:bodyPr rtlCol="0" anchor="ctr"/>
            <a:lstStyle/>
            <a:p>
              <a:endParaRPr lang="en-US"/>
            </a:p>
          </p:txBody>
        </p:sp>
      </p:grpSp>
      <p:grpSp>
        <p:nvGrpSpPr>
          <p:cNvPr id="153" name="Group 1219"/>
          <p:cNvGrpSpPr/>
          <p:nvPr/>
        </p:nvGrpSpPr>
        <p:grpSpPr>
          <a:xfrm>
            <a:off x="9131336" y="3389142"/>
            <a:ext cx="631926" cy="628682"/>
            <a:chOff x="3098210" y="5199706"/>
            <a:chExt cx="631926" cy="628682"/>
          </a:xfrm>
        </p:grpSpPr>
        <p:sp>
          <p:nvSpPr>
            <p:cNvPr id="154" name="Freeform: Shape 1143"/>
            <p:cNvSpPr/>
            <p:nvPr/>
          </p:nvSpPr>
          <p:spPr>
            <a:xfrm>
              <a:off x="3098210" y="5199706"/>
              <a:ext cx="599487" cy="628682"/>
            </a:xfrm>
            <a:custGeom>
              <a:avLst/>
              <a:gdLst>
                <a:gd name="connsiteX0" fmla="*/ 599422 w 599487"/>
                <a:gd name="connsiteY0" fmla="*/ 229576 h 628682"/>
                <a:gd name="connsiteX1" fmla="*/ 528833 w 599487"/>
                <a:gd name="connsiteY1" fmla="*/ 229576 h 628682"/>
                <a:gd name="connsiteX2" fmla="*/ 508104 w 599487"/>
                <a:gd name="connsiteY2" fmla="*/ 109549 h 628682"/>
                <a:gd name="connsiteX3" fmla="*/ 556083 w 599487"/>
                <a:gd name="connsiteY3" fmla="*/ 109549 h 628682"/>
                <a:gd name="connsiteX4" fmla="*/ 547843 w 599487"/>
                <a:gd name="connsiteY4" fmla="*/ 99817 h 628682"/>
                <a:gd name="connsiteX5" fmla="*/ 504374 w 599487"/>
                <a:gd name="connsiteY5" fmla="*/ 99817 h 628682"/>
                <a:gd name="connsiteX6" fmla="*/ 476216 w 599487"/>
                <a:gd name="connsiteY6" fmla="*/ 48627 h 628682"/>
                <a:gd name="connsiteX7" fmla="*/ 401832 w 599487"/>
                <a:gd name="connsiteY7" fmla="*/ 357 h 628682"/>
                <a:gd name="connsiteX8" fmla="*/ 394241 w 599487"/>
                <a:gd name="connsiteY8" fmla="*/ 0 h 628682"/>
                <a:gd name="connsiteX9" fmla="*/ 159798 w 599487"/>
                <a:gd name="connsiteY9" fmla="*/ 234442 h 628682"/>
                <a:gd name="connsiteX10" fmla="*/ 176278 w 599487"/>
                <a:gd name="connsiteY10" fmla="*/ 320862 h 628682"/>
                <a:gd name="connsiteX11" fmla="*/ 176278 w 599487"/>
                <a:gd name="connsiteY11" fmla="*/ 320862 h 628682"/>
                <a:gd name="connsiteX12" fmla="*/ 154673 w 599487"/>
                <a:gd name="connsiteY12" fmla="*/ 319337 h 628682"/>
                <a:gd name="connsiteX13" fmla="*/ 0 w 599487"/>
                <a:gd name="connsiteY13" fmla="*/ 474010 h 628682"/>
                <a:gd name="connsiteX14" fmla="*/ 154673 w 599487"/>
                <a:gd name="connsiteY14" fmla="*/ 628683 h 628682"/>
                <a:gd name="connsiteX15" fmla="*/ 309346 w 599487"/>
                <a:gd name="connsiteY15" fmla="*/ 474010 h 628682"/>
                <a:gd name="connsiteX16" fmla="*/ 307821 w 599487"/>
                <a:gd name="connsiteY16" fmla="*/ 452438 h 628682"/>
                <a:gd name="connsiteX17" fmla="*/ 307853 w 599487"/>
                <a:gd name="connsiteY17" fmla="*/ 452438 h 628682"/>
                <a:gd name="connsiteX18" fmla="*/ 394241 w 599487"/>
                <a:gd name="connsiteY18" fmla="*/ 468884 h 628682"/>
                <a:gd name="connsiteX19" fmla="*/ 401507 w 599487"/>
                <a:gd name="connsiteY19" fmla="*/ 468560 h 628682"/>
                <a:gd name="connsiteX20" fmla="*/ 476183 w 599487"/>
                <a:gd name="connsiteY20" fmla="*/ 420290 h 628682"/>
                <a:gd name="connsiteX21" fmla="*/ 476216 w 599487"/>
                <a:gd name="connsiteY21" fmla="*/ 420290 h 628682"/>
                <a:gd name="connsiteX22" fmla="*/ 504374 w 599487"/>
                <a:gd name="connsiteY22" fmla="*/ 369067 h 628682"/>
                <a:gd name="connsiteX23" fmla="*/ 547875 w 599487"/>
                <a:gd name="connsiteY23" fmla="*/ 369067 h 628682"/>
                <a:gd name="connsiteX24" fmla="*/ 556083 w 599487"/>
                <a:gd name="connsiteY24" fmla="*/ 359335 h 628682"/>
                <a:gd name="connsiteX25" fmla="*/ 508137 w 599487"/>
                <a:gd name="connsiteY25" fmla="*/ 359335 h 628682"/>
                <a:gd name="connsiteX26" fmla="*/ 528833 w 599487"/>
                <a:gd name="connsiteY26" fmla="*/ 239308 h 628682"/>
                <a:gd name="connsiteX27" fmla="*/ 599422 w 599487"/>
                <a:gd name="connsiteY27" fmla="*/ 239308 h 628682"/>
                <a:gd name="connsiteX28" fmla="*/ 599487 w 599487"/>
                <a:gd name="connsiteY28" fmla="*/ 234442 h 628682"/>
                <a:gd name="connsiteX29" fmla="*/ 599422 w 599487"/>
                <a:gd name="connsiteY29" fmla="*/ 229576 h 628682"/>
                <a:gd name="connsiteX30" fmla="*/ 519101 w 599487"/>
                <a:gd name="connsiteY30" fmla="*/ 229576 h 628682"/>
                <a:gd name="connsiteX31" fmla="*/ 399107 w 599487"/>
                <a:gd name="connsiteY31" fmla="*/ 229576 h 628682"/>
                <a:gd name="connsiteX32" fmla="*/ 399107 w 599487"/>
                <a:gd name="connsiteY32" fmla="*/ 109549 h 628682"/>
                <a:gd name="connsiteX33" fmla="*/ 498015 w 599487"/>
                <a:gd name="connsiteY33" fmla="*/ 109549 h 628682"/>
                <a:gd name="connsiteX34" fmla="*/ 519101 w 599487"/>
                <a:gd name="connsiteY34" fmla="*/ 229576 h 628682"/>
                <a:gd name="connsiteX35" fmla="*/ 389375 w 599487"/>
                <a:gd name="connsiteY35" fmla="*/ 458958 h 628682"/>
                <a:gd name="connsiteX36" fmla="*/ 294294 w 599487"/>
                <a:gd name="connsiteY36" fmla="*/ 369067 h 628682"/>
                <a:gd name="connsiteX37" fmla="*/ 389375 w 599487"/>
                <a:gd name="connsiteY37" fmla="*/ 369067 h 628682"/>
                <a:gd name="connsiteX38" fmla="*/ 389375 w 599487"/>
                <a:gd name="connsiteY38" fmla="*/ 458958 h 628682"/>
                <a:gd name="connsiteX39" fmla="*/ 290466 w 599487"/>
                <a:gd name="connsiteY39" fmla="*/ 359335 h 628682"/>
                <a:gd name="connsiteX40" fmla="*/ 269380 w 599487"/>
                <a:gd name="connsiteY40" fmla="*/ 239308 h 628682"/>
                <a:gd name="connsiteX41" fmla="*/ 389375 w 599487"/>
                <a:gd name="connsiteY41" fmla="*/ 239308 h 628682"/>
                <a:gd name="connsiteX42" fmla="*/ 389375 w 599487"/>
                <a:gd name="connsiteY42" fmla="*/ 359335 h 628682"/>
                <a:gd name="connsiteX43" fmla="*/ 290466 w 599487"/>
                <a:gd name="connsiteY43" fmla="*/ 359335 h 628682"/>
                <a:gd name="connsiteX44" fmla="*/ 269380 w 599487"/>
                <a:gd name="connsiteY44" fmla="*/ 229576 h 628682"/>
                <a:gd name="connsiteX45" fmla="*/ 290498 w 599487"/>
                <a:gd name="connsiteY45" fmla="*/ 109549 h 628682"/>
                <a:gd name="connsiteX46" fmla="*/ 389375 w 599487"/>
                <a:gd name="connsiteY46" fmla="*/ 109549 h 628682"/>
                <a:gd name="connsiteX47" fmla="*/ 389375 w 599487"/>
                <a:gd name="connsiteY47" fmla="*/ 229576 h 628682"/>
                <a:gd name="connsiteX48" fmla="*/ 269380 w 599487"/>
                <a:gd name="connsiteY48" fmla="*/ 229576 h 628682"/>
                <a:gd name="connsiteX49" fmla="*/ 389375 w 599487"/>
                <a:gd name="connsiteY49" fmla="*/ 99817 h 628682"/>
                <a:gd name="connsiteX50" fmla="*/ 294294 w 599487"/>
                <a:gd name="connsiteY50" fmla="*/ 99817 h 628682"/>
                <a:gd name="connsiteX51" fmla="*/ 389375 w 599487"/>
                <a:gd name="connsiteY51" fmla="*/ 9926 h 628682"/>
                <a:gd name="connsiteX52" fmla="*/ 389375 w 599487"/>
                <a:gd name="connsiteY52" fmla="*/ 99817 h 628682"/>
                <a:gd name="connsiteX53" fmla="*/ 458861 w 599487"/>
                <a:gd name="connsiteY53" fmla="*/ 42236 h 628682"/>
                <a:gd name="connsiteX54" fmla="*/ 494155 w 599487"/>
                <a:gd name="connsiteY54" fmla="*/ 99817 h 628682"/>
                <a:gd name="connsiteX55" fmla="*/ 399107 w 599487"/>
                <a:gd name="connsiteY55" fmla="*/ 99817 h 628682"/>
                <a:gd name="connsiteX56" fmla="*/ 399107 w 599487"/>
                <a:gd name="connsiteY56" fmla="*/ 9926 h 628682"/>
                <a:gd name="connsiteX57" fmla="*/ 458861 w 599487"/>
                <a:gd name="connsiteY57" fmla="*/ 42236 h 628682"/>
                <a:gd name="connsiteX58" fmla="*/ 347333 w 599487"/>
                <a:gd name="connsiteY58" fmla="*/ 14662 h 628682"/>
                <a:gd name="connsiteX59" fmla="*/ 284107 w 599487"/>
                <a:gd name="connsiteY59" fmla="*/ 99817 h 628682"/>
                <a:gd name="connsiteX60" fmla="*/ 214427 w 599487"/>
                <a:gd name="connsiteY60" fmla="*/ 99817 h 628682"/>
                <a:gd name="connsiteX61" fmla="*/ 347333 w 599487"/>
                <a:gd name="connsiteY61" fmla="*/ 14662 h 628682"/>
                <a:gd name="connsiteX62" fmla="*/ 209107 w 599487"/>
                <a:gd name="connsiteY62" fmla="*/ 107278 h 628682"/>
                <a:gd name="connsiteX63" fmla="*/ 209107 w 599487"/>
                <a:gd name="connsiteY63" fmla="*/ 109549 h 628682"/>
                <a:gd name="connsiteX64" fmla="*/ 280377 w 599487"/>
                <a:gd name="connsiteY64" fmla="*/ 109549 h 628682"/>
                <a:gd name="connsiteX65" fmla="*/ 259648 w 599487"/>
                <a:gd name="connsiteY65" fmla="*/ 229576 h 628682"/>
                <a:gd name="connsiteX66" fmla="*/ 169595 w 599487"/>
                <a:gd name="connsiteY66" fmla="*/ 229576 h 628682"/>
                <a:gd name="connsiteX67" fmla="*/ 209107 w 599487"/>
                <a:gd name="connsiteY67" fmla="*/ 107278 h 628682"/>
                <a:gd name="connsiteX68" fmla="*/ 169595 w 599487"/>
                <a:gd name="connsiteY68" fmla="*/ 239308 h 628682"/>
                <a:gd name="connsiteX69" fmla="*/ 259648 w 599487"/>
                <a:gd name="connsiteY69" fmla="*/ 239308 h 628682"/>
                <a:gd name="connsiteX70" fmla="*/ 280377 w 599487"/>
                <a:gd name="connsiteY70" fmla="*/ 359335 h 628682"/>
                <a:gd name="connsiteX71" fmla="*/ 258480 w 599487"/>
                <a:gd name="connsiteY71" fmla="*/ 359335 h 628682"/>
                <a:gd name="connsiteX72" fmla="*/ 187664 w 599487"/>
                <a:gd name="connsiteY72" fmla="*/ 322970 h 628682"/>
                <a:gd name="connsiteX73" fmla="*/ 187664 w 599487"/>
                <a:gd name="connsiteY73" fmla="*/ 322970 h 628682"/>
                <a:gd name="connsiteX74" fmla="*/ 169595 w 599487"/>
                <a:gd name="connsiteY74" fmla="*/ 239308 h 628682"/>
                <a:gd name="connsiteX75" fmla="*/ 154673 w 599487"/>
                <a:gd name="connsiteY75" fmla="*/ 618951 h 628682"/>
                <a:gd name="connsiteX76" fmla="*/ 9732 w 599487"/>
                <a:gd name="connsiteY76" fmla="*/ 474010 h 628682"/>
                <a:gd name="connsiteX77" fmla="*/ 154673 w 599487"/>
                <a:gd name="connsiteY77" fmla="*/ 329069 h 628682"/>
                <a:gd name="connsiteX78" fmla="*/ 183869 w 599487"/>
                <a:gd name="connsiteY78" fmla="*/ 332021 h 628682"/>
                <a:gd name="connsiteX79" fmla="*/ 183869 w 599487"/>
                <a:gd name="connsiteY79" fmla="*/ 332086 h 628682"/>
                <a:gd name="connsiteX80" fmla="*/ 296727 w 599487"/>
                <a:gd name="connsiteY80" fmla="*/ 445430 h 628682"/>
                <a:gd name="connsiteX81" fmla="*/ 301463 w 599487"/>
                <a:gd name="connsiteY81" fmla="*/ 444490 h 628682"/>
                <a:gd name="connsiteX82" fmla="*/ 301463 w 599487"/>
                <a:gd name="connsiteY82" fmla="*/ 444490 h 628682"/>
                <a:gd name="connsiteX83" fmla="*/ 296792 w 599487"/>
                <a:gd name="connsiteY83" fmla="*/ 445430 h 628682"/>
                <a:gd name="connsiteX84" fmla="*/ 299614 w 599487"/>
                <a:gd name="connsiteY84" fmla="*/ 474010 h 628682"/>
                <a:gd name="connsiteX85" fmla="*/ 154673 w 599487"/>
                <a:gd name="connsiteY85" fmla="*/ 618951 h 628682"/>
                <a:gd name="connsiteX86" fmla="*/ 305712 w 599487"/>
                <a:gd name="connsiteY86" fmla="*/ 441019 h 628682"/>
                <a:gd name="connsiteX87" fmla="*/ 305712 w 599487"/>
                <a:gd name="connsiteY87" fmla="*/ 441019 h 628682"/>
                <a:gd name="connsiteX88" fmla="*/ 268342 w 599487"/>
                <a:gd name="connsiteY88" fmla="*/ 369067 h 628682"/>
                <a:gd name="connsiteX89" fmla="*/ 284107 w 599487"/>
                <a:gd name="connsiteY89" fmla="*/ 369067 h 628682"/>
                <a:gd name="connsiteX90" fmla="*/ 347462 w 599487"/>
                <a:gd name="connsiteY90" fmla="*/ 454286 h 628682"/>
                <a:gd name="connsiteX91" fmla="*/ 305712 w 599487"/>
                <a:gd name="connsiteY91" fmla="*/ 441019 h 628682"/>
                <a:gd name="connsiteX92" fmla="*/ 458796 w 599487"/>
                <a:gd name="connsiteY92" fmla="*/ 426713 h 628682"/>
                <a:gd name="connsiteX93" fmla="*/ 399107 w 599487"/>
                <a:gd name="connsiteY93" fmla="*/ 458958 h 628682"/>
                <a:gd name="connsiteX94" fmla="*/ 399107 w 599487"/>
                <a:gd name="connsiteY94" fmla="*/ 369067 h 628682"/>
                <a:gd name="connsiteX95" fmla="*/ 494155 w 599487"/>
                <a:gd name="connsiteY95" fmla="*/ 369067 h 628682"/>
                <a:gd name="connsiteX96" fmla="*/ 458796 w 599487"/>
                <a:gd name="connsiteY96" fmla="*/ 426713 h 628682"/>
                <a:gd name="connsiteX97" fmla="*/ 497983 w 599487"/>
                <a:gd name="connsiteY97" fmla="*/ 359335 h 628682"/>
                <a:gd name="connsiteX98" fmla="*/ 399107 w 599487"/>
                <a:gd name="connsiteY98" fmla="*/ 359335 h 628682"/>
                <a:gd name="connsiteX99" fmla="*/ 399107 w 599487"/>
                <a:gd name="connsiteY99" fmla="*/ 239308 h 628682"/>
                <a:gd name="connsiteX100" fmla="*/ 519101 w 599487"/>
                <a:gd name="connsiteY100" fmla="*/ 239308 h 628682"/>
                <a:gd name="connsiteX101" fmla="*/ 497983 w 599487"/>
                <a:gd name="connsiteY101" fmla="*/ 359335 h 62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99487" h="628682">
                  <a:moveTo>
                    <a:pt x="599422" y="229576"/>
                  </a:moveTo>
                  <a:lnTo>
                    <a:pt x="528833" y="229576"/>
                  </a:lnTo>
                  <a:cubicBezTo>
                    <a:pt x="528314" y="185555"/>
                    <a:pt x="520788" y="144454"/>
                    <a:pt x="508104" y="109549"/>
                  </a:cubicBezTo>
                  <a:lnTo>
                    <a:pt x="556083" y="109549"/>
                  </a:lnTo>
                  <a:cubicBezTo>
                    <a:pt x="553423" y="106208"/>
                    <a:pt x="550698" y="102964"/>
                    <a:pt x="547843" y="99817"/>
                  </a:cubicBezTo>
                  <a:lnTo>
                    <a:pt x="504374" y="99817"/>
                  </a:lnTo>
                  <a:cubicBezTo>
                    <a:pt x="496523" y="80385"/>
                    <a:pt x="487018" y="63095"/>
                    <a:pt x="476216" y="48627"/>
                  </a:cubicBezTo>
                  <a:cubicBezTo>
                    <a:pt x="455390" y="20664"/>
                    <a:pt x="429730" y="3082"/>
                    <a:pt x="401832" y="357"/>
                  </a:cubicBezTo>
                  <a:cubicBezTo>
                    <a:pt x="399334" y="129"/>
                    <a:pt x="396803" y="0"/>
                    <a:pt x="394241" y="0"/>
                  </a:cubicBezTo>
                  <a:cubicBezTo>
                    <a:pt x="264968" y="0"/>
                    <a:pt x="159798" y="105170"/>
                    <a:pt x="159798" y="234442"/>
                  </a:cubicBezTo>
                  <a:cubicBezTo>
                    <a:pt x="159798" y="264352"/>
                    <a:pt x="165345" y="293385"/>
                    <a:pt x="176278" y="320862"/>
                  </a:cubicBezTo>
                  <a:cubicBezTo>
                    <a:pt x="176278" y="320862"/>
                    <a:pt x="176278" y="320862"/>
                    <a:pt x="176278" y="320862"/>
                  </a:cubicBezTo>
                  <a:cubicBezTo>
                    <a:pt x="169141" y="319856"/>
                    <a:pt x="161907" y="319337"/>
                    <a:pt x="154673" y="319337"/>
                  </a:cubicBezTo>
                  <a:cubicBezTo>
                    <a:pt x="69389" y="319337"/>
                    <a:pt x="0" y="388726"/>
                    <a:pt x="0" y="474010"/>
                  </a:cubicBezTo>
                  <a:cubicBezTo>
                    <a:pt x="0" y="559294"/>
                    <a:pt x="69389" y="628683"/>
                    <a:pt x="154673" y="628683"/>
                  </a:cubicBezTo>
                  <a:cubicBezTo>
                    <a:pt x="239957" y="628683"/>
                    <a:pt x="309346" y="559294"/>
                    <a:pt x="309346" y="474010"/>
                  </a:cubicBezTo>
                  <a:cubicBezTo>
                    <a:pt x="309346" y="466776"/>
                    <a:pt x="308827" y="459574"/>
                    <a:pt x="307821" y="452438"/>
                  </a:cubicBezTo>
                  <a:cubicBezTo>
                    <a:pt x="307821" y="452438"/>
                    <a:pt x="307821" y="452438"/>
                    <a:pt x="307853" y="452438"/>
                  </a:cubicBezTo>
                  <a:cubicBezTo>
                    <a:pt x="335330" y="463370"/>
                    <a:pt x="364331" y="468884"/>
                    <a:pt x="394241" y="468884"/>
                  </a:cubicBezTo>
                  <a:cubicBezTo>
                    <a:pt x="396674" y="468884"/>
                    <a:pt x="399107" y="468755"/>
                    <a:pt x="401507" y="468560"/>
                  </a:cubicBezTo>
                  <a:cubicBezTo>
                    <a:pt x="429535" y="465933"/>
                    <a:pt x="455292" y="448350"/>
                    <a:pt x="476183" y="420290"/>
                  </a:cubicBezTo>
                  <a:lnTo>
                    <a:pt x="476216" y="420290"/>
                  </a:lnTo>
                  <a:cubicBezTo>
                    <a:pt x="487018" y="405789"/>
                    <a:pt x="496556" y="388499"/>
                    <a:pt x="504374" y="369067"/>
                  </a:cubicBezTo>
                  <a:lnTo>
                    <a:pt x="547875" y="369067"/>
                  </a:lnTo>
                  <a:cubicBezTo>
                    <a:pt x="550730" y="365920"/>
                    <a:pt x="553455" y="362677"/>
                    <a:pt x="556083" y="359335"/>
                  </a:cubicBezTo>
                  <a:lnTo>
                    <a:pt x="508137" y="359335"/>
                  </a:lnTo>
                  <a:cubicBezTo>
                    <a:pt x="520788" y="324462"/>
                    <a:pt x="528314" y="283361"/>
                    <a:pt x="528833" y="239308"/>
                  </a:cubicBezTo>
                  <a:lnTo>
                    <a:pt x="599422" y="239308"/>
                  </a:lnTo>
                  <a:cubicBezTo>
                    <a:pt x="599455" y="237686"/>
                    <a:pt x="599487" y="236064"/>
                    <a:pt x="599487" y="234442"/>
                  </a:cubicBezTo>
                  <a:cubicBezTo>
                    <a:pt x="599487" y="232820"/>
                    <a:pt x="599455" y="231198"/>
                    <a:pt x="599422" y="229576"/>
                  </a:cubicBezTo>
                  <a:close/>
                  <a:moveTo>
                    <a:pt x="519101" y="229576"/>
                  </a:moveTo>
                  <a:lnTo>
                    <a:pt x="399107" y="229576"/>
                  </a:lnTo>
                  <a:lnTo>
                    <a:pt x="399107" y="109549"/>
                  </a:lnTo>
                  <a:lnTo>
                    <a:pt x="498015" y="109549"/>
                  </a:lnTo>
                  <a:cubicBezTo>
                    <a:pt x="510862" y="144032"/>
                    <a:pt x="518582" y="185231"/>
                    <a:pt x="519101" y="229576"/>
                  </a:cubicBezTo>
                  <a:close/>
                  <a:moveTo>
                    <a:pt x="389375" y="458958"/>
                  </a:moveTo>
                  <a:cubicBezTo>
                    <a:pt x="350544" y="456298"/>
                    <a:pt x="316190" y="421555"/>
                    <a:pt x="294294" y="369067"/>
                  </a:cubicBezTo>
                  <a:lnTo>
                    <a:pt x="389375" y="369067"/>
                  </a:lnTo>
                  <a:lnTo>
                    <a:pt x="389375" y="458958"/>
                  </a:lnTo>
                  <a:close/>
                  <a:moveTo>
                    <a:pt x="290466" y="359335"/>
                  </a:moveTo>
                  <a:cubicBezTo>
                    <a:pt x="277587" y="324852"/>
                    <a:pt x="269899" y="283621"/>
                    <a:pt x="269380" y="239308"/>
                  </a:cubicBezTo>
                  <a:lnTo>
                    <a:pt x="389375" y="239308"/>
                  </a:lnTo>
                  <a:lnTo>
                    <a:pt x="389375" y="359335"/>
                  </a:lnTo>
                  <a:lnTo>
                    <a:pt x="290466" y="359335"/>
                  </a:lnTo>
                  <a:close/>
                  <a:moveTo>
                    <a:pt x="269380" y="229576"/>
                  </a:moveTo>
                  <a:cubicBezTo>
                    <a:pt x="269899" y="185231"/>
                    <a:pt x="277620" y="144032"/>
                    <a:pt x="290498" y="109549"/>
                  </a:cubicBezTo>
                  <a:lnTo>
                    <a:pt x="389375" y="109549"/>
                  </a:lnTo>
                  <a:lnTo>
                    <a:pt x="389375" y="229576"/>
                  </a:lnTo>
                  <a:lnTo>
                    <a:pt x="269380" y="229576"/>
                  </a:lnTo>
                  <a:close/>
                  <a:moveTo>
                    <a:pt x="389375" y="99817"/>
                  </a:moveTo>
                  <a:lnTo>
                    <a:pt x="294294" y="99817"/>
                  </a:lnTo>
                  <a:cubicBezTo>
                    <a:pt x="316190" y="47330"/>
                    <a:pt x="350544" y="12587"/>
                    <a:pt x="389375" y="9926"/>
                  </a:cubicBezTo>
                  <a:lnTo>
                    <a:pt x="389375" y="99817"/>
                  </a:lnTo>
                  <a:close/>
                  <a:moveTo>
                    <a:pt x="458861" y="42236"/>
                  </a:moveTo>
                  <a:cubicBezTo>
                    <a:pt x="472583" y="57224"/>
                    <a:pt x="484585" y="76817"/>
                    <a:pt x="494155" y="99817"/>
                  </a:cubicBezTo>
                  <a:lnTo>
                    <a:pt x="399107" y="99817"/>
                  </a:lnTo>
                  <a:lnTo>
                    <a:pt x="399107" y="9926"/>
                  </a:lnTo>
                  <a:cubicBezTo>
                    <a:pt x="420938" y="11418"/>
                    <a:pt x="441311" y="23032"/>
                    <a:pt x="458861" y="42236"/>
                  </a:cubicBezTo>
                  <a:close/>
                  <a:moveTo>
                    <a:pt x="347333" y="14662"/>
                  </a:moveTo>
                  <a:cubicBezTo>
                    <a:pt x="321640" y="31369"/>
                    <a:pt x="299614" y="61343"/>
                    <a:pt x="284107" y="99817"/>
                  </a:cubicBezTo>
                  <a:lnTo>
                    <a:pt x="214427" y="99817"/>
                  </a:lnTo>
                  <a:cubicBezTo>
                    <a:pt x="246477" y="57126"/>
                    <a:pt x="293320" y="26179"/>
                    <a:pt x="347333" y="14662"/>
                  </a:cubicBezTo>
                  <a:close/>
                  <a:moveTo>
                    <a:pt x="209107" y="107278"/>
                  </a:moveTo>
                  <a:lnTo>
                    <a:pt x="209107" y="109549"/>
                  </a:lnTo>
                  <a:lnTo>
                    <a:pt x="280377" y="109549"/>
                  </a:lnTo>
                  <a:cubicBezTo>
                    <a:pt x="267693" y="144454"/>
                    <a:pt x="260167" y="185555"/>
                    <a:pt x="259648" y="229576"/>
                  </a:cubicBezTo>
                  <a:lnTo>
                    <a:pt x="169595" y="229576"/>
                  </a:lnTo>
                  <a:cubicBezTo>
                    <a:pt x="170536" y="184258"/>
                    <a:pt x="185004" y="142216"/>
                    <a:pt x="209107" y="107278"/>
                  </a:cubicBezTo>
                  <a:close/>
                  <a:moveTo>
                    <a:pt x="169595" y="239308"/>
                  </a:moveTo>
                  <a:lnTo>
                    <a:pt x="259648" y="239308"/>
                  </a:lnTo>
                  <a:cubicBezTo>
                    <a:pt x="260167" y="283329"/>
                    <a:pt x="267693" y="324430"/>
                    <a:pt x="280377" y="359335"/>
                  </a:cubicBezTo>
                  <a:lnTo>
                    <a:pt x="258480" y="359335"/>
                  </a:lnTo>
                  <a:cubicBezTo>
                    <a:pt x="238886" y="341591"/>
                    <a:pt x="214654" y="328842"/>
                    <a:pt x="187664" y="322970"/>
                  </a:cubicBezTo>
                  <a:cubicBezTo>
                    <a:pt x="187664" y="322970"/>
                    <a:pt x="187664" y="322970"/>
                    <a:pt x="187664" y="322970"/>
                  </a:cubicBezTo>
                  <a:cubicBezTo>
                    <a:pt x="176245" y="296467"/>
                    <a:pt x="170179" y="268342"/>
                    <a:pt x="169595" y="239308"/>
                  </a:cubicBezTo>
                  <a:close/>
                  <a:moveTo>
                    <a:pt x="154673" y="618951"/>
                  </a:moveTo>
                  <a:cubicBezTo>
                    <a:pt x="74741" y="618951"/>
                    <a:pt x="9732" y="553942"/>
                    <a:pt x="9732" y="474010"/>
                  </a:cubicBezTo>
                  <a:cubicBezTo>
                    <a:pt x="9732" y="394078"/>
                    <a:pt x="74741" y="329069"/>
                    <a:pt x="154673" y="329069"/>
                  </a:cubicBezTo>
                  <a:cubicBezTo>
                    <a:pt x="164502" y="329069"/>
                    <a:pt x="174331" y="330075"/>
                    <a:pt x="183869" y="332021"/>
                  </a:cubicBezTo>
                  <a:lnTo>
                    <a:pt x="183869" y="332086"/>
                  </a:lnTo>
                  <a:cubicBezTo>
                    <a:pt x="240963" y="343797"/>
                    <a:pt x="285275" y="388272"/>
                    <a:pt x="296727" y="445430"/>
                  </a:cubicBezTo>
                  <a:lnTo>
                    <a:pt x="301463" y="444490"/>
                  </a:lnTo>
                  <a:lnTo>
                    <a:pt x="301463" y="444490"/>
                  </a:lnTo>
                  <a:cubicBezTo>
                    <a:pt x="301463" y="444490"/>
                    <a:pt x="296792" y="445430"/>
                    <a:pt x="296792" y="445430"/>
                  </a:cubicBezTo>
                  <a:cubicBezTo>
                    <a:pt x="298673" y="454773"/>
                    <a:pt x="299614" y="464408"/>
                    <a:pt x="299614" y="474010"/>
                  </a:cubicBezTo>
                  <a:cubicBezTo>
                    <a:pt x="299614" y="553942"/>
                    <a:pt x="234605" y="618951"/>
                    <a:pt x="154673" y="618951"/>
                  </a:cubicBezTo>
                  <a:close/>
                  <a:moveTo>
                    <a:pt x="305712" y="441019"/>
                  </a:moveTo>
                  <a:cubicBezTo>
                    <a:pt x="305712" y="441019"/>
                    <a:pt x="305712" y="441019"/>
                    <a:pt x="305712" y="441019"/>
                  </a:cubicBezTo>
                  <a:cubicBezTo>
                    <a:pt x="299743" y="413542"/>
                    <a:pt x="286638" y="388888"/>
                    <a:pt x="268342" y="369067"/>
                  </a:cubicBezTo>
                  <a:lnTo>
                    <a:pt x="284107" y="369067"/>
                  </a:lnTo>
                  <a:cubicBezTo>
                    <a:pt x="299646" y="407606"/>
                    <a:pt x="321705" y="437645"/>
                    <a:pt x="347462" y="454286"/>
                  </a:cubicBezTo>
                  <a:cubicBezTo>
                    <a:pt x="333189" y="451302"/>
                    <a:pt x="319272" y="446858"/>
                    <a:pt x="305712" y="441019"/>
                  </a:cubicBezTo>
                  <a:close/>
                  <a:moveTo>
                    <a:pt x="458796" y="426713"/>
                  </a:moveTo>
                  <a:cubicBezTo>
                    <a:pt x="441246" y="445852"/>
                    <a:pt x="420906" y="457465"/>
                    <a:pt x="399107" y="458958"/>
                  </a:cubicBezTo>
                  <a:lnTo>
                    <a:pt x="399107" y="369067"/>
                  </a:lnTo>
                  <a:lnTo>
                    <a:pt x="494155" y="369067"/>
                  </a:lnTo>
                  <a:cubicBezTo>
                    <a:pt x="484553" y="392100"/>
                    <a:pt x="472550" y="411725"/>
                    <a:pt x="458796" y="426713"/>
                  </a:cubicBezTo>
                  <a:close/>
                  <a:moveTo>
                    <a:pt x="497983" y="359335"/>
                  </a:moveTo>
                  <a:lnTo>
                    <a:pt x="399107" y="359335"/>
                  </a:lnTo>
                  <a:lnTo>
                    <a:pt x="399107" y="239308"/>
                  </a:lnTo>
                  <a:lnTo>
                    <a:pt x="519101" y="239308"/>
                  </a:lnTo>
                  <a:cubicBezTo>
                    <a:pt x="518582" y="283653"/>
                    <a:pt x="510862" y="324884"/>
                    <a:pt x="497983" y="359335"/>
                  </a:cubicBezTo>
                  <a:close/>
                </a:path>
              </a:pathLst>
            </a:custGeom>
            <a:solidFill>
              <a:srgbClr val="000000"/>
            </a:solidFill>
            <a:ln w="3242" cap="flat">
              <a:noFill/>
              <a:prstDash val="solid"/>
              <a:miter/>
            </a:ln>
          </p:spPr>
          <p:txBody>
            <a:bodyPr rtlCol="0" anchor="ctr"/>
            <a:lstStyle/>
            <a:p>
              <a:endParaRPr lang="en-US"/>
            </a:p>
          </p:txBody>
        </p:sp>
        <p:sp>
          <p:nvSpPr>
            <p:cNvPr id="155" name="Freeform: Shape 1144"/>
            <p:cNvSpPr/>
            <p:nvPr/>
          </p:nvSpPr>
          <p:spPr>
            <a:xfrm>
              <a:off x="3412260" y="5668883"/>
              <a:ext cx="244660" cy="119475"/>
            </a:xfrm>
            <a:custGeom>
              <a:avLst/>
              <a:gdLst>
                <a:gd name="connsiteX0" fmla="*/ 210826 w 244660"/>
                <a:gd name="connsiteY0" fmla="*/ 32 h 119475"/>
                <a:gd name="connsiteX1" fmla="*/ 209074 w 244660"/>
                <a:gd name="connsiteY1" fmla="*/ 9602 h 119475"/>
                <a:gd name="connsiteX2" fmla="*/ 224808 w 244660"/>
                <a:gd name="connsiteY2" fmla="*/ 12489 h 119475"/>
                <a:gd name="connsiteX3" fmla="*/ 20113 w 244660"/>
                <a:gd name="connsiteY3" fmla="*/ 109744 h 119475"/>
                <a:gd name="connsiteX4" fmla="*/ 2563 w 244660"/>
                <a:gd name="connsiteY4" fmla="*/ 108900 h 119475"/>
                <a:gd name="connsiteX5" fmla="*/ 681 w 244660"/>
                <a:gd name="connsiteY5" fmla="*/ 108770 h 119475"/>
                <a:gd name="connsiteX6" fmla="*/ 0 w 244660"/>
                <a:gd name="connsiteY6" fmla="*/ 118470 h 119475"/>
                <a:gd name="connsiteX7" fmla="*/ 1881 w 244660"/>
                <a:gd name="connsiteY7" fmla="*/ 118600 h 119475"/>
                <a:gd name="connsiteX8" fmla="*/ 20145 w 244660"/>
                <a:gd name="connsiteY8" fmla="*/ 119476 h 119475"/>
                <a:gd name="connsiteX9" fmla="*/ 231587 w 244660"/>
                <a:gd name="connsiteY9" fmla="*/ 19626 h 119475"/>
                <a:gd name="connsiteX10" fmla="*/ 235156 w 244660"/>
                <a:gd name="connsiteY10" fmla="*/ 35813 h 119475"/>
                <a:gd name="connsiteX11" fmla="*/ 244661 w 244660"/>
                <a:gd name="connsiteY11" fmla="*/ 33705 h 119475"/>
                <a:gd name="connsiteX12" fmla="*/ 238335 w 244660"/>
                <a:gd name="connsiteY12" fmla="*/ 5060 h 119475"/>
                <a:gd name="connsiteX13" fmla="*/ 210859 w 244660"/>
                <a:gd name="connsiteY13" fmla="*/ 0 h 119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4660" h="119475">
                  <a:moveTo>
                    <a:pt x="210826" y="32"/>
                  </a:moveTo>
                  <a:lnTo>
                    <a:pt x="209074" y="9602"/>
                  </a:lnTo>
                  <a:lnTo>
                    <a:pt x="224808" y="12489"/>
                  </a:lnTo>
                  <a:cubicBezTo>
                    <a:pt x="174266" y="74384"/>
                    <a:pt x="100044" y="109744"/>
                    <a:pt x="20113" y="109744"/>
                  </a:cubicBezTo>
                  <a:cubicBezTo>
                    <a:pt x="14241" y="109744"/>
                    <a:pt x="8305" y="109322"/>
                    <a:pt x="2563" y="108900"/>
                  </a:cubicBezTo>
                  <a:lnTo>
                    <a:pt x="681" y="108770"/>
                  </a:lnTo>
                  <a:lnTo>
                    <a:pt x="0" y="118470"/>
                  </a:lnTo>
                  <a:lnTo>
                    <a:pt x="1881" y="118600"/>
                  </a:lnTo>
                  <a:cubicBezTo>
                    <a:pt x="7785" y="119021"/>
                    <a:pt x="13917" y="119476"/>
                    <a:pt x="20145" y="119476"/>
                  </a:cubicBezTo>
                  <a:cubicBezTo>
                    <a:pt x="102607" y="119476"/>
                    <a:pt x="179197" y="83175"/>
                    <a:pt x="231587" y="19626"/>
                  </a:cubicBezTo>
                  <a:lnTo>
                    <a:pt x="235156" y="35813"/>
                  </a:lnTo>
                  <a:lnTo>
                    <a:pt x="244661" y="33705"/>
                  </a:lnTo>
                  <a:lnTo>
                    <a:pt x="238335" y="5060"/>
                  </a:lnTo>
                  <a:lnTo>
                    <a:pt x="210859" y="0"/>
                  </a:lnTo>
                  <a:close/>
                </a:path>
              </a:pathLst>
            </a:custGeom>
            <a:solidFill>
              <a:srgbClr val="000000"/>
            </a:solidFill>
            <a:ln w="3242" cap="flat">
              <a:noFill/>
              <a:prstDash val="solid"/>
              <a:miter/>
            </a:ln>
          </p:spPr>
          <p:txBody>
            <a:bodyPr rtlCol="0" anchor="ctr"/>
            <a:lstStyle/>
            <a:p>
              <a:endParaRPr lang="en-US"/>
            </a:p>
          </p:txBody>
        </p:sp>
        <p:sp>
          <p:nvSpPr>
            <p:cNvPr id="156" name="Freeform: Shape 1145"/>
            <p:cNvSpPr/>
            <p:nvPr/>
          </p:nvSpPr>
          <p:spPr>
            <a:xfrm>
              <a:off x="3120983" y="5260239"/>
              <a:ext cx="164275" cy="259193"/>
            </a:xfrm>
            <a:custGeom>
              <a:avLst/>
              <a:gdLst>
                <a:gd name="connsiteX0" fmla="*/ 44248 w 164275"/>
                <a:gd name="connsiteY0" fmla="*/ 248132 h 259193"/>
                <a:gd name="connsiteX1" fmla="*/ 39901 w 164275"/>
                <a:gd name="connsiteY1" fmla="*/ 239438 h 259193"/>
                <a:gd name="connsiteX2" fmla="*/ 26990 w 164275"/>
                <a:gd name="connsiteY2" fmla="*/ 245894 h 259193"/>
                <a:gd name="connsiteX3" fmla="*/ 26990 w 164275"/>
                <a:gd name="connsiteY3" fmla="*/ 233794 h 259193"/>
                <a:gd name="connsiteX4" fmla="*/ 164275 w 164275"/>
                <a:gd name="connsiteY4" fmla="*/ 8435 h 259193"/>
                <a:gd name="connsiteX5" fmla="*/ 159442 w 164275"/>
                <a:gd name="connsiteY5" fmla="*/ 0 h 259193"/>
                <a:gd name="connsiteX6" fmla="*/ 17258 w 164275"/>
                <a:gd name="connsiteY6" fmla="*/ 233794 h 259193"/>
                <a:gd name="connsiteX7" fmla="*/ 17258 w 164275"/>
                <a:gd name="connsiteY7" fmla="*/ 245894 h 259193"/>
                <a:gd name="connsiteX8" fmla="*/ 4347 w 164275"/>
                <a:gd name="connsiteY8" fmla="*/ 239438 h 259193"/>
                <a:gd name="connsiteX9" fmla="*/ 0 w 164275"/>
                <a:gd name="connsiteY9" fmla="*/ 248132 h 259193"/>
                <a:gd name="connsiteX10" fmla="*/ 22156 w 164275"/>
                <a:gd name="connsiteY10" fmla="*/ 259194 h 259193"/>
                <a:gd name="connsiteX11" fmla="*/ 44280 w 164275"/>
                <a:gd name="connsiteY11" fmla="*/ 248132 h 259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4275" h="259193">
                  <a:moveTo>
                    <a:pt x="44248" y="248132"/>
                  </a:moveTo>
                  <a:lnTo>
                    <a:pt x="39901" y="239438"/>
                  </a:lnTo>
                  <a:lnTo>
                    <a:pt x="26990" y="245894"/>
                  </a:lnTo>
                  <a:lnTo>
                    <a:pt x="26990" y="233794"/>
                  </a:lnTo>
                  <a:cubicBezTo>
                    <a:pt x="26990" y="141859"/>
                    <a:pt x="78310" y="57613"/>
                    <a:pt x="164275" y="8435"/>
                  </a:cubicBezTo>
                  <a:lnTo>
                    <a:pt x="159442" y="0"/>
                  </a:lnTo>
                  <a:cubicBezTo>
                    <a:pt x="70394" y="50931"/>
                    <a:pt x="17258" y="138323"/>
                    <a:pt x="17258" y="233794"/>
                  </a:cubicBezTo>
                  <a:lnTo>
                    <a:pt x="17258" y="245894"/>
                  </a:lnTo>
                  <a:lnTo>
                    <a:pt x="4347" y="239438"/>
                  </a:lnTo>
                  <a:lnTo>
                    <a:pt x="0" y="248132"/>
                  </a:lnTo>
                  <a:lnTo>
                    <a:pt x="22156" y="259194"/>
                  </a:lnTo>
                  <a:lnTo>
                    <a:pt x="44280" y="248132"/>
                  </a:lnTo>
                  <a:close/>
                </a:path>
              </a:pathLst>
            </a:custGeom>
            <a:solidFill>
              <a:srgbClr val="000000"/>
            </a:solidFill>
            <a:ln w="3242" cap="flat">
              <a:noFill/>
              <a:prstDash val="solid"/>
              <a:miter/>
            </a:ln>
          </p:spPr>
          <p:txBody>
            <a:bodyPr rtlCol="0" anchor="ctr"/>
            <a:lstStyle/>
            <a:p>
              <a:endParaRPr lang="en-US"/>
            </a:p>
          </p:txBody>
        </p:sp>
        <p:sp>
          <p:nvSpPr>
            <p:cNvPr id="157" name="Freeform: Shape 1146"/>
            <p:cNvSpPr/>
            <p:nvPr/>
          </p:nvSpPr>
          <p:spPr>
            <a:xfrm>
              <a:off x="3200947" y="5591384"/>
              <a:ext cx="103807" cy="164664"/>
            </a:xfrm>
            <a:custGeom>
              <a:avLst/>
              <a:gdLst>
                <a:gd name="connsiteX0" fmla="*/ 52780 w 103807"/>
                <a:gd name="connsiteY0" fmla="*/ 65755 h 164664"/>
                <a:gd name="connsiteX1" fmla="*/ 21540 w 103807"/>
                <a:gd name="connsiteY1" fmla="*/ 47038 h 164664"/>
                <a:gd name="connsiteX2" fmla="*/ 51936 w 103807"/>
                <a:gd name="connsiteY2" fmla="*/ 28385 h 164664"/>
                <a:gd name="connsiteX3" fmla="*/ 83792 w 103807"/>
                <a:gd name="connsiteY3" fmla="*/ 38733 h 164664"/>
                <a:gd name="connsiteX4" fmla="*/ 87198 w 103807"/>
                <a:gd name="connsiteY4" fmla="*/ 35262 h 164664"/>
                <a:gd name="connsiteX5" fmla="*/ 90637 w 103807"/>
                <a:gd name="connsiteY5" fmla="*/ 31823 h 164664"/>
                <a:gd name="connsiteX6" fmla="*/ 56770 w 103807"/>
                <a:gd name="connsiteY6" fmla="*/ 18815 h 164664"/>
                <a:gd name="connsiteX7" fmla="*/ 56770 w 103807"/>
                <a:gd name="connsiteY7" fmla="*/ 0 h 164664"/>
                <a:gd name="connsiteX8" fmla="*/ 47038 w 103807"/>
                <a:gd name="connsiteY8" fmla="*/ 0 h 164664"/>
                <a:gd name="connsiteX9" fmla="*/ 47038 w 103807"/>
                <a:gd name="connsiteY9" fmla="*/ 18782 h 164664"/>
                <a:gd name="connsiteX10" fmla="*/ 11776 w 103807"/>
                <a:gd name="connsiteY10" fmla="*/ 47038 h 164664"/>
                <a:gd name="connsiteX11" fmla="*/ 51093 w 103807"/>
                <a:gd name="connsiteY11" fmla="*/ 75358 h 164664"/>
                <a:gd name="connsiteX12" fmla="*/ 94075 w 103807"/>
                <a:gd name="connsiteY12" fmla="*/ 105851 h 164664"/>
                <a:gd name="connsiteX13" fmla="*/ 51904 w 103807"/>
                <a:gd name="connsiteY13" fmla="*/ 136247 h 164664"/>
                <a:gd name="connsiteX14" fmla="*/ 9732 w 103807"/>
                <a:gd name="connsiteY14" fmla="*/ 105851 h 164664"/>
                <a:gd name="connsiteX15" fmla="*/ 0 w 103807"/>
                <a:gd name="connsiteY15" fmla="*/ 105851 h 164664"/>
                <a:gd name="connsiteX16" fmla="*/ 47038 w 103807"/>
                <a:gd name="connsiteY16" fmla="*/ 145817 h 164664"/>
                <a:gd name="connsiteX17" fmla="*/ 47038 w 103807"/>
                <a:gd name="connsiteY17" fmla="*/ 164664 h 164664"/>
                <a:gd name="connsiteX18" fmla="*/ 56770 w 103807"/>
                <a:gd name="connsiteY18" fmla="*/ 164664 h 164664"/>
                <a:gd name="connsiteX19" fmla="*/ 56770 w 103807"/>
                <a:gd name="connsiteY19" fmla="*/ 145817 h 164664"/>
                <a:gd name="connsiteX20" fmla="*/ 103807 w 103807"/>
                <a:gd name="connsiteY20" fmla="*/ 105851 h 164664"/>
                <a:gd name="connsiteX21" fmla="*/ 52747 w 103807"/>
                <a:gd name="connsiteY21" fmla="*/ 65788 h 1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3807" h="164664">
                  <a:moveTo>
                    <a:pt x="52780" y="65755"/>
                  </a:moveTo>
                  <a:cubicBezTo>
                    <a:pt x="38538" y="63290"/>
                    <a:pt x="21540" y="58035"/>
                    <a:pt x="21540" y="47038"/>
                  </a:cubicBezTo>
                  <a:cubicBezTo>
                    <a:pt x="21540" y="31629"/>
                    <a:pt x="38084" y="28385"/>
                    <a:pt x="51936" y="28385"/>
                  </a:cubicBezTo>
                  <a:cubicBezTo>
                    <a:pt x="72925" y="28385"/>
                    <a:pt x="83370" y="38311"/>
                    <a:pt x="83792" y="38733"/>
                  </a:cubicBezTo>
                  <a:lnTo>
                    <a:pt x="87198" y="35262"/>
                  </a:lnTo>
                  <a:lnTo>
                    <a:pt x="90637" y="31823"/>
                  </a:lnTo>
                  <a:cubicBezTo>
                    <a:pt x="90118" y="31337"/>
                    <a:pt x="78829" y="20275"/>
                    <a:pt x="56770" y="18815"/>
                  </a:cubicBezTo>
                  <a:lnTo>
                    <a:pt x="56770" y="0"/>
                  </a:lnTo>
                  <a:lnTo>
                    <a:pt x="47038" y="0"/>
                  </a:lnTo>
                  <a:lnTo>
                    <a:pt x="47038" y="18782"/>
                  </a:lnTo>
                  <a:cubicBezTo>
                    <a:pt x="15344" y="20502"/>
                    <a:pt x="11776" y="38895"/>
                    <a:pt x="11776" y="47038"/>
                  </a:cubicBezTo>
                  <a:cubicBezTo>
                    <a:pt x="11776" y="61311"/>
                    <a:pt x="25011" y="70848"/>
                    <a:pt x="51093" y="75358"/>
                  </a:cubicBezTo>
                  <a:cubicBezTo>
                    <a:pt x="80840" y="80515"/>
                    <a:pt x="94075" y="89891"/>
                    <a:pt x="94075" y="105851"/>
                  </a:cubicBezTo>
                  <a:cubicBezTo>
                    <a:pt x="94075" y="122622"/>
                    <a:pt x="75163" y="136247"/>
                    <a:pt x="51904" y="136247"/>
                  </a:cubicBezTo>
                  <a:cubicBezTo>
                    <a:pt x="28644" y="136247"/>
                    <a:pt x="9732" y="122590"/>
                    <a:pt x="9732" y="105851"/>
                  </a:cubicBezTo>
                  <a:lnTo>
                    <a:pt x="0" y="105851"/>
                  </a:lnTo>
                  <a:cubicBezTo>
                    <a:pt x="0" y="126710"/>
                    <a:pt x="20697" y="143903"/>
                    <a:pt x="47038" y="145817"/>
                  </a:cubicBezTo>
                  <a:lnTo>
                    <a:pt x="47038" y="164664"/>
                  </a:lnTo>
                  <a:lnTo>
                    <a:pt x="56770" y="164664"/>
                  </a:lnTo>
                  <a:lnTo>
                    <a:pt x="56770" y="145817"/>
                  </a:lnTo>
                  <a:cubicBezTo>
                    <a:pt x="83111" y="143903"/>
                    <a:pt x="103807" y="126742"/>
                    <a:pt x="103807" y="105851"/>
                  </a:cubicBezTo>
                  <a:cubicBezTo>
                    <a:pt x="103807" y="74611"/>
                    <a:pt x="66696" y="68188"/>
                    <a:pt x="52747" y="65788"/>
                  </a:cubicBezTo>
                  <a:close/>
                </a:path>
              </a:pathLst>
            </a:custGeom>
            <a:solidFill>
              <a:srgbClr val="000000"/>
            </a:solidFill>
            <a:ln w="3242" cap="flat">
              <a:noFill/>
              <a:prstDash val="solid"/>
              <a:miter/>
            </a:ln>
          </p:spPr>
          <p:txBody>
            <a:bodyPr rtlCol="0" anchor="ctr"/>
            <a:lstStyle/>
            <a:p>
              <a:endParaRPr lang="en-US"/>
            </a:p>
          </p:txBody>
        </p:sp>
        <p:sp>
          <p:nvSpPr>
            <p:cNvPr id="158" name="Freeform: Shape 321"/>
            <p:cNvSpPr/>
            <p:nvPr/>
          </p:nvSpPr>
          <p:spPr>
            <a:xfrm>
              <a:off x="3499717" y="5200063"/>
              <a:ext cx="230419" cy="468203"/>
            </a:xfrm>
            <a:custGeom>
              <a:avLst/>
              <a:gdLst>
                <a:gd name="connsiteX0" fmla="*/ 230420 w 230419"/>
                <a:gd name="connsiteY0" fmla="*/ 234085 h 468203"/>
                <a:gd name="connsiteX1" fmla="*/ 0 w 230419"/>
                <a:gd name="connsiteY1" fmla="*/ 468203 h 468203"/>
                <a:gd name="connsiteX2" fmla="*/ 74676 w 230419"/>
                <a:gd name="connsiteY2" fmla="*/ 419933 h 468203"/>
                <a:gd name="connsiteX3" fmla="*/ 74709 w 230419"/>
                <a:gd name="connsiteY3" fmla="*/ 419933 h 468203"/>
                <a:gd name="connsiteX4" fmla="*/ 146368 w 230419"/>
                <a:gd name="connsiteY4" fmla="*/ 368710 h 468203"/>
                <a:gd name="connsiteX5" fmla="*/ 154576 w 230419"/>
                <a:gd name="connsiteY5" fmla="*/ 358978 h 468203"/>
                <a:gd name="connsiteX6" fmla="*/ 197915 w 230419"/>
                <a:gd name="connsiteY6" fmla="*/ 238951 h 468203"/>
                <a:gd name="connsiteX7" fmla="*/ 197980 w 230419"/>
                <a:gd name="connsiteY7" fmla="*/ 234085 h 468203"/>
                <a:gd name="connsiteX8" fmla="*/ 197915 w 230419"/>
                <a:gd name="connsiteY8" fmla="*/ 229219 h 468203"/>
                <a:gd name="connsiteX9" fmla="*/ 154576 w 230419"/>
                <a:gd name="connsiteY9" fmla="*/ 109192 h 468203"/>
                <a:gd name="connsiteX10" fmla="*/ 146336 w 230419"/>
                <a:gd name="connsiteY10" fmla="*/ 99460 h 468203"/>
                <a:gd name="connsiteX11" fmla="*/ 74709 w 230419"/>
                <a:gd name="connsiteY11" fmla="*/ 48270 h 468203"/>
                <a:gd name="connsiteX12" fmla="*/ 325 w 230419"/>
                <a:gd name="connsiteY12" fmla="*/ 0 h 468203"/>
                <a:gd name="connsiteX13" fmla="*/ 230420 w 230419"/>
                <a:gd name="connsiteY13" fmla="*/ 234085 h 46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19" h="468203">
                  <a:moveTo>
                    <a:pt x="230420" y="234085"/>
                  </a:moveTo>
                  <a:cubicBezTo>
                    <a:pt x="230420" y="361963"/>
                    <a:pt x="127391" y="466192"/>
                    <a:pt x="0" y="468203"/>
                  </a:cubicBezTo>
                  <a:cubicBezTo>
                    <a:pt x="28028" y="465576"/>
                    <a:pt x="53785" y="447993"/>
                    <a:pt x="74676" y="419933"/>
                  </a:cubicBezTo>
                  <a:lnTo>
                    <a:pt x="74709" y="419933"/>
                  </a:lnTo>
                  <a:cubicBezTo>
                    <a:pt x="102250" y="408255"/>
                    <a:pt x="126678" y="390640"/>
                    <a:pt x="146368" y="368710"/>
                  </a:cubicBezTo>
                  <a:cubicBezTo>
                    <a:pt x="149223" y="365564"/>
                    <a:pt x="151948" y="362320"/>
                    <a:pt x="154576" y="358978"/>
                  </a:cubicBezTo>
                  <a:cubicBezTo>
                    <a:pt x="180787" y="325792"/>
                    <a:pt x="196845" y="284205"/>
                    <a:pt x="197915" y="238951"/>
                  </a:cubicBezTo>
                  <a:cubicBezTo>
                    <a:pt x="197948" y="237329"/>
                    <a:pt x="197980" y="235707"/>
                    <a:pt x="197980" y="234085"/>
                  </a:cubicBezTo>
                  <a:cubicBezTo>
                    <a:pt x="197980" y="232463"/>
                    <a:pt x="197948" y="230841"/>
                    <a:pt x="197915" y="229219"/>
                  </a:cubicBezTo>
                  <a:cubicBezTo>
                    <a:pt x="196845" y="183966"/>
                    <a:pt x="180787" y="142378"/>
                    <a:pt x="154576" y="109192"/>
                  </a:cubicBezTo>
                  <a:cubicBezTo>
                    <a:pt x="151916" y="105851"/>
                    <a:pt x="149191" y="102607"/>
                    <a:pt x="146336" y="99460"/>
                  </a:cubicBezTo>
                  <a:cubicBezTo>
                    <a:pt x="126678" y="77531"/>
                    <a:pt x="102250" y="59916"/>
                    <a:pt x="74709" y="48270"/>
                  </a:cubicBezTo>
                  <a:cubicBezTo>
                    <a:pt x="53883" y="20307"/>
                    <a:pt x="28223" y="2725"/>
                    <a:pt x="325" y="0"/>
                  </a:cubicBezTo>
                  <a:cubicBezTo>
                    <a:pt x="127586" y="2173"/>
                    <a:pt x="230420" y="106370"/>
                    <a:pt x="230420" y="234085"/>
                  </a:cubicBezTo>
                  <a:close/>
                </a:path>
              </a:pathLst>
            </a:custGeom>
            <a:solidFill>
              <a:srgbClr val="CFABCF"/>
            </a:solidFill>
            <a:ln w="3242" cap="flat">
              <a:noFill/>
              <a:prstDash val="solid"/>
              <a:miter/>
            </a:ln>
          </p:spPr>
          <p:txBody>
            <a:bodyPr rtlCol="0" anchor="ctr"/>
            <a:lstStyle/>
            <a:p>
              <a:endParaRPr lang="en-US"/>
            </a:p>
          </p:txBody>
        </p:sp>
      </p:grpSp>
      <p:grpSp>
        <p:nvGrpSpPr>
          <p:cNvPr id="159" name="Group 1206"/>
          <p:cNvGrpSpPr/>
          <p:nvPr/>
        </p:nvGrpSpPr>
        <p:grpSpPr>
          <a:xfrm>
            <a:off x="10499781" y="3360579"/>
            <a:ext cx="639907" cy="628585"/>
            <a:chOff x="5357771" y="1301321"/>
            <a:chExt cx="639907" cy="628585"/>
          </a:xfrm>
        </p:grpSpPr>
        <p:sp>
          <p:nvSpPr>
            <p:cNvPr id="160" name="Freeform: Shape 801"/>
            <p:cNvSpPr/>
            <p:nvPr/>
          </p:nvSpPr>
          <p:spPr>
            <a:xfrm>
              <a:off x="5813712" y="1311085"/>
              <a:ext cx="151526" cy="151526"/>
            </a:xfrm>
            <a:custGeom>
              <a:avLst/>
              <a:gdLst>
                <a:gd name="connsiteX0" fmla="*/ 151526 w 151526"/>
                <a:gd name="connsiteY0" fmla="*/ 151526 h 151526"/>
                <a:gd name="connsiteX1" fmla="*/ 141794 w 151526"/>
                <a:gd name="connsiteY1" fmla="*/ 141794 h 151526"/>
                <a:gd name="connsiteX2" fmla="*/ 9732 w 151526"/>
                <a:gd name="connsiteY2" fmla="*/ 141794 h 151526"/>
                <a:gd name="connsiteX3" fmla="*/ 9732 w 151526"/>
                <a:gd name="connsiteY3" fmla="*/ 9732 h 151526"/>
                <a:gd name="connsiteX4" fmla="*/ 0 w 151526"/>
                <a:gd name="connsiteY4" fmla="*/ 0 h 151526"/>
                <a:gd name="connsiteX5" fmla="*/ 0 w 151526"/>
                <a:gd name="connsiteY5" fmla="*/ 151526 h 151526"/>
                <a:gd name="connsiteX6" fmla="*/ 151526 w 151526"/>
                <a:gd name="connsiteY6" fmla="*/ 151526 h 15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526" h="151526">
                  <a:moveTo>
                    <a:pt x="151526" y="151526"/>
                  </a:moveTo>
                  <a:lnTo>
                    <a:pt x="141794" y="141794"/>
                  </a:lnTo>
                  <a:lnTo>
                    <a:pt x="9732" y="141794"/>
                  </a:lnTo>
                  <a:lnTo>
                    <a:pt x="9732" y="9732"/>
                  </a:lnTo>
                  <a:lnTo>
                    <a:pt x="0" y="0"/>
                  </a:lnTo>
                  <a:lnTo>
                    <a:pt x="0" y="151526"/>
                  </a:lnTo>
                  <a:lnTo>
                    <a:pt x="151526" y="151526"/>
                  </a:lnTo>
                  <a:close/>
                </a:path>
              </a:pathLst>
            </a:custGeom>
            <a:solidFill>
              <a:srgbClr val="000000"/>
            </a:solidFill>
            <a:ln w="3242" cap="flat">
              <a:noFill/>
              <a:prstDash val="solid"/>
              <a:miter/>
            </a:ln>
          </p:spPr>
          <p:txBody>
            <a:bodyPr rtlCol="0" anchor="ctr"/>
            <a:lstStyle/>
            <a:p>
              <a:endParaRPr lang="en-US"/>
            </a:p>
          </p:txBody>
        </p:sp>
        <p:sp>
          <p:nvSpPr>
            <p:cNvPr id="161" name="Freeform: Shape 802"/>
            <p:cNvSpPr/>
            <p:nvPr/>
          </p:nvSpPr>
          <p:spPr>
            <a:xfrm>
              <a:off x="5813680" y="1311053"/>
              <a:ext cx="32" cy="32"/>
            </a:xfrm>
            <a:custGeom>
              <a:avLst/>
              <a:gdLst>
                <a:gd name="connsiteX0" fmla="*/ 32 w 32"/>
                <a:gd name="connsiteY0" fmla="*/ 0 h 32"/>
                <a:gd name="connsiteX1" fmla="*/ 0 w 32"/>
                <a:gd name="connsiteY1" fmla="*/ 0 h 32"/>
                <a:gd name="connsiteX2" fmla="*/ 32 w 32"/>
                <a:gd name="connsiteY2" fmla="*/ 32 h 32"/>
                <a:gd name="connsiteX3" fmla="*/ 32 w 32"/>
                <a:gd name="connsiteY3" fmla="*/ 0 h 32"/>
              </a:gdLst>
              <a:ahLst/>
              <a:cxnLst>
                <a:cxn ang="0">
                  <a:pos x="connsiteX0" y="connsiteY0"/>
                </a:cxn>
                <a:cxn ang="0">
                  <a:pos x="connsiteX1" y="connsiteY1"/>
                </a:cxn>
                <a:cxn ang="0">
                  <a:pos x="connsiteX2" y="connsiteY2"/>
                </a:cxn>
                <a:cxn ang="0">
                  <a:pos x="connsiteX3" y="connsiteY3"/>
                </a:cxn>
              </a:cxnLst>
              <a:rect l="l" t="t" r="r" b="b"/>
              <a:pathLst>
                <a:path w="32" h="32">
                  <a:moveTo>
                    <a:pt x="32" y="0"/>
                  </a:moveTo>
                  <a:lnTo>
                    <a:pt x="0" y="0"/>
                  </a:lnTo>
                  <a:lnTo>
                    <a:pt x="32" y="32"/>
                  </a:lnTo>
                  <a:lnTo>
                    <a:pt x="32" y="0"/>
                  </a:lnTo>
                  <a:close/>
                </a:path>
              </a:pathLst>
            </a:custGeom>
            <a:solidFill>
              <a:srgbClr val="000000"/>
            </a:solidFill>
            <a:ln w="3242" cap="flat">
              <a:noFill/>
              <a:prstDash val="solid"/>
              <a:miter/>
            </a:ln>
          </p:spPr>
          <p:txBody>
            <a:bodyPr rtlCol="0" anchor="ctr"/>
            <a:lstStyle/>
            <a:p>
              <a:endParaRPr lang="en-US"/>
            </a:p>
          </p:txBody>
        </p:sp>
        <p:sp>
          <p:nvSpPr>
            <p:cNvPr id="162" name="Freeform: Shape 803"/>
            <p:cNvSpPr/>
            <p:nvPr/>
          </p:nvSpPr>
          <p:spPr>
            <a:xfrm>
              <a:off x="5357771" y="1301321"/>
              <a:ext cx="607467" cy="628585"/>
            </a:xfrm>
            <a:custGeom>
              <a:avLst/>
              <a:gdLst>
                <a:gd name="connsiteX0" fmla="*/ 289201 w 607467"/>
                <a:gd name="connsiteY0" fmla="*/ 349084 h 628585"/>
                <a:gd name="connsiteX1" fmla="*/ 289201 w 607467"/>
                <a:gd name="connsiteY1" fmla="*/ 284335 h 628585"/>
                <a:gd name="connsiteX2" fmla="*/ 264384 w 607467"/>
                <a:gd name="connsiteY2" fmla="*/ 259518 h 628585"/>
                <a:gd name="connsiteX3" fmla="*/ 189383 w 607467"/>
                <a:gd name="connsiteY3" fmla="*/ 259518 h 628585"/>
                <a:gd name="connsiteX4" fmla="*/ 189383 w 607467"/>
                <a:gd name="connsiteY4" fmla="*/ 9732 h 628585"/>
                <a:gd name="connsiteX5" fmla="*/ 455909 w 607467"/>
                <a:gd name="connsiteY5" fmla="*/ 9732 h 628585"/>
                <a:gd name="connsiteX6" fmla="*/ 446177 w 607467"/>
                <a:gd name="connsiteY6" fmla="*/ 0 h 628585"/>
                <a:gd name="connsiteX7" fmla="*/ 179652 w 607467"/>
                <a:gd name="connsiteY7" fmla="*/ 0 h 628585"/>
                <a:gd name="connsiteX8" fmla="*/ 179652 w 607467"/>
                <a:gd name="connsiteY8" fmla="*/ 259518 h 628585"/>
                <a:gd name="connsiteX9" fmla="*/ 24817 w 607467"/>
                <a:gd name="connsiteY9" fmla="*/ 259518 h 628585"/>
                <a:gd name="connsiteX10" fmla="*/ 0 w 607467"/>
                <a:gd name="connsiteY10" fmla="*/ 284335 h 628585"/>
                <a:gd name="connsiteX11" fmla="*/ 0 w 607467"/>
                <a:gd name="connsiteY11" fmla="*/ 628586 h 628585"/>
                <a:gd name="connsiteX12" fmla="*/ 284335 w 607467"/>
                <a:gd name="connsiteY12" fmla="*/ 628586 h 628585"/>
                <a:gd name="connsiteX13" fmla="*/ 607467 w 607467"/>
                <a:gd name="connsiteY13" fmla="*/ 628586 h 628585"/>
                <a:gd name="connsiteX14" fmla="*/ 607467 w 607467"/>
                <a:gd name="connsiteY14" fmla="*/ 618854 h 628585"/>
                <a:gd name="connsiteX15" fmla="*/ 289201 w 607467"/>
                <a:gd name="connsiteY15" fmla="*/ 618854 h 628585"/>
                <a:gd name="connsiteX16" fmla="*/ 289201 w 607467"/>
                <a:gd name="connsiteY16" fmla="*/ 349084 h 628585"/>
                <a:gd name="connsiteX17" fmla="*/ 279469 w 607467"/>
                <a:gd name="connsiteY17" fmla="*/ 479103 h 628585"/>
                <a:gd name="connsiteX18" fmla="*/ 149450 w 607467"/>
                <a:gd name="connsiteY18" fmla="*/ 479103 h 628585"/>
                <a:gd name="connsiteX19" fmla="*/ 149450 w 607467"/>
                <a:gd name="connsiteY19" fmla="*/ 349084 h 628585"/>
                <a:gd name="connsiteX20" fmla="*/ 279469 w 607467"/>
                <a:gd name="connsiteY20" fmla="*/ 349084 h 628585"/>
                <a:gd name="connsiteX21" fmla="*/ 279469 w 607467"/>
                <a:gd name="connsiteY21" fmla="*/ 479103 h 628585"/>
                <a:gd name="connsiteX22" fmla="*/ 9732 w 607467"/>
                <a:gd name="connsiteY22" fmla="*/ 284335 h 628585"/>
                <a:gd name="connsiteX23" fmla="*/ 24817 w 607467"/>
                <a:gd name="connsiteY23" fmla="*/ 269250 h 628585"/>
                <a:gd name="connsiteX24" fmla="*/ 264384 w 607467"/>
                <a:gd name="connsiteY24" fmla="*/ 269250 h 628585"/>
                <a:gd name="connsiteX25" fmla="*/ 279469 w 607467"/>
                <a:gd name="connsiteY25" fmla="*/ 284335 h 628585"/>
                <a:gd name="connsiteX26" fmla="*/ 279469 w 607467"/>
                <a:gd name="connsiteY26" fmla="*/ 339353 h 628585"/>
                <a:gd name="connsiteX27" fmla="*/ 9732 w 607467"/>
                <a:gd name="connsiteY27" fmla="*/ 339353 h 628585"/>
                <a:gd name="connsiteX28" fmla="*/ 9732 w 607467"/>
                <a:gd name="connsiteY28" fmla="*/ 284335 h 628585"/>
                <a:gd name="connsiteX29" fmla="*/ 139750 w 607467"/>
                <a:gd name="connsiteY29" fmla="*/ 349084 h 628585"/>
                <a:gd name="connsiteX30" fmla="*/ 139750 w 607467"/>
                <a:gd name="connsiteY30" fmla="*/ 479103 h 628585"/>
                <a:gd name="connsiteX31" fmla="*/ 9732 w 607467"/>
                <a:gd name="connsiteY31" fmla="*/ 479103 h 628585"/>
                <a:gd name="connsiteX32" fmla="*/ 9732 w 607467"/>
                <a:gd name="connsiteY32" fmla="*/ 349084 h 628585"/>
                <a:gd name="connsiteX33" fmla="*/ 139750 w 607467"/>
                <a:gd name="connsiteY33" fmla="*/ 349084 h 628585"/>
                <a:gd name="connsiteX34" fmla="*/ 9732 w 607467"/>
                <a:gd name="connsiteY34" fmla="*/ 488835 h 628585"/>
                <a:gd name="connsiteX35" fmla="*/ 139750 w 607467"/>
                <a:gd name="connsiteY35" fmla="*/ 488835 h 628585"/>
                <a:gd name="connsiteX36" fmla="*/ 139750 w 607467"/>
                <a:gd name="connsiteY36" fmla="*/ 618854 h 628585"/>
                <a:gd name="connsiteX37" fmla="*/ 9732 w 607467"/>
                <a:gd name="connsiteY37" fmla="*/ 618854 h 628585"/>
                <a:gd name="connsiteX38" fmla="*/ 9732 w 607467"/>
                <a:gd name="connsiteY38" fmla="*/ 488835 h 628585"/>
                <a:gd name="connsiteX39" fmla="*/ 149482 w 607467"/>
                <a:gd name="connsiteY39" fmla="*/ 618854 h 628585"/>
                <a:gd name="connsiteX40" fmla="*/ 149482 w 607467"/>
                <a:gd name="connsiteY40" fmla="*/ 488835 h 628585"/>
                <a:gd name="connsiteX41" fmla="*/ 279501 w 607467"/>
                <a:gd name="connsiteY41" fmla="*/ 488835 h 628585"/>
                <a:gd name="connsiteX42" fmla="*/ 279501 w 607467"/>
                <a:gd name="connsiteY42" fmla="*/ 618854 h 628585"/>
                <a:gd name="connsiteX43" fmla="*/ 149482 w 607467"/>
                <a:gd name="connsiteY43" fmla="*/ 618854 h 62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7467" h="628585">
                  <a:moveTo>
                    <a:pt x="289201" y="349084"/>
                  </a:moveTo>
                  <a:lnTo>
                    <a:pt x="289201" y="284335"/>
                  </a:lnTo>
                  <a:cubicBezTo>
                    <a:pt x="289201" y="270645"/>
                    <a:pt x="278074" y="259518"/>
                    <a:pt x="264384" y="259518"/>
                  </a:cubicBezTo>
                  <a:lnTo>
                    <a:pt x="189383" y="259518"/>
                  </a:lnTo>
                  <a:lnTo>
                    <a:pt x="189383" y="9732"/>
                  </a:lnTo>
                  <a:lnTo>
                    <a:pt x="455909" y="9732"/>
                  </a:lnTo>
                  <a:lnTo>
                    <a:pt x="446177" y="0"/>
                  </a:lnTo>
                  <a:lnTo>
                    <a:pt x="179652" y="0"/>
                  </a:lnTo>
                  <a:lnTo>
                    <a:pt x="179652" y="259518"/>
                  </a:lnTo>
                  <a:lnTo>
                    <a:pt x="24817" y="259518"/>
                  </a:lnTo>
                  <a:cubicBezTo>
                    <a:pt x="11127" y="259518"/>
                    <a:pt x="0" y="270645"/>
                    <a:pt x="0" y="284335"/>
                  </a:cubicBezTo>
                  <a:lnTo>
                    <a:pt x="0" y="628586"/>
                  </a:lnTo>
                  <a:lnTo>
                    <a:pt x="284335" y="628586"/>
                  </a:lnTo>
                  <a:cubicBezTo>
                    <a:pt x="284335" y="628586"/>
                    <a:pt x="607467" y="628586"/>
                    <a:pt x="607467" y="628586"/>
                  </a:cubicBezTo>
                  <a:lnTo>
                    <a:pt x="607467" y="618854"/>
                  </a:lnTo>
                  <a:lnTo>
                    <a:pt x="289201" y="618854"/>
                  </a:lnTo>
                  <a:lnTo>
                    <a:pt x="289201" y="349084"/>
                  </a:lnTo>
                  <a:close/>
                  <a:moveTo>
                    <a:pt x="279469" y="479103"/>
                  </a:moveTo>
                  <a:lnTo>
                    <a:pt x="149450" y="479103"/>
                  </a:lnTo>
                  <a:lnTo>
                    <a:pt x="149450" y="349084"/>
                  </a:lnTo>
                  <a:lnTo>
                    <a:pt x="279469" y="349084"/>
                  </a:lnTo>
                  <a:lnTo>
                    <a:pt x="279469" y="479103"/>
                  </a:lnTo>
                  <a:close/>
                  <a:moveTo>
                    <a:pt x="9732" y="284335"/>
                  </a:moveTo>
                  <a:cubicBezTo>
                    <a:pt x="9732" y="275998"/>
                    <a:pt x="16512" y="269250"/>
                    <a:pt x="24817" y="269250"/>
                  </a:cubicBezTo>
                  <a:lnTo>
                    <a:pt x="264384" y="269250"/>
                  </a:lnTo>
                  <a:cubicBezTo>
                    <a:pt x="272721" y="269250"/>
                    <a:pt x="279469" y="276030"/>
                    <a:pt x="279469" y="284335"/>
                  </a:cubicBezTo>
                  <a:lnTo>
                    <a:pt x="279469" y="339353"/>
                  </a:lnTo>
                  <a:lnTo>
                    <a:pt x="9732" y="339353"/>
                  </a:lnTo>
                  <a:lnTo>
                    <a:pt x="9732" y="284335"/>
                  </a:lnTo>
                  <a:close/>
                  <a:moveTo>
                    <a:pt x="139750" y="349084"/>
                  </a:moveTo>
                  <a:lnTo>
                    <a:pt x="139750" y="479103"/>
                  </a:lnTo>
                  <a:lnTo>
                    <a:pt x="9732" y="479103"/>
                  </a:lnTo>
                  <a:lnTo>
                    <a:pt x="9732" y="349084"/>
                  </a:lnTo>
                  <a:lnTo>
                    <a:pt x="139750" y="349084"/>
                  </a:lnTo>
                  <a:close/>
                  <a:moveTo>
                    <a:pt x="9732" y="488835"/>
                  </a:moveTo>
                  <a:lnTo>
                    <a:pt x="139750" y="488835"/>
                  </a:lnTo>
                  <a:lnTo>
                    <a:pt x="139750" y="618854"/>
                  </a:lnTo>
                  <a:lnTo>
                    <a:pt x="9732" y="618854"/>
                  </a:lnTo>
                  <a:lnTo>
                    <a:pt x="9732" y="488835"/>
                  </a:lnTo>
                  <a:close/>
                  <a:moveTo>
                    <a:pt x="149482" y="618854"/>
                  </a:moveTo>
                  <a:lnTo>
                    <a:pt x="149482" y="488835"/>
                  </a:lnTo>
                  <a:lnTo>
                    <a:pt x="279501" y="488835"/>
                  </a:lnTo>
                  <a:lnTo>
                    <a:pt x="279501" y="618854"/>
                  </a:lnTo>
                  <a:lnTo>
                    <a:pt x="149482" y="618854"/>
                  </a:lnTo>
                  <a:close/>
                </a:path>
              </a:pathLst>
            </a:custGeom>
            <a:solidFill>
              <a:srgbClr val="000000"/>
            </a:solidFill>
            <a:ln w="3242" cap="flat">
              <a:noFill/>
              <a:prstDash val="solid"/>
              <a:miter/>
            </a:ln>
          </p:spPr>
          <p:txBody>
            <a:bodyPr rtlCol="0" anchor="ctr"/>
            <a:lstStyle/>
            <a:p>
              <a:endParaRPr lang="en-US"/>
            </a:p>
          </p:txBody>
        </p:sp>
        <p:sp>
          <p:nvSpPr>
            <p:cNvPr id="163" name="Freeform: Shape 804"/>
            <p:cNvSpPr/>
            <p:nvPr/>
          </p:nvSpPr>
          <p:spPr>
            <a:xfrm>
              <a:off x="5402538" y="1825223"/>
              <a:ext cx="59883" cy="59883"/>
            </a:xfrm>
            <a:custGeom>
              <a:avLst/>
              <a:gdLst>
                <a:gd name="connsiteX0" fmla="*/ 59884 w 59883"/>
                <a:gd name="connsiteY0" fmla="*/ 25076 h 59883"/>
                <a:gd name="connsiteX1" fmla="*/ 34808 w 59883"/>
                <a:gd name="connsiteY1" fmla="*/ 25076 h 59883"/>
                <a:gd name="connsiteX2" fmla="*/ 34808 w 59883"/>
                <a:gd name="connsiteY2" fmla="*/ 0 h 59883"/>
                <a:gd name="connsiteX3" fmla="*/ 25076 w 59883"/>
                <a:gd name="connsiteY3" fmla="*/ 0 h 59883"/>
                <a:gd name="connsiteX4" fmla="*/ 25076 w 59883"/>
                <a:gd name="connsiteY4" fmla="*/ 25076 h 59883"/>
                <a:gd name="connsiteX5" fmla="*/ 0 w 59883"/>
                <a:gd name="connsiteY5" fmla="*/ 25076 h 59883"/>
                <a:gd name="connsiteX6" fmla="*/ 0 w 59883"/>
                <a:gd name="connsiteY6" fmla="*/ 34808 h 59883"/>
                <a:gd name="connsiteX7" fmla="*/ 25076 w 59883"/>
                <a:gd name="connsiteY7" fmla="*/ 34808 h 59883"/>
                <a:gd name="connsiteX8" fmla="*/ 25076 w 59883"/>
                <a:gd name="connsiteY8" fmla="*/ 59884 h 59883"/>
                <a:gd name="connsiteX9" fmla="*/ 34808 w 59883"/>
                <a:gd name="connsiteY9" fmla="*/ 59884 h 59883"/>
                <a:gd name="connsiteX10" fmla="*/ 34808 w 59883"/>
                <a:gd name="connsiteY10" fmla="*/ 34808 h 59883"/>
                <a:gd name="connsiteX11" fmla="*/ 59884 w 59883"/>
                <a:gd name="connsiteY11" fmla="*/ 34808 h 59883"/>
                <a:gd name="connsiteX12" fmla="*/ 59884 w 59883"/>
                <a:gd name="connsiteY12" fmla="*/ 25076 h 59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883" h="59883">
                  <a:moveTo>
                    <a:pt x="59884" y="25076"/>
                  </a:moveTo>
                  <a:lnTo>
                    <a:pt x="34808" y="25076"/>
                  </a:lnTo>
                  <a:lnTo>
                    <a:pt x="34808" y="0"/>
                  </a:lnTo>
                  <a:lnTo>
                    <a:pt x="25076" y="0"/>
                  </a:lnTo>
                  <a:lnTo>
                    <a:pt x="25076" y="25076"/>
                  </a:lnTo>
                  <a:lnTo>
                    <a:pt x="0" y="25076"/>
                  </a:lnTo>
                  <a:lnTo>
                    <a:pt x="0" y="34808"/>
                  </a:lnTo>
                  <a:lnTo>
                    <a:pt x="25076" y="34808"/>
                  </a:lnTo>
                  <a:lnTo>
                    <a:pt x="25076" y="59884"/>
                  </a:lnTo>
                  <a:lnTo>
                    <a:pt x="34808" y="59884"/>
                  </a:lnTo>
                  <a:lnTo>
                    <a:pt x="34808" y="34808"/>
                  </a:lnTo>
                  <a:lnTo>
                    <a:pt x="59884" y="34808"/>
                  </a:lnTo>
                  <a:lnTo>
                    <a:pt x="59884" y="25076"/>
                  </a:lnTo>
                  <a:close/>
                </a:path>
              </a:pathLst>
            </a:custGeom>
            <a:solidFill>
              <a:srgbClr val="000000"/>
            </a:solidFill>
            <a:ln w="3242" cap="flat">
              <a:noFill/>
              <a:prstDash val="solid"/>
              <a:miter/>
            </a:ln>
          </p:spPr>
          <p:txBody>
            <a:bodyPr rtlCol="0" anchor="ctr"/>
            <a:lstStyle/>
            <a:p>
              <a:endParaRPr lang="en-US"/>
            </a:p>
          </p:txBody>
        </p:sp>
        <p:sp>
          <p:nvSpPr>
            <p:cNvPr id="164" name="Freeform: Shape 805"/>
            <p:cNvSpPr/>
            <p:nvPr/>
          </p:nvSpPr>
          <p:spPr>
            <a:xfrm>
              <a:off x="5542288" y="1850299"/>
              <a:ext cx="59883" cy="9731"/>
            </a:xfrm>
            <a:custGeom>
              <a:avLst/>
              <a:gdLst>
                <a:gd name="connsiteX0" fmla="*/ 0 w 59883"/>
                <a:gd name="connsiteY0" fmla="*/ 0 h 9731"/>
                <a:gd name="connsiteX1" fmla="*/ 59884 w 59883"/>
                <a:gd name="connsiteY1" fmla="*/ 0 h 9731"/>
                <a:gd name="connsiteX2" fmla="*/ 59884 w 59883"/>
                <a:gd name="connsiteY2" fmla="*/ 9732 h 9731"/>
                <a:gd name="connsiteX3" fmla="*/ 0 w 59883"/>
                <a:gd name="connsiteY3" fmla="*/ 9732 h 9731"/>
              </a:gdLst>
              <a:ahLst/>
              <a:cxnLst>
                <a:cxn ang="0">
                  <a:pos x="connsiteX0" y="connsiteY0"/>
                </a:cxn>
                <a:cxn ang="0">
                  <a:pos x="connsiteX1" y="connsiteY1"/>
                </a:cxn>
                <a:cxn ang="0">
                  <a:pos x="connsiteX2" y="connsiteY2"/>
                </a:cxn>
                <a:cxn ang="0">
                  <a:pos x="connsiteX3" y="connsiteY3"/>
                </a:cxn>
              </a:cxnLst>
              <a:rect l="l" t="t" r="r" b="b"/>
              <a:pathLst>
                <a:path w="59883" h="9731">
                  <a:moveTo>
                    <a:pt x="0" y="0"/>
                  </a:moveTo>
                  <a:lnTo>
                    <a:pt x="59884" y="0"/>
                  </a:lnTo>
                  <a:lnTo>
                    <a:pt x="59884" y="9732"/>
                  </a:lnTo>
                  <a:lnTo>
                    <a:pt x="0" y="9732"/>
                  </a:lnTo>
                  <a:close/>
                </a:path>
              </a:pathLst>
            </a:custGeom>
            <a:solidFill>
              <a:srgbClr val="000000"/>
            </a:solidFill>
            <a:ln w="3242" cap="flat">
              <a:noFill/>
              <a:prstDash val="solid"/>
              <a:miter/>
            </a:ln>
          </p:spPr>
          <p:txBody>
            <a:bodyPr rtlCol="0" anchor="ctr"/>
            <a:lstStyle/>
            <a:p>
              <a:endParaRPr lang="en-US"/>
            </a:p>
          </p:txBody>
        </p:sp>
        <p:sp>
          <p:nvSpPr>
            <p:cNvPr id="165" name="Freeform: Shape 806"/>
            <p:cNvSpPr/>
            <p:nvPr/>
          </p:nvSpPr>
          <p:spPr>
            <a:xfrm>
              <a:off x="5399099" y="1682034"/>
              <a:ext cx="66793" cy="66761"/>
            </a:xfrm>
            <a:custGeom>
              <a:avLst/>
              <a:gdLst>
                <a:gd name="connsiteX0" fmla="*/ 6877 w 66793"/>
                <a:gd name="connsiteY0" fmla="*/ 66761 h 66761"/>
                <a:gd name="connsiteX1" fmla="*/ 33413 w 66793"/>
                <a:gd name="connsiteY1" fmla="*/ 40258 h 66761"/>
                <a:gd name="connsiteX2" fmla="*/ 59884 w 66793"/>
                <a:gd name="connsiteY2" fmla="*/ 66729 h 66761"/>
                <a:gd name="connsiteX3" fmla="*/ 66793 w 66793"/>
                <a:gd name="connsiteY3" fmla="*/ 59851 h 66761"/>
                <a:gd name="connsiteX4" fmla="*/ 40290 w 66793"/>
                <a:gd name="connsiteY4" fmla="*/ 33348 h 66761"/>
                <a:gd name="connsiteX5" fmla="*/ 66793 w 66793"/>
                <a:gd name="connsiteY5" fmla="*/ 6877 h 66761"/>
                <a:gd name="connsiteX6" fmla="*/ 59884 w 66793"/>
                <a:gd name="connsiteY6" fmla="*/ 0 h 66761"/>
                <a:gd name="connsiteX7" fmla="*/ 33413 w 66793"/>
                <a:gd name="connsiteY7" fmla="*/ 26471 h 66761"/>
                <a:gd name="connsiteX8" fmla="*/ 6942 w 66793"/>
                <a:gd name="connsiteY8" fmla="*/ 0 h 66761"/>
                <a:gd name="connsiteX9" fmla="*/ 32 w 66793"/>
                <a:gd name="connsiteY9" fmla="*/ 6877 h 66761"/>
                <a:gd name="connsiteX10" fmla="*/ 26536 w 66793"/>
                <a:gd name="connsiteY10" fmla="*/ 33348 h 66761"/>
                <a:gd name="connsiteX11" fmla="*/ 0 w 66793"/>
                <a:gd name="connsiteY11" fmla="*/ 59884 h 66761"/>
                <a:gd name="connsiteX12" fmla="*/ 6877 w 66793"/>
                <a:gd name="connsiteY12" fmla="*/ 66761 h 6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793" h="66761">
                  <a:moveTo>
                    <a:pt x="6877" y="66761"/>
                  </a:moveTo>
                  <a:lnTo>
                    <a:pt x="33413" y="40258"/>
                  </a:lnTo>
                  <a:lnTo>
                    <a:pt x="59884" y="66729"/>
                  </a:lnTo>
                  <a:lnTo>
                    <a:pt x="66793" y="59851"/>
                  </a:lnTo>
                  <a:lnTo>
                    <a:pt x="40290" y="33348"/>
                  </a:lnTo>
                  <a:lnTo>
                    <a:pt x="66793" y="6877"/>
                  </a:lnTo>
                  <a:lnTo>
                    <a:pt x="59884" y="0"/>
                  </a:lnTo>
                  <a:lnTo>
                    <a:pt x="33413" y="26471"/>
                  </a:lnTo>
                  <a:lnTo>
                    <a:pt x="6942" y="0"/>
                  </a:lnTo>
                  <a:lnTo>
                    <a:pt x="32" y="6877"/>
                  </a:lnTo>
                  <a:lnTo>
                    <a:pt x="26536" y="33348"/>
                  </a:lnTo>
                  <a:lnTo>
                    <a:pt x="0" y="59884"/>
                  </a:lnTo>
                  <a:lnTo>
                    <a:pt x="6877" y="66761"/>
                  </a:lnTo>
                  <a:close/>
                </a:path>
              </a:pathLst>
            </a:custGeom>
            <a:solidFill>
              <a:srgbClr val="000000"/>
            </a:solidFill>
            <a:ln w="3242" cap="flat">
              <a:noFill/>
              <a:prstDash val="solid"/>
              <a:miter/>
            </a:ln>
          </p:spPr>
          <p:txBody>
            <a:bodyPr rtlCol="0" anchor="ctr"/>
            <a:lstStyle/>
            <a:p>
              <a:endParaRPr lang="en-US"/>
            </a:p>
          </p:txBody>
        </p:sp>
        <p:sp>
          <p:nvSpPr>
            <p:cNvPr id="166" name="Freeform: Shape 807"/>
            <p:cNvSpPr/>
            <p:nvPr/>
          </p:nvSpPr>
          <p:spPr>
            <a:xfrm>
              <a:off x="5542288" y="1710549"/>
              <a:ext cx="59883" cy="9731"/>
            </a:xfrm>
            <a:custGeom>
              <a:avLst/>
              <a:gdLst>
                <a:gd name="connsiteX0" fmla="*/ 0 w 59883"/>
                <a:gd name="connsiteY0" fmla="*/ 0 h 9731"/>
                <a:gd name="connsiteX1" fmla="*/ 59884 w 59883"/>
                <a:gd name="connsiteY1" fmla="*/ 0 h 9731"/>
                <a:gd name="connsiteX2" fmla="*/ 59884 w 59883"/>
                <a:gd name="connsiteY2" fmla="*/ 9732 h 9731"/>
                <a:gd name="connsiteX3" fmla="*/ 0 w 59883"/>
                <a:gd name="connsiteY3" fmla="*/ 9732 h 9731"/>
              </a:gdLst>
              <a:ahLst/>
              <a:cxnLst>
                <a:cxn ang="0">
                  <a:pos x="connsiteX0" y="connsiteY0"/>
                </a:cxn>
                <a:cxn ang="0">
                  <a:pos x="connsiteX1" y="connsiteY1"/>
                </a:cxn>
                <a:cxn ang="0">
                  <a:pos x="connsiteX2" y="connsiteY2"/>
                </a:cxn>
                <a:cxn ang="0">
                  <a:pos x="connsiteX3" y="connsiteY3"/>
                </a:cxn>
              </a:cxnLst>
              <a:rect l="l" t="t" r="r" b="b"/>
              <a:pathLst>
                <a:path w="59883" h="9731">
                  <a:moveTo>
                    <a:pt x="0" y="0"/>
                  </a:moveTo>
                  <a:lnTo>
                    <a:pt x="59884" y="0"/>
                  </a:lnTo>
                  <a:lnTo>
                    <a:pt x="59884" y="9732"/>
                  </a:lnTo>
                  <a:lnTo>
                    <a:pt x="0" y="9732"/>
                  </a:lnTo>
                  <a:close/>
                </a:path>
              </a:pathLst>
            </a:custGeom>
            <a:solidFill>
              <a:srgbClr val="000000"/>
            </a:solidFill>
            <a:ln w="3242" cap="flat">
              <a:noFill/>
              <a:prstDash val="solid"/>
              <a:miter/>
            </a:ln>
          </p:spPr>
          <p:txBody>
            <a:bodyPr rtlCol="0" anchor="ctr"/>
            <a:lstStyle/>
            <a:p>
              <a:endParaRPr lang="en-US"/>
            </a:p>
          </p:txBody>
        </p:sp>
        <p:sp>
          <p:nvSpPr>
            <p:cNvPr id="167" name="Freeform: Shape 808"/>
            <p:cNvSpPr/>
            <p:nvPr/>
          </p:nvSpPr>
          <p:spPr>
            <a:xfrm>
              <a:off x="5557373" y="1670615"/>
              <a:ext cx="29714" cy="29714"/>
            </a:xfrm>
            <a:custGeom>
              <a:avLst/>
              <a:gdLst>
                <a:gd name="connsiteX0" fmla="*/ 14857 w 29714"/>
                <a:gd name="connsiteY0" fmla="*/ 29715 h 29714"/>
                <a:gd name="connsiteX1" fmla="*/ 29715 w 29714"/>
                <a:gd name="connsiteY1" fmla="*/ 14857 h 29714"/>
                <a:gd name="connsiteX2" fmla="*/ 14857 w 29714"/>
                <a:gd name="connsiteY2" fmla="*/ 0 h 29714"/>
                <a:gd name="connsiteX3" fmla="*/ 0 w 29714"/>
                <a:gd name="connsiteY3" fmla="*/ 14857 h 29714"/>
                <a:gd name="connsiteX4" fmla="*/ 14857 w 29714"/>
                <a:gd name="connsiteY4" fmla="*/ 29715 h 29714"/>
                <a:gd name="connsiteX5" fmla="*/ 14857 w 29714"/>
                <a:gd name="connsiteY5" fmla="*/ 9764 h 29714"/>
                <a:gd name="connsiteX6" fmla="*/ 19983 w 29714"/>
                <a:gd name="connsiteY6" fmla="*/ 14890 h 29714"/>
                <a:gd name="connsiteX7" fmla="*/ 14857 w 29714"/>
                <a:gd name="connsiteY7" fmla="*/ 20015 h 29714"/>
                <a:gd name="connsiteX8" fmla="*/ 9732 w 29714"/>
                <a:gd name="connsiteY8" fmla="*/ 14890 h 29714"/>
                <a:gd name="connsiteX9" fmla="*/ 14857 w 29714"/>
                <a:gd name="connsiteY9" fmla="*/ 9764 h 2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14" h="29714">
                  <a:moveTo>
                    <a:pt x="14857" y="29715"/>
                  </a:moveTo>
                  <a:cubicBezTo>
                    <a:pt x="23032" y="29715"/>
                    <a:pt x="29715" y="23065"/>
                    <a:pt x="29715" y="14857"/>
                  </a:cubicBezTo>
                  <a:cubicBezTo>
                    <a:pt x="29715" y="6650"/>
                    <a:pt x="23065" y="0"/>
                    <a:pt x="14857" y="0"/>
                  </a:cubicBezTo>
                  <a:cubicBezTo>
                    <a:pt x="6650" y="0"/>
                    <a:pt x="0" y="6650"/>
                    <a:pt x="0" y="14857"/>
                  </a:cubicBezTo>
                  <a:cubicBezTo>
                    <a:pt x="0" y="23065"/>
                    <a:pt x="6650" y="29715"/>
                    <a:pt x="14857" y="29715"/>
                  </a:cubicBezTo>
                  <a:close/>
                  <a:moveTo>
                    <a:pt x="14857" y="9764"/>
                  </a:moveTo>
                  <a:cubicBezTo>
                    <a:pt x="17680" y="9764"/>
                    <a:pt x="19983" y="12068"/>
                    <a:pt x="19983" y="14890"/>
                  </a:cubicBezTo>
                  <a:cubicBezTo>
                    <a:pt x="19983" y="17712"/>
                    <a:pt x="17680" y="20015"/>
                    <a:pt x="14857" y="20015"/>
                  </a:cubicBezTo>
                  <a:cubicBezTo>
                    <a:pt x="12035" y="20015"/>
                    <a:pt x="9732" y="17712"/>
                    <a:pt x="9732" y="14890"/>
                  </a:cubicBezTo>
                  <a:cubicBezTo>
                    <a:pt x="9732" y="12068"/>
                    <a:pt x="12035" y="9764"/>
                    <a:pt x="14857" y="9764"/>
                  </a:cubicBezTo>
                  <a:close/>
                </a:path>
              </a:pathLst>
            </a:custGeom>
            <a:solidFill>
              <a:srgbClr val="000000"/>
            </a:solidFill>
            <a:ln w="3242" cap="flat">
              <a:noFill/>
              <a:prstDash val="solid"/>
              <a:miter/>
            </a:ln>
          </p:spPr>
          <p:txBody>
            <a:bodyPr rtlCol="0" anchor="ctr"/>
            <a:lstStyle/>
            <a:p>
              <a:endParaRPr lang="en-US"/>
            </a:p>
          </p:txBody>
        </p:sp>
        <p:sp>
          <p:nvSpPr>
            <p:cNvPr id="168" name="Freeform: Shape 809"/>
            <p:cNvSpPr/>
            <p:nvPr/>
          </p:nvSpPr>
          <p:spPr>
            <a:xfrm>
              <a:off x="5557373" y="1730499"/>
              <a:ext cx="29714" cy="29714"/>
            </a:xfrm>
            <a:custGeom>
              <a:avLst/>
              <a:gdLst>
                <a:gd name="connsiteX0" fmla="*/ 14857 w 29714"/>
                <a:gd name="connsiteY0" fmla="*/ 0 h 29714"/>
                <a:gd name="connsiteX1" fmla="*/ 0 w 29714"/>
                <a:gd name="connsiteY1" fmla="*/ 14857 h 29714"/>
                <a:gd name="connsiteX2" fmla="*/ 14857 w 29714"/>
                <a:gd name="connsiteY2" fmla="*/ 29715 h 29714"/>
                <a:gd name="connsiteX3" fmla="*/ 29715 w 29714"/>
                <a:gd name="connsiteY3" fmla="*/ 14857 h 29714"/>
                <a:gd name="connsiteX4" fmla="*/ 14857 w 29714"/>
                <a:gd name="connsiteY4" fmla="*/ 0 h 29714"/>
                <a:gd name="connsiteX5" fmla="*/ 14857 w 29714"/>
                <a:gd name="connsiteY5" fmla="*/ 19950 h 29714"/>
                <a:gd name="connsiteX6" fmla="*/ 9732 w 29714"/>
                <a:gd name="connsiteY6" fmla="*/ 14825 h 29714"/>
                <a:gd name="connsiteX7" fmla="*/ 14857 w 29714"/>
                <a:gd name="connsiteY7" fmla="*/ 9699 h 29714"/>
                <a:gd name="connsiteX8" fmla="*/ 19983 w 29714"/>
                <a:gd name="connsiteY8" fmla="*/ 14825 h 29714"/>
                <a:gd name="connsiteX9" fmla="*/ 14857 w 29714"/>
                <a:gd name="connsiteY9" fmla="*/ 19950 h 2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14" h="29714">
                  <a:moveTo>
                    <a:pt x="14857" y="0"/>
                  </a:moveTo>
                  <a:cubicBezTo>
                    <a:pt x="6682" y="0"/>
                    <a:pt x="0" y="6650"/>
                    <a:pt x="0" y="14857"/>
                  </a:cubicBezTo>
                  <a:cubicBezTo>
                    <a:pt x="0" y="23065"/>
                    <a:pt x="6650" y="29715"/>
                    <a:pt x="14857" y="29715"/>
                  </a:cubicBezTo>
                  <a:cubicBezTo>
                    <a:pt x="23065" y="29715"/>
                    <a:pt x="29715" y="23065"/>
                    <a:pt x="29715" y="14857"/>
                  </a:cubicBezTo>
                  <a:cubicBezTo>
                    <a:pt x="29715" y="6650"/>
                    <a:pt x="23065" y="0"/>
                    <a:pt x="14857" y="0"/>
                  </a:cubicBezTo>
                  <a:close/>
                  <a:moveTo>
                    <a:pt x="14857" y="19950"/>
                  </a:moveTo>
                  <a:cubicBezTo>
                    <a:pt x="12035" y="19950"/>
                    <a:pt x="9732" y="17647"/>
                    <a:pt x="9732" y="14825"/>
                  </a:cubicBezTo>
                  <a:cubicBezTo>
                    <a:pt x="9732" y="12003"/>
                    <a:pt x="12035" y="9699"/>
                    <a:pt x="14857" y="9699"/>
                  </a:cubicBezTo>
                  <a:cubicBezTo>
                    <a:pt x="17680" y="9699"/>
                    <a:pt x="19983" y="12003"/>
                    <a:pt x="19983" y="14825"/>
                  </a:cubicBezTo>
                  <a:cubicBezTo>
                    <a:pt x="19983" y="17647"/>
                    <a:pt x="17680" y="19950"/>
                    <a:pt x="14857" y="19950"/>
                  </a:cubicBezTo>
                  <a:close/>
                </a:path>
              </a:pathLst>
            </a:custGeom>
            <a:solidFill>
              <a:srgbClr val="000000"/>
            </a:solidFill>
            <a:ln w="3242" cap="flat">
              <a:noFill/>
              <a:prstDash val="solid"/>
              <a:miter/>
            </a:ln>
          </p:spPr>
          <p:txBody>
            <a:bodyPr rtlCol="0" anchor="ctr"/>
            <a:lstStyle/>
            <a:p>
              <a:endParaRPr lang="en-US"/>
            </a:p>
          </p:txBody>
        </p:sp>
        <p:sp>
          <p:nvSpPr>
            <p:cNvPr id="169" name="Freeform: Shape 810"/>
            <p:cNvSpPr/>
            <p:nvPr/>
          </p:nvSpPr>
          <p:spPr>
            <a:xfrm>
              <a:off x="5757039" y="1605573"/>
              <a:ext cx="109516" cy="179716"/>
            </a:xfrm>
            <a:custGeom>
              <a:avLst/>
              <a:gdLst>
                <a:gd name="connsiteX0" fmla="*/ 59624 w 109516"/>
                <a:gd name="connsiteY0" fmla="*/ 179716 h 179716"/>
                <a:gd name="connsiteX1" fmla="*/ 59624 w 109516"/>
                <a:gd name="connsiteY1" fmla="*/ 164405 h 179716"/>
                <a:gd name="connsiteX2" fmla="*/ 109517 w 109516"/>
                <a:gd name="connsiteY2" fmla="*/ 119800 h 179716"/>
                <a:gd name="connsiteX3" fmla="*/ 55569 w 109516"/>
                <a:gd name="connsiteY3" fmla="*/ 75066 h 179716"/>
                <a:gd name="connsiteX4" fmla="*/ 19691 w 109516"/>
                <a:gd name="connsiteY4" fmla="*/ 49860 h 179716"/>
                <a:gd name="connsiteX5" fmla="*/ 26147 w 109516"/>
                <a:gd name="connsiteY5" fmla="*/ 34386 h 179716"/>
                <a:gd name="connsiteX6" fmla="*/ 54758 w 109516"/>
                <a:gd name="connsiteY6" fmla="*/ 24816 h 179716"/>
                <a:gd name="connsiteX7" fmla="*/ 90734 w 109516"/>
                <a:gd name="connsiteY7" fmla="*/ 42756 h 179716"/>
                <a:gd name="connsiteX8" fmla="*/ 98649 w 109516"/>
                <a:gd name="connsiteY8" fmla="*/ 37079 h 179716"/>
                <a:gd name="connsiteX9" fmla="*/ 59624 w 109516"/>
                <a:gd name="connsiteY9" fmla="*/ 15312 h 179716"/>
                <a:gd name="connsiteX10" fmla="*/ 59624 w 109516"/>
                <a:gd name="connsiteY10" fmla="*/ 0 h 179716"/>
                <a:gd name="connsiteX11" fmla="*/ 49892 w 109516"/>
                <a:gd name="connsiteY11" fmla="*/ 0 h 179716"/>
                <a:gd name="connsiteX12" fmla="*/ 49892 w 109516"/>
                <a:gd name="connsiteY12" fmla="*/ 15279 h 179716"/>
                <a:gd name="connsiteX13" fmla="*/ 19237 w 109516"/>
                <a:gd name="connsiteY13" fmla="*/ 27541 h 179716"/>
                <a:gd name="connsiteX14" fmla="*/ 9959 w 109516"/>
                <a:gd name="connsiteY14" fmla="*/ 49957 h 179716"/>
                <a:gd name="connsiteX15" fmla="*/ 53915 w 109516"/>
                <a:gd name="connsiteY15" fmla="*/ 84635 h 179716"/>
                <a:gd name="connsiteX16" fmla="*/ 99785 w 109516"/>
                <a:gd name="connsiteY16" fmla="*/ 119768 h 179716"/>
                <a:gd name="connsiteX17" fmla="*/ 54758 w 109516"/>
                <a:gd name="connsiteY17" fmla="*/ 154835 h 179716"/>
                <a:gd name="connsiteX18" fmla="*/ 9732 w 109516"/>
                <a:gd name="connsiteY18" fmla="*/ 109809 h 179716"/>
                <a:gd name="connsiteX19" fmla="*/ 0 w 109516"/>
                <a:gd name="connsiteY19" fmla="*/ 109809 h 179716"/>
                <a:gd name="connsiteX20" fmla="*/ 49892 w 109516"/>
                <a:gd name="connsiteY20" fmla="*/ 164372 h 179716"/>
                <a:gd name="connsiteX21" fmla="*/ 49892 w 109516"/>
                <a:gd name="connsiteY21" fmla="*/ 179684 h 179716"/>
                <a:gd name="connsiteX22" fmla="*/ 59624 w 109516"/>
                <a:gd name="connsiteY22" fmla="*/ 179684 h 17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9516" h="179716">
                  <a:moveTo>
                    <a:pt x="59624" y="179716"/>
                  </a:moveTo>
                  <a:lnTo>
                    <a:pt x="59624" y="164405"/>
                  </a:lnTo>
                  <a:cubicBezTo>
                    <a:pt x="87555" y="162394"/>
                    <a:pt x="109517" y="143157"/>
                    <a:pt x="109517" y="119800"/>
                  </a:cubicBezTo>
                  <a:cubicBezTo>
                    <a:pt x="109517" y="84408"/>
                    <a:pt x="74417" y="78342"/>
                    <a:pt x="55569" y="75066"/>
                  </a:cubicBezTo>
                  <a:cubicBezTo>
                    <a:pt x="31889" y="70978"/>
                    <a:pt x="19821" y="62511"/>
                    <a:pt x="19691" y="49860"/>
                  </a:cubicBezTo>
                  <a:cubicBezTo>
                    <a:pt x="19626" y="44151"/>
                    <a:pt x="21929" y="38636"/>
                    <a:pt x="26147" y="34386"/>
                  </a:cubicBezTo>
                  <a:cubicBezTo>
                    <a:pt x="32343" y="28125"/>
                    <a:pt x="42237" y="24816"/>
                    <a:pt x="54758" y="24816"/>
                  </a:cubicBezTo>
                  <a:cubicBezTo>
                    <a:pt x="77499" y="24816"/>
                    <a:pt x="90604" y="42561"/>
                    <a:pt x="90734" y="42756"/>
                  </a:cubicBezTo>
                  <a:lnTo>
                    <a:pt x="98649" y="37079"/>
                  </a:lnTo>
                  <a:cubicBezTo>
                    <a:pt x="98033" y="36235"/>
                    <a:pt x="84408" y="17550"/>
                    <a:pt x="59624" y="15312"/>
                  </a:cubicBezTo>
                  <a:lnTo>
                    <a:pt x="59624" y="0"/>
                  </a:lnTo>
                  <a:lnTo>
                    <a:pt x="49892" y="0"/>
                  </a:lnTo>
                  <a:lnTo>
                    <a:pt x="49892" y="15279"/>
                  </a:lnTo>
                  <a:cubicBezTo>
                    <a:pt x="33737" y="16317"/>
                    <a:pt x="24362" y="22383"/>
                    <a:pt x="19237" y="27541"/>
                  </a:cubicBezTo>
                  <a:cubicBezTo>
                    <a:pt x="13171" y="33673"/>
                    <a:pt x="9894" y="41620"/>
                    <a:pt x="9959" y="49957"/>
                  </a:cubicBezTo>
                  <a:cubicBezTo>
                    <a:pt x="10121" y="67994"/>
                    <a:pt x="24946" y="79640"/>
                    <a:pt x="53915" y="84635"/>
                  </a:cubicBezTo>
                  <a:cubicBezTo>
                    <a:pt x="82235" y="89534"/>
                    <a:pt x="99785" y="97125"/>
                    <a:pt x="99785" y="119768"/>
                  </a:cubicBezTo>
                  <a:cubicBezTo>
                    <a:pt x="99785" y="139102"/>
                    <a:pt x="79575" y="154835"/>
                    <a:pt x="54758" y="154835"/>
                  </a:cubicBezTo>
                  <a:cubicBezTo>
                    <a:pt x="28255" y="154835"/>
                    <a:pt x="9732" y="136312"/>
                    <a:pt x="9732" y="109809"/>
                  </a:cubicBezTo>
                  <a:lnTo>
                    <a:pt x="0" y="109809"/>
                  </a:lnTo>
                  <a:cubicBezTo>
                    <a:pt x="0" y="139880"/>
                    <a:pt x="20729" y="162134"/>
                    <a:pt x="49892" y="164372"/>
                  </a:cubicBezTo>
                  <a:lnTo>
                    <a:pt x="49892" y="179684"/>
                  </a:lnTo>
                  <a:lnTo>
                    <a:pt x="59624" y="179684"/>
                  </a:lnTo>
                  <a:close/>
                </a:path>
              </a:pathLst>
            </a:custGeom>
            <a:solidFill>
              <a:srgbClr val="000000"/>
            </a:solidFill>
            <a:ln w="3242" cap="flat">
              <a:noFill/>
              <a:prstDash val="solid"/>
              <a:miter/>
            </a:ln>
          </p:spPr>
          <p:txBody>
            <a:bodyPr rtlCol="0" anchor="ctr"/>
            <a:lstStyle/>
            <a:p>
              <a:endParaRPr lang="en-US"/>
            </a:p>
          </p:txBody>
        </p:sp>
        <p:sp>
          <p:nvSpPr>
            <p:cNvPr id="170" name="Freeform: Shape 328"/>
            <p:cNvSpPr/>
            <p:nvPr/>
          </p:nvSpPr>
          <p:spPr>
            <a:xfrm>
              <a:off x="5803948" y="1301321"/>
              <a:ext cx="193730" cy="628585"/>
            </a:xfrm>
            <a:custGeom>
              <a:avLst/>
              <a:gdLst>
                <a:gd name="connsiteX0" fmla="*/ 193730 w 193730"/>
                <a:gd name="connsiteY0" fmla="*/ 147861 h 628585"/>
                <a:gd name="connsiteX1" fmla="*/ 193730 w 193730"/>
                <a:gd name="connsiteY1" fmla="*/ 628586 h 628585"/>
                <a:gd name="connsiteX2" fmla="*/ 161291 w 193730"/>
                <a:gd name="connsiteY2" fmla="*/ 628586 h 628585"/>
                <a:gd name="connsiteX3" fmla="*/ 161291 w 193730"/>
                <a:gd name="connsiteY3" fmla="*/ 161291 h 628585"/>
                <a:gd name="connsiteX4" fmla="*/ 9764 w 193730"/>
                <a:gd name="connsiteY4" fmla="*/ 9764 h 628585"/>
                <a:gd name="connsiteX5" fmla="*/ 9764 w 193730"/>
                <a:gd name="connsiteY5" fmla="*/ 9732 h 628585"/>
                <a:gd name="connsiteX6" fmla="*/ 9732 w 193730"/>
                <a:gd name="connsiteY6" fmla="*/ 9732 h 628585"/>
                <a:gd name="connsiteX7" fmla="*/ 0 w 193730"/>
                <a:gd name="connsiteY7" fmla="*/ 0 h 628585"/>
                <a:gd name="connsiteX8" fmla="*/ 45870 w 193730"/>
                <a:gd name="connsiteY8" fmla="*/ 0 h 628585"/>
                <a:gd name="connsiteX9" fmla="*/ 193730 w 193730"/>
                <a:gd name="connsiteY9" fmla="*/ 147861 h 62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730" h="628585">
                  <a:moveTo>
                    <a:pt x="193730" y="147861"/>
                  </a:moveTo>
                  <a:lnTo>
                    <a:pt x="193730" y="628586"/>
                  </a:lnTo>
                  <a:lnTo>
                    <a:pt x="161291" y="628586"/>
                  </a:lnTo>
                  <a:lnTo>
                    <a:pt x="161291" y="161291"/>
                  </a:lnTo>
                  <a:lnTo>
                    <a:pt x="9764" y="9764"/>
                  </a:lnTo>
                  <a:lnTo>
                    <a:pt x="9764" y="9732"/>
                  </a:lnTo>
                  <a:lnTo>
                    <a:pt x="9732" y="9732"/>
                  </a:lnTo>
                  <a:lnTo>
                    <a:pt x="0" y="0"/>
                  </a:lnTo>
                  <a:lnTo>
                    <a:pt x="45870" y="0"/>
                  </a:lnTo>
                  <a:lnTo>
                    <a:pt x="193730" y="147861"/>
                  </a:lnTo>
                  <a:close/>
                </a:path>
              </a:pathLst>
            </a:custGeom>
            <a:solidFill>
              <a:srgbClr val="CFABCF"/>
            </a:solidFill>
            <a:ln w="3242" cap="flat">
              <a:noFill/>
              <a:prstDash val="solid"/>
              <a:miter/>
            </a:ln>
          </p:spPr>
          <p:txBody>
            <a:bodyPr rtlCol="0" anchor="ctr"/>
            <a:lstStyle/>
            <a:p>
              <a:endParaRPr lang="en-US"/>
            </a:p>
          </p:txBody>
        </p:sp>
      </p:grpSp>
      <p:grpSp>
        <p:nvGrpSpPr>
          <p:cNvPr id="171" name="Group 51"/>
          <p:cNvGrpSpPr/>
          <p:nvPr/>
        </p:nvGrpSpPr>
        <p:grpSpPr>
          <a:xfrm>
            <a:off x="1187124" y="4392498"/>
            <a:ext cx="628919" cy="644240"/>
            <a:chOff x="816523" y="1297953"/>
            <a:chExt cx="628919" cy="644240"/>
          </a:xfrm>
          <a:solidFill>
            <a:schemeClr val="tx1"/>
          </a:solidFill>
        </p:grpSpPr>
        <p:sp>
          <p:nvSpPr>
            <p:cNvPr id="172" name="Freeform: Shape 770"/>
            <p:cNvSpPr/>
            <p:nvPr/>
          </p:nvSpPr>
          <p:spPr>
            <a:xfrm>
              <a:off x="816523" y="1297953"/>
              <a:ext cx="628919" cy="613372"/>
            </a:xfrm>
            <a:custGeom>
              <a:avLst/>
              <a:gdLst>
                <a:gd name="connsiteX0" fmla="*/ 544170 w 628919"/>
                <a:gd name="connsiteY0" fmla="*/ 239708 h 613372"/>
                <a:gd name="connsiteX1" fmla="*/ 523169 w 628919"/>
                <a:gd name="connsiteY1" fmla="*/ 242467 h 613372"/>
                <a:gd name="connsiteX2" fmla="*/ 529077 w 628919"/>
                <a:gd name="connsiteY2" fmla="*/ 204620 h 613372"/>
                <a:gd name="connsiteX3" fmla="*/ 404338 w 628919"/>
                <a:gd name="connsiteY3" fmla="*/ 79913 h 613372"/>
                <a:gd name="connsiteX4" fmla="*/ 370192 w 628919"/>
                <a:gd name="connsiteY4" fmla="*/ 84652 h 613372"/>
                <a:gd name="connsiteX5" fmla="*/ 204587 w 628919"/>
                <a:gd name="connsiteY5" fmla="*/ 0 h 613372"/>
                <a:gd name="connsiteX6" fmla="*/ 0 w 628919"/>
                <a:gd name="connsiteY6" fmla="*/ 204620 h 613372"/>
                <a:gd name="connsiteX7" fmla="*/ 204587 w 628919"/>
                <a:gd name="connsiteY7" fmla="*/ 409239 h 613372"/>
                <a:gd name="connsiteX8" fmla="*/ 209456 w 628919"/>
                <a:gd name="connsiteY8" fmla="*/ 409239 h 613372"/>
                <a:gd name="connsiteX9" fmla="*/ 209456 w 628919"/>
                <a:gd name="connsiteY9" fmla="*/ 329586 h 613372"/>
                <a:gd name="connsiteX10" fmla="*/ 163754 w 628919"/>
                <a:gd name="connsiteY10" fmla="*/ 329586 h 613372"/>
                <a:gd name="connsiteX11" fmla="*/ 247725 w 628919"/>
                <a:gd name="connsiteY11" fmla="*/ 203678 h 613372"/>
                <a:gd name="connsiteX12" fmla="*/ 241850 w 628919"/>
                <a:gd name="connsiteY12" fmla="*/ 194915 h 613372"/>
                <a:gd name="connsiteX13" fmla="*/ 145577 w 628919"/>
                <a:gd name="connsiteY13" fmla="*/ 339323 h 613372"/>
                <a:gd name="connsiteX14" fmla="*/ 199718 w 628919"/>
                <a:gd name="connsiteY14" fmla="*/ 339323 h 613372"/>
                <a:gd name="connsiteX15" fmla="*/ 199718 w 628919"/>
                <a:gd name="connsiteY15" fmla="*/ 399437 h 613372"/>
                <a:gd name="connsiteX16" fmla="*/ 9738 w 628919"/>
                <a:gd name="connsiteY16" fmla="*/ 204620 h 613372"/>
                <a:gd name="connsiteX17" fmla="*/ 204587 w 628919"/>
                <a:gd name="connsiteY17" fmla="*/ 9738 h 613372"/>
                <a:gd name="connsiteX18" fmla="*/ 362661 w 628919"/>
                <a:gd name="connsiteY18" fmla="*/ 90819 h 613372"/>
                <a:gd name="connsiteX19" fmla="*/ 365096 w 628919"/>
                <a:gd name="connsiteY19" fmla="*/ 94293 h 613372"/>
                <a:gd name="connsiteX20" fmla="*/ 369413 w 628919"/>
                <a:gd name="connsiteY20" fmla="*/ 95039 h 613372"/>
                <a:gd name="connsiteX21" fmla="*/ 371879 w 628919"/>
                <a:gd name="connsiteY21" fmla="*/ 94293 h 613372"/>
                <a:gd name="connsiteX22" fmla="*/ 404338 w 628919"/>
                <a:gd name="connsiteY22" fmla="*/ 89651 h 613372"/>
                <a:gd name="connsiteX23" fmla="*/ 519339 w 628919"/>
                <a:gd name="connsiteY23" fmla="*/ 204620 h 613372"/>
                <a:gd name="connsiteX24" fmla="*/ 510705 w 628919"/>
                <a:gd name="connsiteY24" fmla="*/ 248212 h 613372"/>
                <a:gd name="connsiteX25" fmla="*/ 509732 w 628919"/>
                <a:gd name="connsiteY25" fmla="*/ 250873 h 613372"/>
                <a:gd name="connsiteX26" fmla="*/ 513627 w 628919"/>
                <a:gd name="connsiteY26" fmla="*/ 256034 h 613372"/>
                <a:gd name="connsiteX27" fmla="*/ 517067 w 628919"/>
                <a:gd name="connsiteY27" fmla="*/ 254704 h 613372"/>
                <a:gd name="connsiteX28" fmla="*/ 544170 w 628919"/>
                <a:gd name="connsiteY28" fmla="*/ 249445 h 613372"/>
                <a:gd name="connsiteX29" fmla="*/ 619182 w 628919"/>
                <a:gd name="connsiteY29" fmla="*/ 324457 h 613372"/>
                <a:gd name="connsiteX30" fmla="*/ 544170 w 628919"/>
                <a:gd name="connsiteY30" fmla="*/ 399502 h 613372"/>
                <a:gd name="connsiteX31" fmla="*/ 399469 w 628919"/>
                <a:gd name="connsiteY31" fmla="*/ 399502 h 613372"/>
                <a:gd name="connsiteX32" fmla="*/ 399469 w 628919"/>
                <a:gd name="connsiteY32" fmla="*/ 469158 h 613372"/>
                <a:gd name="connsiteX33" fmla="*/ 445496 w 628919"/>
                <a:gd name="connsiteY33" fmla="*/ 469158 h 613372"/>
                <a:gd name="connsiteX34" fmla="*/ 361103 w 628919"/>
                <a:gd name="connsiteY34" fmla="*/ 604187 h 613372"/>
                <a:gd name="connsiteX35" fmla="*/ 366848 w 628919"/>
                <a:gd name="connsiteY35" fmla="*/ 613372 h 613372"/>
                <a:gd name="connsiteX36" fmla="*/ 463056 w 628919"/>
                <a:gd name="connsiteY36" fmla="*/ 459421 h 613372"/>
                <a:gd name="connsiteX37" fmla="*/ 409207 w 628919"/>
                <a:gd name="connsiteY37" fmla="*/ 459421 h 613372"/>
                <a:gd name="connsiteX38" fmla="*/ 409207 w 628919"/>
                <a:gd name="connsiteY38" fmla="*/ 409239 h 613372"/>
                <a:gd name="connsiteX39" fmla="*/ 544170 w 628919"/>
                <a:gd name="connsiteY39" fmla="*/ 409239 h 613372"/>
                <a:gd name="connsiteX40" fmla="*/ 628920 w 628919"/>
                <a:gd name="connsiteY40" fmla="*/ 324457 h 613372"/>
                <a:gd name="connsiteX41" fmla="*/ 544170 w 628919"/>
                <a:gd name="connsiteY41" fmla="*/ 239708 h 6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8919" h="613372">
                  <a:moveTo>
                    <a:pt x="544170" y="239708"/>
                  </a:moveTo>
                  <a:cubicBezTo>
                    <a:pt x="537159" y="239708"/>
                    <a:pt x="530116" y="240616"/>
                    <a:pt x="523169" y="242467"/>
                  </a:cubicBezTo>
                  <a:cubicBezTo>
                    <a:pt x="527064" y="230262"/>
                    <a:pt x="529077" y="217571"/>
                    <a:pt x="529077" y="204620"/>
                  </a:cubicBezTo>
                  <a:cubicBezTo>
                    <a:pt x="529077" y="135840"/>
                    <a:pt x="473118" y="79913"/>
                    <a:pt x="404338" y="79913"/>
                  </a:cubicBezTo>
                  <a:cubicBezTo>
                    <a:pt x="392783" y="79913"/>
                    <a:pt x="381292" y="81504"/>
                    <a:pt x="370192" y="84652"/>
                  </a:cubicBezTo>
                  <a:cubicBezTo>
                    <a:pt x="331760" y="31647"/>
                    <a:pt x="269894" y="0"/>
                    <a:pt x="204587" y="0"/>
                  </a:cubicBezTo>
                  <a:cubicBezTo>
                    <a:pt x="91761" y="0"/>
                    <a:pt x="0" y="91793"/>
                    <a:pt x="0" y="204620"/>
                  </a:cubicBezTo>
                  <a:cubicBezTo>
                    <a:pt x="0" y="317446"/>
                    <a:pt x="91761" y="409239"/>
                    <a:pt x="204587" y="409239"/>
                  </a:cubicBezTo>
                  <a:lnTo>
                    <a:pt x="209456" y="409239"/>
                  </a:lnTo>
                  <a:lnTo>
                    <a:pt x="209456" y="329586"/>
                  </a:lnTo>
                  <a:lnTo>
                    <a:pt x="163754" y="329586"/>
                  </a:lnTo>
                  <a:lnTo>
                    <a:pt x="247725" y="203678"/>
                  </a:lnTo>
                  <a:lnTo>
                    <a:pt x="241850" y="194915"/>
                  </a:lnTo>
                  <a:lnTo>
                    <a:pt x="145577" y="339323"/>
                  </a:lnTo>
                  <a:lnTo>
                    <a:pt x="199718" y="339323"/>
                  </a:lnTo>
                  <a:lnTo>
                    <a:pt x="199718" y="399437"/>
                  </a:lnTo>
                  <a:cubicBezTo>
                    <a:pt x="94520" y="396840"/>
                    <a:pt x="9738" y="310468"/>
                    <a:pt x="9738" y="204620"/>
                  </a:cubicBezTo>
                  <a:cubicBezTo>
                    <a:pt x="9738" y="98772"/>
                    <a:pt x="97149" y="9738"/>
                    <a:pt x="204587" y="9738"/>
                  </a:cubicBezTo>
                  <a:cubicBezTo>
                    <a:pt x="266973" y="9738"/>
                    <a:pt x="326048" y="40054"/>
                    <a:pt x="362661" y="90819"/>
                  </a:cubicBezTo>
                  <a:lnTo>
                    <a:pt x="365096" y="94293"/>
                  </a:lnTo>
                  <a:lnTo>
                    <a:pt x="369413" y="95039"/>
                  </a:lnTo>
                  <a:lnTo>
                    <a:pt x="371879" y="94293"/>
                  </a:lnTo>
                  <a:cubicBezTo>
                    <a:pt x="382396" y="91209"/>
                    <a:pt x="393335" y="89651"/>
                    <a:pt x="404338" y="89651"/>
                  </a:cubicBezTo>
                  <a:cubicBezTo>
                    <a:pt x="467730" y="89651"/>
                    <a:pt x="519339" y="141228"/>
                    <a:pt x="519339" y="204620"/>
                  </a:cubicBezTo>
                  <a:cubicBezTo>
                    <a:pt x="519339" y="219648"/>
                    <a:pt x="516418" y="234319"/>
                    <a:pt x="510705" y="248212"/>
                  </a:cubicBezTo>
                  <a:lnTo>
                    <a:pt x="509732" y="250873"/>
                  </a:lnTo>
                  <a:lnTo>
                    <a:pt x="513627" y="256034"/>
                  </a:lnTo>
                  <a:lnTo>
                    <a:pt x="517067" y="254704"/>
                  </a:lnTo>
                  <a:cubicBezTo>
                    <a:pt x="525993" y="251198"/>
                    <a:pt x="535114" y="249445"/>
                    <a:pt x="544170" y="249445"/>
                  </a:cubicBezTo>
                  <a:cubicBezTo>
                    <a:pt x="585555" y="249445"/>
                    <a:pt x="619182" y="283105"/>
                    <a:pt x="619182" y="324457"/>
                  </a:cubicBezTo>
                  <a:cubicBezTo>
                    <a:pt x="619182" y="365810"/>
                    <a:pt x="585555" y="399502"/>
                    <a:pt x="544170" y="399502"/>
                  </a:cubicBezTo>
                  <a:lnTo>
                    <a:pt x="399469" y="399502"/>
                  </a:lnTo>
                  <a:lnTo>
                    <a:pt x="399469" y="469158"/>
                  </a:lnTo>
                  <a:lnTo>
                    <a:pt x="445496" y="469158"/>
                  </a:lnTo>
                  <a:lnTo>
                    <a:pt x="361103" y="604187"/>
                  </a:lnTo>
                  <a:lnTo>
                    <a:pt x="366848" y="613372"/>
                  </a:lnTo>
                  <a:lnTo>
                    <a:pt x="463056" y="459421"/>
                  </a:lnTo>
                  <a:lnTo>
                    <a:pt x="409207" y="459421"/>
                  </a:lnTo>
                  <a:lnTo>
                    <a:pt x="409207" y="409239"/>
                  </a:lnTo>
                  <a:lnTo>
                    <a:pt x="544170" y="409239"/>
                  </a:lnTo>
                  <a:cubicBezTo>
                    <a:pt x="590911" y="409239"/>
                    <a:pt x="628920" y="371198"/>
                    <a:pt x="628920" y="324457"/>
                  </a:cubicBezTo>
                  <a:cubicBezTo>
                    <a:pt x="628920" y="277717"/>
                    <a:pt x="590911" y="239708"/>
                    <a:pt x="544170" y="239708"/>
                  </a:cubicBezTo>
                  <a:close/>
                </a:path>
              </a:pathLst>
            </a:custGeom>
            <a:grpFill/>
            <a:ln w="3246" cap="flat">
              <a:noFill/>
              <a:prstDash val="solid"/>
              <a:miter/>
            </a:ln>
          </p:spPr>
          <p:txBody>
            <a:bodyPr rtlCol="0" anchor="ctr"/>
            <a:lstStyle/>
            <a:p>
              <a:endParaRPr lang="en-US"/>
            </a:p>
          </p:txBody>
        </p:sp>
        <p:sp>
          <p:nvSpPr>
            <p:cNvPr id="173" name="Freeform: Shape 368"/>
            <p:cNvSpPr/>
            <p:nvPr/>
          </p:nvSpPr>
          <p:spPr>
            <a:xfrm>
              <a:off x="1041786" y="1463363"/>
              <a:ext cx="159469" cy="478830"/>
            </a:xfrm>
            <a:custGeom>
              <a:avLst/>
              <a:gdLst>
                <a:gd name="connsiteX0" fmla="*/ 122597 w 159469"/>
                <a:gd name="connsiteY0" fmla="*/ 478831 h 478830"/>
                <a:gd name="connsiteX1" fmla="*/ 0 w 159469"/>
                <a:gd name="connsiteY1" fmla="*/ 282650 h 478830"/>
                <a:gd name="connsiteX2" fmla="*/ 62970 w 159469"/>
                <a:gd name="connsiteY2" fmla="*/ 282650 h 478830"/>
                <a:gd name="connsiteX3" fmla="*/ 62970 w 159469"/>
                <a:gd name="connsiteY3" fmla="*/ 152816 h 478830"/>
                <a:gd name="connsiteX4" fmla="*/ 98804 w 159469"/>
                <a:gd name="connsiteY4" fmla="*/ 152816 h 478830"/>
                <a:gd name="connsiteX5" fmla="*/ 16586 w 159469"/>
                <a:gd name="connsiteY5" fmla="*/ 29473 h 478830"/>
                <a:gd name="connsiteX6" fmla="*/ 35932 w 159469"/>
                <a:gd name="connsiteY6" fmla="*/ 0 h 478830"/>
                <a:gd name="connsiteX7" fmla="*/ 159470 w 159469"/>
                <a:gd name="connsiteY7" fmla="*/ 185274 h 478830"/>
                <a:gd name="connsiteX8" fmla="*/ 95429 w 159469"/>
                <a:gd name="connsiteY8" fmla="*/ 185274 h 478830"/>
                <a:gd name="connsiteX9" fmla="*/ 95429 w 159469"/>
                <a:gd name="connsiteY9" fmla="*/ 315109 h 478830"/>
                <a:gd name="connsiteX10" fmla="*/ 58556 w 159469"/>
                <a:gd name="connsiteY10" fmla="*/ 315109 h 478830"/>
                <a:gd name="connsiteX11" fmla="*/ 141585 w 159469"/>
                <a:gd name="connsiteY11" fmla="*/ 447963 h 478830"/>
                <a:gd name="connsiteX12" fmla="*/ 122597 w 159469"/>
                <a:gd name="connsiteY12" fmla="*/ 478831 h 47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69" h="478830">
                  <a:moveTo>
                    <a:pt x="122597" y="478831"/>
                  </a:moveTo>
                  <a:lnTo>
                    <a:pt x="0" y="282650"/>
                  </a:lnTo>
                  <a:lnTo>
                    <a:pt x="62970" y="282650"/>
                  </a:lnTo>
                  <a:lnTo>
                    <a:pt x="62970" y="152816"/>
                  </a:lnTo>
                  <a:lnTo>
                    <a:pt x="98804" y="152816"/>
                  </a:lnTo>
                  <a:lnTo>
                    <a:pt x="16586" y="29473"/>
                  </a:lnTo>
                  <a:lnTo>
                    <a:pt x="35932" y="0"/>
                  </a:lnTo>
                  <a:lnTo>
                    <a:pt x="159470" y="185274"/>
                  </a:lnTo>
                  <a:lnTo>
                    <a:pt x="95429" y="185274"/>
                  </a:lnTo>
                  <a:lnTo>
                    <a:pt x="95429" y="315109"/>
                  </a:lnTo>
                  <a:lnTo>
                    <a:pt x="58556" y="315109"/>
                  </a:lnTo>
                  <a:lnTo>
                    <a:pt x="141585" y="447963"/>
                  </a:lnTo>
                  <a:lnTo>
                    <a:pt x="122597" y="478831"/>
                  </a:lnTo>
                  <a:close/>
                </a:path>
              </a:pathLst>
            </a:custGeom>
            <a:solidFill>
              <a:schemeClr val="accent6">
                <a:lumMod val="60000"/>
                <a:lumOff val="40000"/>
              </a:schemeClr>
            </a:solidFill>
            <a:ln w="3246" cap="flat">
              <a:noFill/>
              <a:prstDash val="solid"/>
              <a:miter/>
            </a:ln>
          </p:spPr>
          <p:txBody>
            <a:bodyPr rtlCol="0" anchor="ctr"/>
            <a:lstStyle/>
            <a:p>
              <a:endParaRPr lang="en-US" dirty="0"/>
            </a:p>
          </p:txBody>
        </p:sp>
      </p:grpSp>
      <p:grpSp>
        <p:nvGrpSpPr>
          <p:cNvPr id="174" name="Group 57"/>
          <p:cNvGrpSpPr/>
          <p:nvPr/>
        </p:nvGrpSpPr>
        <p:grpSpPr>
          <a:xfrm>
            <a:off x="2438488" y="4354721"/>
            <a:ext cx="692149" cy="682017"/>
            <a:chOff x="1920995" y="2568295"/>
            <a:chExt cx="692149" cy="682017"/>
          </a:xfrm>
          <a:solidFill>
            <a:schemeClr val="tx1"/>
          </a:solidFill>
        </p:grpSpPr>
        <p:sp>
          <p:nvSpPr>
            <p:cNvPr id="175" name="Freeform: Shape 361"/>
            <p:cNvSpPr/>
            <p:nvPr/>
          </p:nvSpPr>
          <p:spPr>
            <a:xfrm>
              <a:off x="1920995" y="2568295"/>
              <a:ext cx="403753" cy="682017"/>
            </a:xfrm>
            <a:custGeom>
              <a:avLst/>
              <a:gdLst>
                <a:gd name="connsiteX0" fmla="*/ 309624 w 403753"/>
                <a:gd name="connsiteY0" fmla="*/ 178485 h 682017"/>
                <a:gd name="connsiteX1" fmla="*/ 129121 w 403753"/>
                <a:gd name="connsiteY1" fmla="*/ 314195 h 682017"/>
                <a:gd name="connsiteX2" fmla="*/ 26129 w 403753"/>
                <a:gd name="connsiteY2" fmla="*/ 341688 h 682017"/>
                <a:gd name="connsiteX3" fmla="*/ 10159 w 403753"/>
                <a:gd name="connsiteY3" fmla="*/ 351133 h 682017"/>
                <a:gd name="connsiteX4" fmla="*/ 10711 w 403753"/>
                <a:gd name="connsiteY4" fmla="*/ 350516 h 682017"/>
                <a:gd name="connsiteX5" fmla="*/ 10517 w 403753"/>
                <a:gd name="connsiteY5" fmla="*/ 339967 h 682017"/>
                <a:gd name="connsiteX6" fmla="*/ 15937 w 403753"/>
                <a:gd name="connsiteY6" fmla="*/ 280438 h 682017"/>
                <a:gd name="connsiteX7" fmla="*/ 59951 w 403753"/>
                <a:gd name="connsiteY7" fmla="*/ 280438 h 682017"/>
                <a:gd name="connsiteX8" fmla="*/ 60892 w 403753"/>
                <a:gd name="connsiteY8" fmla="*/ 276348 h 682017"/>
                <a:gd name="connsiteX9" fmla="*/ 97668 w 403753"/>
                <a:gd name="connsiteY9" fmla="*/ 187639 h 682017"/>
                <a:gd name="connsiteX10" fmla="*/ 99908 w 403753"/>
                <a:gd name="connsiteY10" fmla="*/ 184068 h 682017"/>
                <a:gd name="connsiteX11" fmla="*/ 68748 w 403753"/>
                <a:gd name="connsiteY11" fmla="*/ 152940 h 682017"/>
                <a:gd name="connsiteX12" fmla="*/ 152913 w 403753"/>
                <a:gd name="connsiteY12" fmla="*/ 68742 h 682017"/>
                <a:gd name="connsiteX13" fmla="*/ 184041 w 403753"/>
                <a:gd name="connsiteY13" fmla="*/ 99903 h 682017"/>
                <a:gd name="connsiteX14" fmla="*/ 187611 w 403753"/>
                <a:gd name="connsiteY14" fmla="*/ 97663 h 682017"/>
                <a:gd name="connsiteX15" fmla="*/ 276321 w 403753"/>
                <a:gd name="connsiteY15" fmla="*/ 60887 h 682017"/>
                <a:gd name="connsiteX16" fmla="*/ 280443 w 403753"/>
                <a:gd name="connsiteY16" fmla="*/ 59946 h 682017"/>
                <a:gd name="connsiteX17" fmla="*/ 280443 w 403753"/>
                <a:gd name="connsiteY17" fmla="*/ 15932 h 682017"/>
                <a:gd name="connsiteX18" fmla="*/ 387200 w 403753"/>
                <a:gd name="connsiteY18" fmla="*/ 13920 h 682017"/>
                <a:gd name="connsiteX19" fmla="*/ 387200 w 403753"/>
                <a:gd name="connsiteY19" fmla="*/ 3305 h 682017"/>
                <a:gd name="connsiteX20" fmla="*/ 274146 w 403753"/>
                <a:gd name="connsiteY20" fmla="*/ 6389 h 682017"/>
                <a:gd name="connsiteX21" fmla="*/ 269927 w 403753"/>
                <a:gd name="connsiteY21" fmla="*/ 7233 h 682017"/>
                <a:gd name="connsiteX22" fmla="*/ 269927 w 403753"/>
                <a:gd name="connsiteY22" fmla="*/ 51572 h 682017"/>
                <a:gd name="connsiteX23" fmla="*/ 185599 w 403753"/>
                <a:gd name="connsiteY23" fmla="*/ 86530 h 682017"/>
                <a:gd name="connsiteX24" fmla="*/ 154211 w 403753"/>
                <a:gd name="connsiteY24" fmla="*/ 55142 h 682017"/>
                <a:gd name="connsiteX25" fmla="*/ 150608 w 403753"/>
                <a:gd name="connsiteY25" fmla="*/ 57544 h 682017"/>
                <a:gd name="connsiteX26" fmla="*/ 57549 w 403753"/>
                <a:gd name="connsiteY26" fmla="*/ 150603 h 682017"/>
                <a:gd name="connsiteX27" fmla="*/ 55147 w 403753"/>
                <a:gd name="connsiteY27" fmla="*/ 154239 h 682017"/>
                <a:gd name="connsiteX28" fmla="*/ 86535 w 403753"/>
                <a:gd name="connsiteY28" fmla="*/ 185594 h 682017"/>
                <a:gd name="connsiteX29" fmla="*/ 51577 w 403753"/>
                <a:gd name="connsiteY29" fmla="*/ 269921 h 682017"/>
                <a:gd name="connsiteX30" fmla="*/ 7238 w 403753"/>
                <a:gd name="connsiteY30" fmla="*/ 269921 h 682017"/>
                <a:gd name="connsiteX31" fmla="*/ 6427 w 403753"/>
                <a:gd name="connsiteY31" fmla="*/ 274173 h 682017"/>
                <a:gd name="connsiteX32" fmla="*/ 0 w 403753"/>
                <a:gd name="connsiteY32" fmla="*/ 339967 h 682017"/>
                <a:gd name="connsiteX33" fmla="*/ 1201 w 403753"/>
                <a:gd name="connsiteY33" fmla="*/ 368141 h 682017"/>
                <a:gd name="connsiteX34" fmla="*/ 1363 w 403753"/>
                <a:gd name="connsiteY34" fmla="*/ 367427 h 682017"/>
                <a:gd name="connsiteX35" fmla="*/ 1720 w 403753"/>
                <a:gd name="connsiteY35" fmla="*/ 383851 h 682017"/>
                <a:gd name="connsiteX36" fmla="*/ 20352 w 403753"/>
                <a:gd name="connsiteY36" fmla="*/ 453183 h 682017"/>
                <a:gd name="connsiteX37" fmla="*/ 62418 w 403753"/>
                <a:gd name="connsiteY37" fmla="*/ 477560 h 682017"/>
                <a:gd name="connsiteX38" fmla="*/ 196440 w 403753"/>
                <a:gd name="connsiteY38" fmla="*/ 668385 h 682017"/>
                <a:gd name="connsiteX39" fmla="*/ 222797 w 403753"/>
                <a:gd name="connsiteY39" fmla="*/ 682017 h 682017"/>
                <a:gd name="connsiteX40" fmla="*/ 231041 w 403753"/>
                <a:gd name="connsiteY40" fmla="*/ 680946 h 682017"/>
                <a:gd name="connsiteX41" fmla="*/ 252431 w 403753"/>
                <a:gd name="connsiteY41" fmla="*/ 662152 h 682017"/>
                <a:gd name="connsiteX42" fmla="*/ 250451 w 403753"/>
                <a:gd name="connsiteY42" fmla="*/ 633881 h 682017"/>
                <a:gd name="connsiteX43" fmla="*/ 242499 w 403753"/>
                <a:gd name="connsiteY43" fmla="*/ 620313 h 682017"/>
                <a:gd name="connsiteX44" fmla="*/ 269894 w 403753"/>
                <a:gd name="connsiteY44" fmla="*/ 628330 h 682017"/>
                <a:gd name="connsiteX45" fmla="*/ 269894 w 403753"/>
                <a:gd name="connsiteY45" fmla="*/ 672669 h 682017"/>
                <a:gd name="connsiteX46" fmla="*/ 274114 w 403753"/>
                <a:gd name="connsiteY46" fmla="*/ 673481 h 682017"/>
                <a:gd name="connsiteX47" fmla="*/ 339908 w 403753"/>
                <a:gd name="connsiteY47" fmla="*/ 679907 h 682017"/>
                <a:gd name="connsiteX48" fmla="*/ 387167 w 403753"/>
                <a:gd name="connsiteY48" fmla="*/ 676629 h 682017"/>
                <a:gd name="connsiteX49" fmla="*/ 387167 w 403753"/>
                <a:gd name="connsiteY49" fmla="*/ 665983 h 682017"/>
                <a:gd name="connsiteX50" fmla="*/ 280411 w 403753"/>
                <a:gd name="connsiteY50" fmla="*/ 664003 h 682017"/>
                <a:gd name="connsiteX51" fmla="*/ 280411 w 403753"/>
                <a:gd name="connsiteY51" fmla="*/ 619956 h 682017"/>
                <a:gd name="connsiteX52" fmla="*/ 276289 w 403753"/>
                <a:gd name="connsiteY52" fmla="*/ 619047 h 682017"/>
                <a:gd name="connsiteX53" fmla="*/ 234092 w 403753"/>
                <a:gd name="connsiteY53" fmla="*/ 605902 h 682017"/>
                <a:gd name="connsiteX54" fmla="*/ 174466 w 403753"/>
                <a:gd name="connsiteY54" fmla="*/ 504079 h 682017"/>
                <a:gd name="connsiteX55" fmla="*/ 175017 w 403753"/>
                <a:gd name="connsiteY55" fmla="*/ 503949 h 682017"/>
                <a:gd name="connsiteX56" fmla="*/ 185599 w 403753"/>
                <a:gd name="connsiteY56" fmla="*/ 501125 h 682017"/>
                <a:gd name="connsiteX57" fmla="*/ 201861 w 403753"/>
                <a:gd name="connsiteY57" fmla="*/ 488661 h 682017"/>
                <a:gd name="connsiteX58" fmla="*/ 204522 w 403753"/>
                <a:gd name="connsiteY58" fmla="*/ 468439 h 682017"/>
                <a:gd name="connsiteX59" fmla="*/ 197609 w 403753"/>
                <a:gd name="connsiteY59" fmla="*/ 442732 h 682017"/>
                <a:gd name="connsiteX60" fmla="*/ 390089 w 403753"/>
                <a:gd name="connsiteY60" fmla="*/ 477625 h 682017"/>
                <a:gd name="connsiteX61" fmla="*/ 403754 w 403753"/>
                <a:gd name="connsiteY61" fmla="*/ 492978 h 682017"/>
                <a:gd name="connsiteX62" fmla="*/ 313746 w 403753"/>
                <a:gd name="connsiteY62" fmla="*/ 158361 h 682017"/>
                <a:gd name="connsiteX63" fmla="*/ 309591 w 403753"/>
                <a:gd name="connsiteY63" fmla="*/ 178453 h 682017"/>
                <a:gd name="connsiteX64" fmla="*/ 8147 w 403753"/>
                <a:gd name="connsiteY64" fmla="*/ 353405 h 682017"/>
                <a:gd name="connsiteX65" fmla="*/ 7401 w 403753"/>
                <a:gd name="connsiteY65" fmla="*/ 354347 h 682017"/>
                <a:gd name="connsiteX66" fmla="*/ 8147 w 403753"/>
                <a:gd name="connsiteY66" fmla="*/ 353405 h 682017"/>
                <a:gd name="connsiteX67" fmla="*/ 1461 w 403753"/>
                <a:gd name="connsiteY67" fmla="*/ 366843 h 682017"/>
                <a:gd name="connsiteX68" fmla="*/ 2207 w 403753"/>
                <a:gd name="connsiteY68" fmla="*/ 364246 h 682017"/>
                <a:gd name="connsiteX69" fmla="*/ 1461 w 403753"/>
                <a:gd name="connsiteY69" fmla="*/ 366843 h 682017"/>
                <a:gd name="connsiteX70" fmla="*/ 4934 w 403753"/>
                <a:gd name="connsiteY70" fmla="*/ 358079 h 682017"/>
                <a:gd name="connsiteX71" fmla="*/ 3603 w 403753"/>
                <a:gd name="connsiteY71" fmla="*/ 360708 h 682017"/>
                <a:gd name="connsiteX72" fmla="*/ 4934 w 403753"/>
                <a:gd name="connsiteY72" fmla="*/ 358079 h 682017"/>
                <a:gd name="connsiteX73" fmla="*/ 3408 w 403753"/>
                <a:gd name="connsiteY73" fmla="*/ 361130 h 682017"/>
                <a:gd name="connsiteX74" fmla="*/ 2369 w 403753"/>
                <a:gd name="connsiteY74" fmla="*/ 363727 h 682017"/>
                <a:gd name="connsiteX75" fmla="*/ 3408 w 403753"/>
                <a:gd name="connsiteY75" fmla="*/ 361130 h 682017"/>
                <a:gd name="connsiteX76" fmla="*/ 29732 w 403753"/>
                <a:gd name="connsiteY76" fmla="*/ 450651 h 682017"/>
                <a:gd name="connsiteX77" fmla="*/ 11101 w 403753"/>
                <a:gd name="connsiteY77" fmla="*/ 381320 h 682017"/>
                <a:gd name="connsiteX78" fmla="*/ 13568 w 403753"/>
                <a:gd name="connsiteY78" fmla="*/ 362656 h 682017"/>
                <a:gd name="connsiteX79" fmla="*/ 28629 w 403753"/>
                <a:gd name="connsiteY79" fmla="*/ 351101 h 682017"/>
                <a:gd name="connsiteX80" fmla="*/ 132724 w 403753"/>
                <a:gd name="connsiteY80" fmla="*/ 323316 h 682017"/>
                <a:gd name="connsiteX81" fmla="*/ 164176 w 403753"/>
                <a:gd name="connsiteY81" fmla="*/ 440330 h 682017"/>
                <a:gd name="connsiteX82" fmla="*/ 60081 w 403753"/>
                <a:gd name="connsiteY82" fmla="*/ 468114 h 682017"/>
                <a:gd name="connsiteX83" fmla="*/ 29700 w 403753"/>
                <a:gd name="connsiteY83" fmla="*/ 450651 h 682017"/>
                <a:gd name="connsiteX84" fmla="*/ 243408 w 403753"/>
                <a:gd name="connsiteY84" fmla="*/ 658452 h 682017"/>
                <a:gd name="connsiteX85" fmla="*/ 228509 w 403753"/>
                <a:gd name="connsiteY85" fmla="*/ 671533 h 682017"/>
                <a:gd name="connsiteX86" fmla="*/ 204392 w 403753"/>
                <a:gd name="connsiteY86" fmla="*/ 662769 h 682017"/>
                <a:gd name="connsiteX87" fmla="*/ 72415 w 403753"/>
                <a:gd name="connsiteY87" fmla="*/ 474898 h 682017"/>
                <a:gd name="connsiteX88" fmla="*/ 136099 w 403753"/>
                <a:gd name="connsiteY88" fmla="*/ 457890 h 682017"/>
                <a:gd name="connsiteX89" fmla="*/ 242012 w 403753"/>
                <a:gd name="connsiteY89" fmla="*/ 638815 h 682017"/>
                <a:gd name="connsiteX90" fmla="*/ 243375 w 403753"/>
                <a:gd name="connsiteY90" fmla="*/ 658452 h 682017"/>
                <a:gd name="connsiteX91" fmla="*/ 195109 w 403753"/>
                <a:gd name="connsiteY91" fmla="*/ 470971 h 682017"/>
                <a:gd name="connsiteX92" fmla="*/ 193421 w 403753"/>
                <a:gd name="connsiteY92" fmla="*/ 483792 h 682017"/>
                <a:gd name="connsiteX93" fmla="*/ 183067 w 403753"/>
                <a:gd name="connsiteY93" fmla="*/ 491712 h 682017"/>
                <a:gd name="connsiteX94" fmla="*/ 172680 w 403753"/>
                <a:gd name="connsiteY94" fmla="*/ 494471 h 682017"/>
                <a:gd name="connsiteX95" fmla="*/ 169272 w 403753"/>
                <a:gd name="connsiteY95" fmla="*/ 495217 h 682017"/>
                <a:gd name="connsiteX96" fmla="*/ 145869 w 403753"/>
                <a:gd name="connsiteY96" fmla="*/ 455228 h 682017"/>
                <a:gd name="connsiteX97" fmla="*/ 171414 w 403753"/>
                <a:gd name="connsiteY97" fmla="*/ 448412 h 682017"/>
                <a:gd name="connsiteX98" fmla="*/ 188001 w 403753"/>
                <a:gd name="connsiteY98" fmla="*/ 444517 h 682017"/>
                <a:gd name="connsiteX99" fmla="*/ 195109 w 403753"/>
                <a:gd name="connsiteY99" fmla="*/ 470938 h 682017"/>
                <a:gd name="connsiteX100" fmla="*/ 384830 w 403753"/>
                <a:gd name="connsiteY100" fmla="*/ 460065 h 682017"/>
                <a:gd name="connsiteX101" fmla="*/ 254768 w 403753"/>
                <a:gd name="connsiteY101" fmla="*/ 428255 h 682017"/>
                <a:gd name="connsiteX102" fmla="*/ 173622 w 403753"/>
                <a:gd name="connsiteY102" fmla="*/ 437830 h 682017"/>
                <a:gd name="connsiteX103" fmla="*/ 142104 w 403753"/>
                <a:gd name="connsiteY103" fmla="*/ 320589 h 682017"/>
                <a:gd name="connsiteX104" fmla="*/ 313843 w 403753"/>
                <a:gd name="connsiteY104" fmla="*/ 196045 h 682017"/>
                <a:gd name="connsiteX105" fmla="*/ 384830 w 403753"/>
                <a:gd name="connsiteY105" fmla="*/ 460032 h 682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03753" h="682017">
                  <a:moveTo>
                    <a:pt x="309624" y="178485"/>
                  </a:moveTo>
                  <a:cubicBezTo>
                    <a:pt x="299821" y="226102"/>
                    <a:pt x="212085" y="292058"/>
                    <a:pt x="129121" y="314195"/>
                  </a:cubicBezTo>
                  <a:lnTo>
                    <a:pt x="26129" y="341688"/>
                  </a:lnTo>
                  <a:cubicBezTo>
                    <a:pt x="19930" y="343343"/>
                    <a:pt x="14477" y="346621"/>
                    <a:pt x="10159" y="351133"/>
                  </a:cubicBezTo>
                  <a:cubicBezTo>
                    <a:pt x="10354" y="350938"/>
                    <a:pt x="10517" y="350711"/>
                    <a:pt x="10711" y="350516"/>
                  </a:cubicBezTo>
                  <a:cubicBezTo>
                    <a:pt x="10581" y="347011"/>
                    <a:pt x="10517" y="343473"/>
                    <a:pt x="10517" y="339967"/>
                  </a:cubicBezTo>
                  <a:cubicBezTo>
                    <a:pt x="10517" y="320135"/>
                    <a:pt x="12302" y="300140"/>
                    <a:pt x="15937" y="280438"/>
                  </a:cubicBezTo>
                  <a:lnTo>
                    <a:pt x="59951" y="280438"/>
                  </a:lnTo>
                  <a:lnTo>
                    <a:pt x="60892" y="276348"/>
                  </a:lnTo>
                  <a:cubicBezTo>
                    <a:pt x="68033" y="244831"/>
                    <a:pt x="80400" y="214969"/>
                    <a:pt x="97668" y="187639"/>
                  </a:cubicBezTo>
                  <a:lnTo>
                    <a:pt x="99908" y="184068"/>
                  </a:lnTo>
                  <a:lnTo>
                    <a:pt x="68748" y="152940"/>
                  </a:lnTo>
                  <a:cubicBezTo>
                    <a:pt x="91566" y="119865"/>
                    <a:pt x="119870" y="91561"/>
                    <a:pt x="152913" y="68742"/>
                  </a:cubicBezTo>
                  <a:lnTo>
                    <a:pt x="184041" y="99903"/>
                  </a:lnTo>
                  <a:lnTo>
                    <a:pt x="187611" y="97663"/>
                  </a:lnTo>
                  <a:cubicBezTo>
                    <a:pt x="214974" y="80395"/>
                    <a:pt x="244836" y="68061"/>
                    <a:pt x="276321" y="60887"/>
                  </a:cubicBezTo>
                  <a:lnTo>
                    <a:pt x="280443" y="59946"/>
                  </a:lnTo>
                  <a:lnTo>
                    <a:pt x="280443" y="15932"/>
                  </a:lnTo>
                  <a:cubicBezTo>
                    <a:pt x="315726" y="9473"/>
                    <a:pt x="351787" y="8824"/>
                    <a:pt x="387200" y="13920"/>
                  </a:cubicBezTo>
                  <a:lnTo>
                    <a:pt x="387200" y="3305"/>
                  </a:lnTo>
                  <a:cubicBezTo>
                    <a:pt x="349645" y="-1953"/>
                    <a:pt x="311474" y="-947"/>
                    <a:pt x="274146" y="6389"/>
                  </a:cubicBezTo>
                  <a:lnTo>
                    <a:pt x="269927" y="7233"/>
                  </a:lnTo>
                  <a:lnTo>
                    <a:pt x="269927" y="51572"/>
                  </a:lnTo>
                  <a:cubicBezTo>
                    <a:pt x="240097" y="58777"/>
                    <a:pt x="211761" y="70528"/>
                    <a:pt x="185599" y="86530"/>
                  </a:cubicBezTo>
                  <a:lnTo>
                    <a:pt x="154211" y="55142"/>
                  </a:lnTo>
                  <a:lnTo>
                    <a:pt x="150608" y="57544"/>
                  </a:lnTo>
                  <a:cubicBezTo>
                    <a:pt x="113703" y="82407"/>
                    <a:pt x="82380" y="113698"/>
                    <a:pt x="57549" y="150603"/>
                  </a:cubicBezTo>
                  <a:lnTo>
                    <a:pt x="55147" y="154239"/>
                  </a:lnTo>
                  <a:lnTo>
                    <a:pt x="86535" y="185594"/>
                  </a:lnTo>
                  <a:cubicBezTo>
                    <a:pt x="70533" y="211788"/>
                    <a:pt x="58783" y="240092"/>
                    <a:pt x="51577" y="269921"/>
                  </a:cubicBezTo>
                  <a:lnTo>
                    <a:pt x="7238" y="269921"/>
                  </a:lnTo>
                  <a:lnTo>
                    <a:pt x="6427" y="274173"/>
                  </a:lnTo>
                  <a:cubicBezTo>
                    <a:pt x="2142" y="295888"/>
                    <a:pt x="0" y="318025"/>
                    <a:pt x="0" y="339967"/>
                  </a:cubicBezTo>
                  <a:cubicBezTo>
                    <a:pt x="0" y="349315"/>
                    <a:pt x="389" y="358728"/>
                    <a:pt x="1201" y="368141"/>
                  </a:cubicBezTo>
                  <a:cubicBezTo>
                    <a:pt x="1233" y="367914"/>
                    <a:pt x="1331" y="367655"/>
                    <a:pt x="1363" y="367427"/>
                  </a:cubicBezTo>
                  <a:cubicBezTo>
                    <a:pt x="162" y="372783"/>
                    <a:pt x="260" y="378398"/>
                    <a:pt x="1720" y="383851"/>
                  </a:cubicBezTo>
                  <a:lnTo>
                    <a:pt x="20352" y="453183"/>
                  </a:lnTo>
                  <a:cubicBezTo>
                    <a:pt x="25253" y="471425"/>
                    <a:pt x="44111" y="482331"/>
                    <a:pt x="62418" y="477560"/>
                  </a:cubicBezTo>
                  <a:lnTo>
                    <a:pt x="196440" y="668385"/>
                  </a:lnTo>
                  <a:cubicBezTo>
                    <a:pt x="202542" y="677051"/>
                    <a:pt x="212475" y="682017"/>
                    <a:pt x="222797" y="682017"/>
                  </a:cubicBezTo>
                  <a:cubicBezTo>
                    <a:pt x="225556" y="682017"/>
                    <a:pt x="228315" y="681660"/>
                    <a:pt x="231041" y="680946"/>
                  </a:cubicBezTo>
                  <a:cubicBezTo>
                    <a:pt x="240811" y="678349"/>
                    <a:pt x="248601" y="671501"/>
                    <a:pt x="252431" y="662152"/>
                  </a:cubicBezTo>
                  <a:cubicBezTo>
                    <a:pt x="256261" y="652869"/>
                    <a:pt x="255515" y="642547"/>
                    <a:pt x="250451" y="633881"/>
                  </a:cubicBezTo>
                  <a:lnTo>
                    <a:pt x="242499" y="620313"/>
                  </a:lnTo>
                  <a:cubicBezTo>
                    <a:pt x="251490" y="623429"/>
                    <a:pt x="260611" y="626091"/>
                    <a:pt x="269894" y="628330"/>
                  </a:cubicBezTo>
                  <a:lnTo>
                    <a:pt x="269894" y="672669"/>
                  </a:lnTo>
                  <a:lnTo>
                    <a:pt x="274114" y="673481"/>
                  </a:lnTo>
                  <a:cubicBezTo>
                    <a:pt x="295861" y="677765"/>
                    <a:pt x="317998" y="679907"/>
                    <a:pt x="339908" y="679907"/>
                  </a:cubicBezTo>
                  <a:cubicBezTo>
                    <a:pt x="355650" y="679907"/>
                    <a:pt x="371457" y="678836"/>
                    <a:pt x="387167" y="676629"/>
                  </a:cubicBezTo>
                  <a:lnTo>
                    <a:pt x="387167" y="665983"/>
                  </a:lnTo>
                  <a:cubicBezTo>
                    <a:pt x="351755" y="671079"/>
                    <a:pt x="315693" y="670397"/>
                    <a:pt x="280411" y="664003"/>
                  </a:cubicBezTo>
                  <a:lnTo>
                    <a:pt x="280411" y="619956"/>
                  </a:lnTo>
                  <a:lnTo>
                    <a:pt x="276289" y="619047"/>
                  </a:lnTo>
                  <a:cubicBezTo>
                    <a:pt x="261844" y="615769"/>
                    <a:pt x="247725" y="611355"/>
                    <a:pt x="234092" y="605902"/>
                  </a:cubicBezTo>
                  <a:lnTo>
                    <a:pt x="174466" y="504079"/>
                  </a:lnTo>
                  <a:lnTo>
                    <a:pt x="175017" y="503949"/>
                  </a:lnTo>
                  <a:lnTo>
                    <a:pt x="185599" y="501125"/>
                  </a:lnTo>
                  <a:cubicBezTo>
                    <a:pt x="192513" y="499275"/>
                    <a:pt x="198290" y="494860"/>
                    <a:pt x="201861" y="488661"/>
                  </a:cubicBezTo>
                  <a:cubicBezTo>
                    <a:pt x="205431" y="482493"/>
                    <a:pt x="206372" y="475320"/>
                    <a:pt x="204522" y="468439"/>
                  </a:cubicBezTo>
                  <a:lnTo>
                    <a:pt x="197609" y="442732"/>
                  </a:lnTo>
                  <a:cubicBezTo>
                    <a:pt x="279242" y="428612"/>
                    <a:pt x="363245" y="447471"/>
                    <a:pt x="390089" y="477625"/>
                  </a:cubicBezTo>
                  <a:lnTo>
                    <a:pt x="403754" y="492978"/>
                  </a:lnTo>
                  <a:lnTo>
                    <a:pt x="313746" y="158361"/>
                  </a:lnTo>
                  <a:lnTo>
                    <a:pt x="309591" y="178453"/>
                  </a:lnTo>
                  <a:close/>
                  <a:moveTo>
                    <a:pt x="8147" y="353405"/>
                  </a:moveTo>
                  <a:cubicBezTo>
                    <a:pt x="7887" y="353697"/>
                    <a:pt x="7660" y="354022"/>
                    <a:pt x="7401" y="354347"/>
                  </a:cubicBezTo>
                  <a:cubicBezTo>
                    <a:pt x="7628" y="354022"/>
                    <a:pt x="7887" y="353730"/>
                    <a:pt x="8147" y="353405"/>
                  </a:cubicBezTo>
                  <a:close/>
                  <a:moveTo>
                    <a:pt x="1461" y="366843"/>
                  </a:moveTo>
                  <a:cubicBezTo>
                    <a:pt x="1688" y="365967"/>
                    <a:pt x="1915" y="365123"/>
                    <a:pt x="2207" y="364246"/>
                  </a:cubicBezTo>
                  <a:cubicBezTo>
                    <a:pt x="1915" y="365090"/>
                    <a:pt x="1688" y="365967"/>
                    <a:pt x="1461" y="366843"/>
                  </a:cubicBezTo>
                  <a:close/>
                  <a:moveTo>
                    <a:pt x="4934" y="358079"/>
                  </a:moveTo>
                  <a:cubicBezTo>
                    <a:pt x="4447" y="358923"/>
                    <a:pt x="3992" y="359800"/>
                    <a:pt x="3603" y="360708"/>
                  </a:cubicBezTo>
                  <a:cubicBezTo>
                    <a:pt x="4025" y="359832"/>
                    <a:pt x="4447" y="358956"/>
                    <a:pt x="4934" y="358079"/>
                  </a:cubicBezTo>
                  <a:close/>
                  <a:moveTo>
                    <a:pt x="3408" y="361130"/>
                  </a:moveTo>
                  <a:cubicBezTo>
                    <a:pt x="3019" y="361974"/>
                    <a:pt x="2694" y="362851"/>
                    <a:pt x="2369" y="363727"/>
                  </a:cubicBezTo>
                  <a:cubicBezTo>
                    <a:pt x="2662" y="362851"/>
                    <a:pt x="3019" y="361974"/>
                    <a:pt x="3408" y="361130"/>
                  </a:cubicBezTo>
                  <a:close/>
                  <a:moveTo>
                    <a:pt x="29732" y="450651"/>
                  </a:moveTo>
                  <a:lnTo>
                    <a:pt x="11101" y="381320"/>
                  </a:lnTo>
                  <a:cubicBezTo>
                    <a:pt x="9381" y="374958"/>
                    <a:pt x="10257" y="368336"/>
                    <a:pt x="13568" y="362656"/>
                  </a:cubicBezTo>
                  <a:cubicBezTo>
                    <a:pt x="16878" y="356911"/>
                    <a:pt x="22234" y="352821"/>
                    <a:pt x="28629" y="351101"/>
                  </a:cubicBezTo>
                  <a:lnTo>
                    <a:pt x="132724" y="323316"/>
                  </a:lnTo>
                  <a:lnTo>
                    <a:pt x="164176" y="440330"/>
                  </a:lnTo>
                  <a:lnTo>
                    <a:pt x="60081" y="468114"/>
                  </a:lnTo>
                  <a:cubicBezTo>
                    <a:pt x="46870" y="471620"/>
                    <a:pt x="33238" y="463797"/>
                    <a:pt x="29700" y="450651"/>
                  </a:cubicBezTo>
                  <a:close/>
                  <a:moveTo>
                    <a:pt x="243408" y="658452"/>
                  </a:moveTo>
                  <a:cubicBezTo>
                    <a:pt x="240746" y="664944"/>
                    <a:pt x="235293" y="669715"/>
                    <a:pt x="228509" y="671533"/>
                  </a:cubicBezTo>
                  <a:cubicBezTo>
                    <a:pt x="219453" y="673935"/>
                    <a:pt x="209748" y="670430"/>
                    <a:pt x="204392" y="662769"/>
                  </a:cubicBezTo>
                  <a:lnTo>
                    <a:pt x="72415" y="474898"/>
                  </a:lnTo>
                  <a:lnTo>
                    <a:pt x="136099" y="457890"/>
                  </a:lnTo>
                  <a:lnTo>
                    <a:pt x="242012" y="638815"/>
                  </a:lnTo>
                  <a:cubicBezTo>
                    <a:pt x="245550" y="644852"/>
                    <a:pt x="246037" y="651993"/>
                    <a:pt x="243375" y="658452"/>
                  </a:cubicBezTo>
                  <a:close/>
                  <a:moveTo>
                    <a:pt x="195109" y="470971"/>
                  </a:moveTo>
                  <a:cubicBezTo>
                    <a:pt x="196278" y="475320"/>
                    <a:pt x="195693" y="479897"/>
                    <a:pt x="193421" y="483792"/>
                  </a:cubicBezTo>
                  <a:cubicBezTo>
                    <a:pt x="191149" y="487719"/>
                    <a:pt x="187481" y="490543"/>
                    <a:pt x="183067" y="491712"/>
                  </a:cubicBezTo>
                  <a:lnTo>
                    <a:pt x="172680" y="494471"/>
                  </a:lnTo>
                  <a:lnTo>
                    <a:pt x="169272" y="495217"/>
                  </a:lnTo>
                  <a:lnTo>
                    <a:pt x="145869" y="455228"/>
                  </a:lnTo>
                  <a:lnTo>
                    <a:pt x="171414" y="448412"/>
                  </a:lnTo>
                  <a:cubicBezTo>
                    <a:pt x="176900" y="446951"/>
                    <a:pt x="182450" y="445653"/>
                    <a:pt x="188001" y="444517"/>
                  </a:cubicBezTo>
                  <a:lnTo>
                    <a:pt x="195109" y="470938"/>
                  </a:lnTo>
                  <a:close/>
                  <a:moveTo>
                    <a:pt x="384830" y="460065"/>
                  </a:moveTo>
                  <a:cubicBezTo>
                    <a:pt x="356429" y="439713"/>
                    <a:pt x="307059" y="428255"/>
                    <a:pt x="254768" y="428255"/>
                  </a:cubicBezTo>
                  <a:cubicBezTo>
                    <a:pt x="227665" y="428255"/>
                    <a:pt x="199751" y="431339"/>
                    <a:pt x="173622" y="437830"/>
                  </a:cubicBezTo>
                  <a:lnTo>
                    <a:pt x="142104" y="320589"/>
                  </a:lnTo>
                  <a:cubicBezTo>
                    <a:pt x="217571" y="297446"/>
                    <a:pt x="291999" y="242818"/>
                    <a:pt x="313843" y="196045"/>
                  </a:cubicBezTo>
                  <a:lnTo>
                    <a:pt x="384830" y="460032"/>
                  </a:lnTo>
                  <a:close/>
                </a:path>
              </a:pathLst>
            </a:custGeom>
            <a:grpFill/>
            <a:ln w="3246" cap="flat">
              <a:noFill/>
              <a:prstDash val="solid"/>
              <a:miter/>
            </a:ln>
          </p:spPr>
          <p:txBody>
            <a:bodyPr rtlCol="0" anchor="ctr"/>
            <a:lstStyle/>
            <a:p>
              <a:endParaRPr lang="en-US"/>
            </a:p>
          </p:txBody>
        </p:sp>
        <p:sp>
          <p:nvSpPr>
            <p:cNvPr id="176" name="Freeform: Shape 363"/>
            <p:cNvSpPr/>
            <p:nvPr/>
          </p:nvSpPr>
          <p:spPr>
            <a:xfrm rot="20703000">
              <a:off x="1972477" y="2941161"/>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177" name="Freeform: Shape 364"/>
            <p:cNvSpPr/>
            <p:nvPr/>
          </p:nvSpPr>
          <p:spPr>
            <a:xfrm rot="20703601">
              <a:off x="1983708" y="2983446"/>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178" name="Freeform: Shape 365"/>
            <p:cNvSpPr/>
            <p:nvPr/>
          </p:nvSpPr>
          <p:spPr>
            <a:xfrm rot="20703601">
              <a:off x="2326977" y="2869243"/>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179" name="Freeform: Shape 366"/>
            <p:cNvSpPr/>
            <p:nvPr/>
          </p:nvSpPr>
          <p:spPr>
            <a:xfrm rot="18005401">
              <a:off x="2291586" y="2806227"/>
              <a:ext cx="46318" cy="9737"/>
            </a:xfrm>
            <a:custGeom>
              <a:avLst/>
              <a:gdLst>
                <a:gd name="connsiteX0" fmla="*/ 0 w 46318"/>
                <a:gd name="connsiteY0" fmla="*/ 0 h 9737"/>
                <a:gd name="connsiteX1" fmla="*/ 46319 w 46318"/>
                <a:gd name="connsiteY1" fmla="*/ 0 h 9737"/>
                <a:gd name="connsiteX2" fmla="*/ 46319 w 46318"/>
                <a:gd name="connsiteY2" fmla="*/ 9738 h 9737"/>
                <a:gd name="connsiteX3" fmla="*/ 0 w 46318"/>
                <a:gd name="connsiteY3" fmla="*/ 9738 h 9737"/>
              </a:gdLst>
              <a:ahLst/>
              <a:cxnLst>
                <a:cxn ang="0">
                  <a:pos x="connsiteX0" y="connsiteY0"/>
                </a:cxn>
                <a:cxn ang="0">
                  <a:pos x="connsiteX1" y="connsiteY1"/>
                </a:cxn>
                <a:cxn ang="0">
                  <a:pos x="connsiteX2" y="connsiteY2"/>
                </a:cxn>
                <a:cxn ang="0">
                  <a:pos x="connsiteX3" y="connsiteY3"/>
                </a:cxn>
              </a:cxnLst>
              <a:rect l="l" t="t" r="r" b="b"/>
              <a:pathLst>
                <a:path w="46318" h="9737">
                  <a:moveTo>
                    <a:pt x="0" y="0"/>
                  </a:moveTo>
                  <a:lnTo>
                    <a:pt x="46319" y="0"/>
                  </a:lnTo>
                  <a:lnTo>
                    <a:pt x="46319" y="9738"/>
                  </a:lnTo>
                  <a:lnTo>
                    <a:pt x="0" y="9738"/>
                  </a:lnTo>
                  <a:close/>
                </a:path>
              </a:pathLst>
            </a:custGeom>
            <a:grpFill/>
            <a:ln w="3246" cap="flat">
              <a:noFill/>
              <a:prstDash val="solid"/>
              <a:miter/>
            </a:ln>
          </p:spPr>
          <p:txBody>
            <a:bodyPr rtlCol="0" anchor="ctr"/>
            <a:lstStyle/>
            <a:p>
              <a:endParaRPr lang="en-US"/>
            </a:p>
          </p:txBody>
        </p:sp>
        <p:sp>
          <p:nvSpPr>
            <p:cNvPr id="180" name="Freeform: Shape 367"/>
            <p:cNvSpPr/>
            <p:nvPr/>
          </p:nvSpPr>
          <p:spPr>
            <a:xfrm rot="17994599">
              <a:off x="2346746" y="2925004"/>
              <a:ext cx="9737" cy="46415"/>
            </a:xfrm>
            <a:custGeom>
              <a:avLst/>
              <a:gdLst>
                <a:gd name="connsiteX0" fmla="*/ 0 w 9737"/>
                <a:gd name="connsiteY0" fmla="*/ 0 h 46415"/>
                <a:gd name="connsiteX1" fmla="*/ 9738 w 9737"/>
                <a:gd name="connsiteY1" fmla="*/ 0 h 46415"/>
                <a:gd name="connsiteX2" fmla="*/ 9738 w 9737"/>
                <a:gd name="connsiteY2" fmla="*/ 46416 h 46415"/>
                <a:gd name="connsiteX3" fmla="*/ 0 w 9737"/>
                <a:gd name="connsiteY3" fmla="*/ 46416 h 46415"/>
              </a:gdLst>
              <a:ahLst/>
              <a:cxnLst>
                <a:cxn ang="0">
                  <a:pos x="connsiteX0" y="connsiteY0"/>
                </a:cxn>
                <a:cxn ang="0">
                  <a:pos x="connsiteX1" y="connsiteY1"/>
                </a:cxn>
                <a:cxn ang="0">
                  <a:pos x="connsiteX2" y="connsiteY2"/>
                </a:cxn>
                <a:cxn ang="0">
                  <a:pos x="connsiteX3" y="connsiteY3"/>
                </a:cxn>
              </a:cxnLst>
              <a:rect l="l" t="t" r="r" b="b"/>
              <a:pathLst>
                <a:path w="9737" h="46415">
                  <a:moveTo>
                    <a:pt x="0" y="0"/>
                  </a:moveTo>
                  <a:lnTo>
                    <a:pt x="9738" y="0"/>
                  </a:lnTo>
                  <a:lnTo>
                    <a:pt x="9738" y="46416"/>
                  </a:lnTo>
                  <a:lnTo>
                    <a:pt x="0" y="46416"/>
                  </a:lnTo>
                  <a:close/>
                </a:path>
              </a:pathLst>
            </a:custGeom>
            <a:grpFill/>
            <a:ln w="3246" cap="flat">
              <a:noFill/>
              <a:prstDash val="solid"/>
              <a:miter/>
            </a:ln>
          </p:spPr>
          <p:txBody>
            <a:bodyPr rtlCol="0" anchor="ctr"/>
            <a:lstStyle/>
            <a:p>
              <a:endParaRPr lang="en-US"/>
            </a:p>
          </p:txBody>
        </p:sp>
        <p:sp>
          <p:nvSpPr>
            <p:cNvPr id="181" name="Freeform: Shape 1170"/>
            <p:cNvSpPr/>
            <p:nvPr/>
          </p:nvSpPr>
          <p:spPr>
            <a:xfrm>
              <a:off x="2308098" y="2571698"/>
              <a:ext cx="305046" cy="673226"/>
            </a:xfrm>
            <a:custGeom>
              <a:avLst/>
              <a:gdLst>
                <a:gd name="connsiteX0" fmla="*/ 305047 w 305046"/>
                <a:gd name="connsiteY0" fmla="*/ 336597 h 673226"/>
                <a:gd name="connsiteX1" fmla="*/ 298425 w 305046"/>
                <a:gd name="connsiteY1" fmla="*/ 404728 h 673226"/>
                <a:gd name="connsiteX2" fmla="*/ 295666 w 305046"/>
                <a:gd name="connsiteY2" fmla="*/ 418912 h 673226"/>
                <a:gd name="connsiteX3" fmla="*/ 250711 w 305046"/>
                <a:gd name="connsiteY3" fmla="*/ 418912 h 673226"/>
                <a:gd name="connsiteX4" fmla="*/ 221661 w 305046"/>
                <a:gd name="connsiteY4" fmla="*/ 488990 h 673226"/>
                <a:gd name="connsiteX5" fmla="*/ 253438 w 305046"/>
                <a:gd name="connsiteY5" fmla="*/ 520768 h 673226"/>
                <a:gd name="connsiteX6" fmla="*/ 245388 w 305046"/>
                <a:gd name="connsiteY6" fmla="*/ 532777 h 673226"/>
                <a:gd name="connsiteX7" fmla="*/ 148985 w 305046"/>
                <a:gd name="connsiteY7" fmla="*/ 629180 h 673226"/>
                <a:gd name="connsiteX8" fmla="*/ 137008 w 305046"/>
                <a:gd name="connsiteY8" fmla="*/ 637230 h 673226"/>
                <a:gd name="connsiteX9" fmla="*/ 105166 w 305046"/>
                <a:gd name="connsiteY9" fmla="*/ 605452 h 673226"/>
                <a:gd name="connsiteX10" fmla="*/ 35088 w 305046"/>
                <a:gd name="connsiteY10" fmla="*/ 634503 h 673226"/>
                <a:gd name="connsiteX11" fmla="*/ 35088 w 305046"/>
                <a:gd name="connsiteY11" fmla="*/ 664982 h 673226"/>
                <a:gd name="connsiteX12" fmla="*/ 34082 w 305046"/>
                <a:gd name="connsiteY12" fmla="*/ 665306 h 673226"/>
                <a:gd name="connsiteX13" fmla="*/ 260 w 305046"/>
                <a:gd name="connsiteY13" fmla="*/ 673226 h 673226"/>
                <a:gd name="connsiteX14" fmla="*/ 0 w 305046"/>
                <a:gd name="connsiteY14" fmla="*/ 673226 h 673226"/>
                <a:gd name="connsiteX15" fmla="*/ 0 w 305046"/>
                <a:gd name="connsiteY15" fmla="*/ 606783 h 673226"/>
                <a:gd name="connsiteX16" fmla="*/ 13698 w 305046"/>
                <a:gd name="connsiteY16" fmla="*/ 603667 h 673226"/>
                <a:gd name="connsiteX17" fmla="*/ 98577 w 305046"/>
                <a:gd name="connsiteY17" fmla="*/ 568514 h 673226"/>
                <a:gd name="connsiteX18" fmla="*/ 110425 w 305046"/>
                <a:gd name="connsiteY18" fmla="*/ 561049 h 673226"/>
                <a:gd name="connsiteX19" fmla="*/ 141130 w 305046"/>
                <a:gd name="connsiteY19" fmla="*/ 591787 h 673226"/>
                <a:gd name="connsiteX20" fmla="*/ 207931 w 305046"/>
                <a:gd name="connsiteY20" fmla="*/ 524987 h 673226"/>
                <a:gd name="connsiteX21" fmla="*/ 177192 w 305046"/>
                <a:gd name="connsiteY21" fmla="*/ 494249 h 673226"/>
                <a:gd name="connsiteX22" fmla="*/ 184658 w 305046"/>
                <a:gd name="connsiteY22" fmla="*/ 482434 h 673226"/>
                <a:gd name="connsiteX23" fmla="*/ 219843 w 305046"/>
                <a:gd name="connsiteY23" fmla="*/ 397522 h 673226"/>
                <a:gd name="connsiteX24" fmla="*/ 222926 w 305046"/>
                <a:gd name="connsiteY24" fmla="*/ 383857 h 673226"/>
                <a:gd name="connsiteX25" fmla="*/ 266324 w 305046"/>
                <a:gd name="connsiteY25" fmla="*/ 383857 h 673226"/>
                <a:gd name="connsiteX26" fmla="*/ 269862 w 305046"/>
                <a:gd name="connsiteY26" fmla="*/ 336629 h 673226"/>
                <a:gd name="connsiteX27" fmla="*/ 266324 w 305046"/>
                <a:gd name="connsiteY27" fmla="*/ 289402 h 673226"/>
                <a:gd name="connsiteX28" fmla="*/ 222926 w 305046"/>
                <a:gd name="connsiteY28" fmla="*/ 289402 h 673226"/>
                <a:gd name="connsiteX29" fmla="*/ 219843 w 305046"/>
                <a:gd name="connsiteY29" fmla="*/ 275704 h 673226"/>
                <a:gd name="connsiteX30" fmla="*/ 184658 w 305046"/>
                <a:gd name="connsiteY30" fmla="*/ 190825 h 673226"/>
                <a:gd name="connsiteX31" fmla="*/ 177192 w 305046"/>
                <a:gd name="connsiteY31" fmla="*/ 178977 h 673226"/>
                <a:gd name="connsiteX32" fmla="*/ 207931 w 305046"/>
                <a:gd name="connsiteY32" fmla="*/ 148271 h 673226"/>
                <a:gd name="connsiteX33" fmla="*/ 141130 w 305046"/>
                <a:gd name="connsiteY33" fmla="*/ 81471 h 673226"/>
                <a:gd name="connsiteX34" fmla="*/ 110392 w 305046"/>
                <a:gd name="connsiteY34" fmla="*/ 112210 h 673226"/>
                <a:gd name="connsiteX35" fmla="*/ 98577 w 305046"/>
                <a:gd name="connsiteY35" fmla="*/ 104744 h 673226"/>
                <a:gd name="connsiteX36" fmla="*/ 13698 w 305046"/>
                <a:gd name="connsiteY36" fmla="*/ 69559 h 673226"/>
                <a:gd name="connsiteX37" fmla="*/ 0 w 305046"/>
                <a:gd name="connsiteY37" fmla="*/ 66475 h 673226"/>
                <a:gd name="connsiteX38" fmla="*/ 0 w 305046"/>
                <a:gd name="connsiteY38" fmla="*/ 0 h 673226"/>
                <a:gd name="connsiteX39" fmla="*/ 7823 w 305046"/>
                <a:gd name="connsiteY39" fmla="*/ 1169 h 673226"/>
                <a:gd name="connsiteX40" fmla="*/ 31355 w 305046"/>
                <a:gd name="connsiteY40" fmla="*/ 6946 h 673226"/>
                <a:gd name="connsiteX41" fmla="*/ 35088 w 305046"/>
                <a:gd name="connsiteY41" fmla="*/ 8309 h 673226"/>
                <a:gd name="connsiteX42" fmla="*/ 35088 w 305046"/>
                <a:gd name="connsiteY42" fmla="*/ 38788 h 673226"/>
                <a:gd name="connsiteX43" fmla="*/ 105166 w 305046"/>
                <a:gd name="connsiteY43" fmla="*/ 67806 h 673226"/>
                <a:gd name="connsiteX44" fmla="*/ 136943 w 305046"/>
                <a:gd name="connsiteY44" fmla="*/ 36029 h 673226"/>
                <a:gd name="connsiteX45" fmla="*/ 148953 w 305046"/>
                <a:gd name="connsiteY45" fmla="*/ 44111 h 673226"/>
                <a:gd name="connsiteX46" fmla="*/ 245355 w 305046"/>
                <a:gd name="connsiteY46" fmla="*/ 140514 h 673226"/>
                <a:gd name="connsiteX47" fmla="*/ 253405 w 305046"/>
                <a:gd name="connsiteY47" fmla="*/ 152524 h 673226"/>
                <a:gd name="connsiteX48" fmla="*/ 221628 w 305046"/>
                <a:gd name="connsiteY48" fmla="*/ 184268 h 673226"/>
                <a:gd name="connsiteX49" fmla="*/ 250679 w 305046"/>
                <a:gd name="connsiteY49" fmla="*/ 254379 h 673226"/>
                <a:gd name="connsiteX50" fmla="*/ 295634 w 305046"/>
                <a:gd name="connsiteY50" fmla="*/ 254379 h 673226"/>
                <a:gd name="connsiteX51" fmla="*/ 298393 w 305046"/>
                <a:gd name="connsiteY51" fmla="*/ 268531 h 673226"/>
                <a:gd name="connsiteX52" fmla="*/ 305014 w 305046"/>
                <a:gd name="connsiteY52" fmla="*/ 336727 h 67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05046" h="673226">
                  <a:moveTo>
                    <a:pt x="305047" y="336597"/>
                  </a:moveTo>
                  <a:cubicBezTo>
                    <a:pt x="305047" y="359286"/>
                    <a:pt x="302840" y="382234"/>
                    <a:pt x="298425" y="404728"/>
                  </a:cubicBezTo>
                  <a:lnTo>
                    <a:pt x="295666" y="418912"/>
                  </a:lnTo>
                  <a:lnTo>
                    <a:pt x="250711" y="418912"/>
                  </a:lnTo>
                  <a:cubicBezTo>
                    <a:pt x="243960" y="443386"/>
                    <a:pt x="234255" y="466886"/>
                    <a:pt x="221661" y="488990"/>
                  </a:cubicBezTo>
                  <a:lnTo>
                    <a:pt x="253438" y="520768"/>
                  </a:lnTo>
                  <a:lnTo>
                    <a:pt x="245388" y="532777"/>
                  </a:lnTo>
                  <a:cubicBezTo>
                    <a:pt x="219713" y="571014"/>
                    <a:pt x="187254" y="603440"/>
                    <a:pt x="148985" y="629180"/>
                  </a:cubicBezTo>
                  <a:lnTo>
                    <a:pt x="137008" y="637230"/>
                  </a:lnTo>
                  <a:lnTo>
                    <a:pt x="105166" y="605452"/>
                  </a:lnTo>
                  <a:cubicBezTo>
                    <a:pt x="83062" y="618014"/>
                    <a:pt x="59594" y="627784"/>
                    <a:pt x="35088" y="634503"/>
                  </a:cubicBezTo>
                  <a:lnTo>
                    <a:pt x="35088" y="664982"/>
                  </a:lnTo>
                  <a:cubicBezTo>
                    <a:pt x="34796" y="665079"/>
                    <a:pt x="34439" y="665209"/>
                    <a:pt x="34082" y="665306"/>
                  </a:cubicBezTo>
                  <a:cubicBezTo>
                    <a:pt x="23046" y="668877"/>
                    <a:pt x="11750" y="671603"/>
                    <a:pt x="260" y="673226"/>
                  </a:cubicBezTo>
                  <a:lnTo>
                    <a:pt x="0" y="673226"/>
                  </a:lnTo>
                  <a:cubicBezTo>
                    <a:pt x="0" y="673226"/>
                    <a:pt x="0" y="606783"/>
                    <a:pt x="0" y="606783"/>
                  </a:cubicBezTo>
                  <a:lnTo>
                    <a:pt x="13698" y="603667"/>
                  </a:lnTo>
                  <a:cubicBezTo>
                    <a:pt x="43819" y="596851"/>
                    <a:pt x="72383" y="585003"/>
                    <a:pt x="98577" y="568514"/>
                  </a:cubicBezTo>
                  <a:lnTo>
                    <a:pt x="110425" y="561049"/>
                  </a:lnTo>
                  <a:lnTo>
                    <a:pt x="141130" y="591787"/>
                  </a:lnTo>
                  <a:cubicBezTo>
                    <a:pt x="166675" y="572896"/>
                    <a:pt x="189072" y="550532"/>
                    <a:pt x="207931" y="524987"/>
                  </a:cubicBezTo>
                  <a:lnTo>
                    <a:pt x="177192" y="494249"/>
                  </a:lnTo>
                  <a:lnTo>
                    <a:pt x="184658" y="482434"/>
                  </a:lnTo>
                  <a:cubicBezTo>
                    <a:pt x="201179" y="456175"/>
                    <a:pt x="213027" y="427611"/>
                    <a:pt x="219843" y="397522"/>
                  </a:cubicBezTo>
                  <a:lnTo>
                    <a:pt x="222926" y="383857"/>
                  </a:lnTo>
                  <a:lnTo>
                    <a:pt x="266324" y="383857"/>
                  </a:lnTo>
                  <a:cubicBezTo>
                    <a:pt x="268693" y="368179"/>
                    <a:pt x="269862" y="352339"/>
                    <a:pt x="269862" y="336629"/>
                  </a:cubicBezTo>
                  <a:cubicBezTo>
                    <a:pt x="269862" y="320919"/>
                    <a:pt x="268693" y="305080"/>
                    <a:pt x="266324" y="289402"/>
                  </a:cubicBezTo>
                  <a:lnTo>
                    <a:pt x="222926" y="289402"/>
                  </a:lnTo>
                  <a:lnTo>
                    <a:pt x="219843" y="275704"/>
                  </a:lnTo>
                  <a:cubicBezTo>
                    <a:pt x="212994" y="245583"/>
                    <a:pt x="201147" y="217019"/>
                    <a:pt x="184658" y="190825"/>
                  </a:cubicBezTo>
                  <a:lnTo>
                    <a:pt x="177192" y="178977"/>
                  </a:lnTo>
                  <a:lnTo>
                    <a:pt x="207931" y="148271"/>
                  </a:lnTo>
                  <a:cubicBezTo>
                    <a:pt x="189040" y="122694"/>
                    <a:pt x="166675" y="100298"/>
                    <a:pt x="141130" y="81471"/>
                  </a:cubicBezTo>
                  <a:lnTo>
                    <a:pt x="110392" y="112210"/>
                  </a:lnTo>
                  <a:lnTo>
                    <a:pt x="98577" y="104744"/>
                  </a:lnTo>
                  <a:cubicBezTo>
                    <a:pt x="72350" y="88223"/>
                    <a:pt x="43787" y="76375"/>
                    <a:pt x="13698" y="69559"/>
                  </a:cubicBezTo>
                  <a:lnTo>
                    <a:pt x="0" y="66475"/>
                  </a:lnTo>
                  <a:lnTo>
                    <a:pt x="0" y="0"/>
                  </a:lnTo>
                  <a:cubicBezTo>
                    <a:pt x="2597" y="357"/>
                    <a:pt x="5226" y="747"/>
                    <a:pt x="7823" y="1169"/>
                  </a:cubicBezTo>
                  <a:cubicBezTo>
                    <a:pt x="15807" y="2467"/>
                    <a:pt x="23695" y="4382"/>
                    <a:pt x="31355" y="6946"/>
                  </a:cubicBezTo>
                  <a:cubicBezTo>
                    <a:pt x="32816" y="7433"/>
                    <a:pt x="34114" y="7888"/>
                    <a:pt x="35088" y="8309"/>
                  </a:cubicBezTo>
                  <a:lnTo>
                    <a:pt x="35088" y="38788"/>
                  </a:lnTo>
                  <a:cubicBezTo>
                    <a:pt x="59594" y="45540"/>
                    <a:pt x="83062" y="55245"/>
                    <a:pt x="105166" y="67806"/>
                  </a:cubicBezTo>
                  <a:lnTo>
                    <a:pt x="136943" y="36029"/>
                  </a:lnTo>
                  <a:lnTo>
                    <a:pt x="148953" y="44111"/>
                  </a:lnTo>
                  <a:cubicBezTo>
                    <a:pt x="187189" y="69786"/>
                    <a:pt x="219616" y="102213"/>
                    <a:pt x="245355" y="140514"/>
                  </a:cubicBezTo>
                  <a:lnTo>
                    <a:pt x="253405" y="152524"/>
                  </a:lnTo>
                  <a:lnTo>
                    <a:pt x="221628" y="184268"/>
                  </a:lnTo>
                  <a:cubicBezTo>
                    <a:pt x="234222" y="206405"/>
                    <a:pt x="243960" y="229873"/>
                    <a:pt x="250679" y="254379"/>
                  </a:cubicBezTo>
                  <a:lnTo>
                    <a:pt x="295634" y="254379"/>
                  </a:lnTo>
                  <a:lnTo>
                    <a:pt x="298393" y="268531"/>
                  </a:lnTo>
                  <a:cubicBezTo>
                    <a:pt x="302807" y="291057"/>
                    <a:pt x="305014" y="313973"/>
                    <a:pt x="305014" y="336727"/>
                  </a:cubicBez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182" name="Group 60"/>
          <p:cNvGrpSpPr/>
          <p:nvPr/>
        </p:nvGrpSpPr>
        <p:grpSpPr>
          <a:xfrm>
            <a:off x="3846802" y="4390721"/>
            <a:ext cx="630543" cy="606231"/>
            <a:chOff x="5365610" y="2606234"/>
            <a:chExt cx="630543" cy="606231"/>
          </a:xfrm>
          <a:solidFill>
            <a:schemeClr val="tx1"/>
          </a:solidFill>
        </p:grpSpPr>
        <p:sp>
          <p:nvSpPr>
            <p:cNvPr id="183" name="Freeform: Shape 1133"/>
            <p:cNvSpPr/>
            <p:nvPr/>
          </p:nvSpPr>
          <p:spPr>
            <a:xfrm>
              <a:off x="5451496" y="2646191"/>
              <a:ext cx="49661" cy="49661"/>
            </a:xfrm>
            <a:custGeom>
              <a:avLst/>
              <a:gdLst>
                <a:gd name="connsiteX0" fmla="*/ 0 w 49661"/>
                <a:gd name="connsiteY0" fmla="*/ 24831 h 49661"/>
                <a:gd name="connsiteX1" fmla="*/ 24831 w 49661"/>
                <a:gd name="connsiteY1" fmla="*/ 49662 h 49661"/>
                <a:gd name="connsiteX2" fmla="*/ 49662 w 49661"/>
                <a:gd name="connsiteY2" fmla="*/ 24831 h 49661"/>
                <a:gd name="connsiteX3" fmla="*/ 24831 w 49661"/>
                <a:gd name="connsiteY3" fmla="*/ 0 h 49661"/>
                <a:gd name="connsiteX4" fmla="*/ 0 w 49661"/>
                <a:gd name="connsiteY4" fmla="*/ 24831 h 49661"/>
                <a:gd name="connsiteX5" fmla="*/ 39956 w 49661"/>
                <a:gd name="connsiteY5" fmla="*/ 24831 h 49661"/>
                <a:gd name="connsiteX6" fmla="*/ 24863 w 49661"/>
                <a:gd name="connsiteY6" fmla="*/ 39924 h 49661"/>
                <a:gd name="connsiteX7" fmla="*/ 9770 w 49661"/>
                <a:gd name="connsiteY7" fmla="*/ 24831 h 49661"/>
                <a:gd name="connsiteX8" fmla="*/ 24863 w 49661"/>
                <a:gd name="connsiteY8" fmla="*/ 9738 h 49661"/>
                <a:gd name="connsiteX9" fmla="*/ 39956 w 49661"/>
                <a:gd name="connsiteY9" fmla="*/ 24831 h 4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61" h="49661">
                  <a:moveTo>
                    <a:pt x="0" y="24831"/>
                  </a:moveTo>
                  <a:cubicBezTo>
                    <a:pt x="0" y="38528"/>
                    <a:pt x="11133" y="49662"/>
                    <a:pt x="24831" y="49662"/>
                  </a:cubicBezTo>
                  <a:cubicBezTo>
                    <a:pt x="38528" y="49662"/>
                    <a:pt x="49662" y="38528"/>
                    <a:pt x="49662" y="24831"/>
                  </a:cubicBezTo>
                  <a:cubicBezTo>
                    <a:pt x="49662" y="11133"/>
                    <a:pt x="38528" y="0"/>
                    <a:pt x="24831" y="0"/>
                  </a:cubicBezTo>
                  <a:cubicBezTo>
                    <a:pt x="11133" y="0"/>
                    <a:pt x="0" y="11133"/>
                    <a:pt x="0" y="24831"/>
                  </a:cubicBezTo>
                  <a:close/>
                  <a:moveTo>
                    <a:pt x="39956" y="24831"/>
                  </a:moveTo>
                  <a:cubicBezTo>
                    <a:pt x="39956" y="33173"/>
                    <a:pt x="33173" y="39924"/>
                    <a:pt x="24863" y="39924"/>
                  </a:cubicBezTo>
                  <a:cubicBezTo>
                    <a:pt x="16554" y="39924"/>
                    <a:pt x="9770" y="33140"/>
                    <a:pt x="9770" y="24831"/>
                  </a:cubicBezTo>
                  <a:cubicBezTo>
                    <a:pt x="9770" y="16521"/>
                    <a:pt x="16554" y="9738"/>
                    <a:pt x="24863" y="9738"/>
                  </a:cubicBezTo>
                  <a:cubicBezTo>
                    <a:pt x="33173" y="9738"/>
                    <a:pt x="39956" y="16521"/>
                    <a:pt x="39956" y="24831"/>
                  </a:cubicBezTo>
                  <a:close/>
                </a:path>
              </a:pathLst>
            </a:custGeom>
            <a:grpFill/>
            <a:ln w="3246" cap="flat">
              <a:noFill/>
              <a:prstDash val="solid"/>
              <a:miter/>
            </a:ln>
          </p:spPr>
          <p:txBody>
            <a:bodyPr rtlCol="0" anchor="ctr"/>
            <a:lstStyle/>
            <a:p>
              <a:endParaRPr lang="en-US"/>
            </a:p>
          </p:txBody>
        </p:sp>
        <p:sp>
          <p:nvSpPr>
            <p:cNvPr id="184" name="Freeform: Shape 1134"/>
            <p:cNvSpPr/>
            <p:nvPr/>
          </p:nvSpPr>
          <p:spPr>
            <a:xfrm>
              <a:off x="5531377" y="2646191"/>
              <a:ext cx="49661" cy="49661"/>
            </a:xfrm>
            <a:custGeom>
              <a:avLst/>
              <a:gdLst>
                <a:gd name="connsiteX0" fmla="*/ 0 w 49661"/>
                <a:gd name="connsiteY0" fmla="*/ 24831 h 49661"/>
                <a:gd name="connsiteX1" fmla="*/ 24831 w 49661"/>
                <a:gd name="connsiteY1" fmla="*/ 49662 h 49661"/>
                <a:gd name="connsiteX2" fmla="*/ 49662 w 49661"/>
                <a:gd name="connsiteY2" fmla="*/ 24831 h 49661"/>
                <a:gd name="connsiteX3" fmla="*/ 24831 w 49661"/>
                <a:gd name="connsiteY3" fmla="*/ 0 h 49661"/>
                <a:gd name="connsiteX4" fmla="*/ 0 w 49661"/>
                <a:gd name="connsiteY4" fmla="*/ 24831 h 49661"/>
                <a:gd name="connsiteX5" fmla="*/ 39957 w 49661"/>
                <a:gd name="connsiteY5" fmla="*/ 24831 h 49661"/>
                <a:gd name="connsiteX6" fmla="*/ 24863 w 49661"/>
                <a:gd name="connsiteY6" fmla="*/ 39924 h 49661"/>
                <a:gd name="connsiteX7" fmla="*/ 9770 w 49661"/>
                <a:gd name="connsiteY7" fmla="*/ 24831 h 49661"/>
                <a:gd name="connsiteX8" fmla="*/ 24863 w 49661"/>
                <a:gd name="connsiteY8" fmla="*/ 9738 h 49661"/>
                <a:gd name="connsiteX9" fmla="*/ 39957 w 49661"/>
                <a:gd name="connsiteY9" fmla="*/ 24831 h 4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61" h="49661">
                  <a:moveTo>
                    <a:pt x="0" y="24831"/>
                  </a:moveTo>
                  <a:cubicBezTo>
                    <a:pt x="0" y="38528"/>
                    <a:pt x="11134" y="49662"/>
                    <a:pt x="24831" y="49662"/>
                  </a:cubicBezTo>
                  <a:cubicBezTo>
                    <a:pt x="38528" y="49662"/>
                    <a:pt x="49662" y="38528"/>
                    <a:pt x="49662" y="24831"/>
                  </a:cubicBezTo>
                  <a:cubicBezTo>
                    <a:pt x="49662" y="11133"/>
                    <a:pt x="38528" y="0"/>
                    <a:pt x="24831" y="0"/>
                  </a:cubicBezTo>
                  <a:cubicBezTo>
                    <a:pt x="11134" y="0"/>
                    <a:pt x="0" y="11133"/>
                    <a:pt x="0" y="24831"/>
                  </a:cubicBezTo>
                  <a:close/>
                  <a:moveTo>
                    <a:pt x="39957" y="24831"/>
                  </a:moveTo>
                  <a:cubicBezTo>
                    <a:pt x="39957" y="33173"/>
                    <a:pt x="33173" y="39924"/>
                    <a:pt x="24863" y="39924"/>
                  </a:cubicBezTo>
                  <a:cubicBezTo>
                    <a:pt x="16554" y="39924"/>
                    <a:pt x="9770" y="33140"/>
                    <a:pt x="9770" y="24831"/>
                  </a:cubicBezTo>
                  <a:cubicBezTo>
                    <a:pt x="9770" y="16521"/>
                    <a:pt x="16554" y="9738"/>
                    <a:pt x="24863" y="9738"/>
                  </a:cubicBezTo>
                  <a:cubicBezTo>
                    <a:pt x="33173" y="9738"/>
                    <a:pt x="39957" y="16521"/>
                    <a:pt x="39957" y="24831"/>
                  </a:cubicBezTo>
                  <a:close/>
                </a:path>
              </a:pathLst>
            </a:custGeom>
            <a:grpFill/>
            <a:ln w="3246" cap="flat">
              <a:noFill/>
              <a:prstDash val="solid"/>
              <a:miter/>
            </a:ln>
          </p:spPr>
          <p:txBody>
            <a:bodyPr rtlCol="0" anchor="ctr"/>
            <a:lstStyle/>
            <a:p>
              <a:endParaRPr lang="en-US"/>
            </a:p>
          </p:txBody>
        </p:sp>
        <p:sp>
          <p:nvSpPr>
            <p:cNvPr id="185" name="Freeform: Shape 1135"/>
            <p:cNvSpPr/>
            <p:nvPr/>
          </p:nvSpPr>
          <p:spPr>
            <a:xfrm>
              <a:off x="5611290" y="2646191"/>
              <a:ext cx="49661" cy="49661"/>
            </a:xfrm>
            <a:custGeom>
              <a:avLst/>
              <a:gdLst>
                <a:gd name="connsiteX0" fmla="*/ 0 w 49661"/>
                <a:gd name="connsiteY0" fmla="*/ 24831 h 49661"/>
                <a:gd name="connsiteX1" fmla="*/ 24831 w 49661"/>
                <a:gd name="connsiteY1" fmla="*/ 49662 h 49661"/>
                <a:gd name="connsiteX2" fmla="*/ 49662 w 49661"/>
                <a:gd name="connsiteY2" fmla="*/ 24831 h 49661"/>
                <a:gd name="connsiteX3" fmla="*/ 24831 w 49661"/>
                <a:gd name="connsiteY3" fmla="*/ 0 h 49661"/>
                <a:gd name="connsiteX4" fmla="*/ 0 w 49661"/>
                <a:gd name="connsiteY4" fmla="*/ 24831 h 49661"/>
                <a:gd name="connsiteX5" fmla="*/ 39957 w 49661"/>
                <a:gd name="connsiteY5" fmla="*/ 24831 h 49661"/>
                <a:gd name="connsiteX6" fmla="*/ 24863 w 49661"/>
                <a:gd name="connsiteY6" fmla="*/ 39924 h 49661"/>
                <a:gd name="connsiteX7" fmla="*/ 9770 w 49661"/>
                <a:gd name="connsiteY7" fmla="*/ 24831 h 49661"/>
                <a:gd name="connsiteX8" fmla="*/ 24863 w 49661"/>
                <a:gd name="connsiteY8" fmla="*/ 9738 h 49661"/>
                <a:gd name="connsiteX9" fmla="*/ 39957 w 49661"/>
                <a:gd name="connsiteY9" fmla="*/ 24831 h 4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61" h="49661">
                  <a:moveTo>
                    <a:pt x="0" y="24831"/>
                  </a:moveTo>
                  <a:cubicBezTo>
                    <a:pt x="0" y="38528"/>
                    <a:pt x="11134" y="49662"/>
                    <a:pt x="24831" y="49662"/>
                  </a:cubicBezTo>
                  <a:cubicBezTo>
                    <a:pt x="38528" y="49662"/>
                    <a:pt x="49662" y="38528"/>
                    <a:pt x="49662" y="24831"/>
                  </a:cubicBezTo>
                  <a:cubicBezTo>
                    <a:pt x="49662" y="11133"/>
                    <a:pt x="38528" y="0"/>
                    <a:pt x="24831" y="0"/>
                  </a:cubicBezTo>
                  <a:cubicBezTo>
                    <a:pt x="11134" y="0"/>
                    <a:pt x="0" y="11133"/>
                    <a:pt x="0" y="24831"/>
                  </a:cubicBezTo>
                  <a:close/>
                  <a:moveTo>
                    <a:pt x="39957" y="24831"/>
                  </a:moveTo>
                  <a:cubicBezTo>
                    <a:pt x="39957" y="33173"/>
                    <a:pt x="33173" y="39924"/>
                    <a:pt x="24863" y="39924"/>
                  </a:cubicBezTo>
                  <a:cubicBezTo>
                    <a:pt x="16554" y="39924"/>
                    <a:pt x="9770" y="33140"/>
                    <a:pt x="9770" y="24831"/>
                  </a:cubicBezTo>
                  <a:cubicBezTo>
                    <a:pt x="9770" y="16521"/>
                    <a:pt x="16554" y="9738"/>
                    <a:pt x="24863" y="9738"/>
                  </a:cubicBezTo>
                  <a:cubicBezTo>
                    <a:pt x="33173" y="9738"/>
                    <a:pt x="39957" y="16521"/>
                    <a:pt x="39957" y="24831"/>
                  </a:cubicBezTo>
                  <a:close/>
                </a:path>
              </a:pathLst>
            </a:custGeom>
            <a:grpFill/>
            <a:ln w="3246" cap="flat">
              <a:noFill/>
              <a:prstDash val="solid"/>
              <a:miter/>
            </a:ln>
          </p:spPr>
          <p:txBody>
            <a:bodyPr rtlCol="0" anchor="ctr"/>
            <a:lstStyle/>
            <a:p>
              <a:endParaRPr lang="en-US"/>
            </a:p>
          </p:txBody>
        </p:sp>
        <p:sp>
          <p:nvSpPr>
            <p:cNvPr id="186" name="Freeform: Shape 1136"/>
            <p:cNvSpPr/>
            <p:nvPr/>
          </p:nvSpPr>
          <p:spPr>
            <a:xfrm>
              <a:off x="5785042" y="2739769"/>
              <a:ext cx="135612" cy="135612"/>
            </a:xfrm>
            <a:custGeom>
              <a:avLst/>
              <a:gdLst>
                <a:gd name="connsiteX0" fmla="*/ 135613 w 135612"/>
                <a:gd name="connsiteY0" fmla="*/ 67806 h 135612"/>
                <a:gd name="connsiteX1" fmla="*/ 0 w 135612"/>
                <a:gd name="connsiteY1" fmla="*/ 0 h 135612"/>
                <a:gd name="connsiteX2" fmla="*/ 0 w 135612"/>
                <a:gd name="connsiteY2" fmla="*/ 135613 h 135612"/>
                <a:gd name="connsiteX3" fmla="*/ 135613 w 135612"/>
                <a:gd name="connsiteY3" fmla="*/ 67806 h 135612"/>
                <a:gd name="connsiteX4" fmla="*/ 9738 w 135612"/>
                <a:gd name="connsiteY4" fmla="*/ 15742 h 135612"/>
                <a:gd name="connsiteX5" fmla="*/ 113833 w 135612"/>
                <a:gd name="connsiteY5" fmla="*/ 67806 h 135612"/>
                <a:gd name="connsiteX6" fmla="*/ 9738 w 135612"/>
                <a:gd name="connsiteY6" fmla="*/ 119838 h 135612"/>
                <a:gd name="connsiteX7" fmla="*/ 9738 w 135612"/>
                <a:gd name="connsiteY7" fmla="*/ 15742 h 13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612" h="135612">
                  <a:moveTo>
                    <a:pt x="135613" y="67806"/>
                  </a:moveTo>
                  <a:lnTo>
                    <a:pt x="0" y="0"/>
                  </a:lnTo>
                  <a:lnTo>
                    <a:pt x="0" y="135613"/>
                  </a:lnTo>
                  <a:lnTo>
                    <a:pt x="135613" y="67806"/>
                  </a:lnTo>
                  <a:close/>
                  <a:moveTo>
                    <a:pt x="9738" y="15742"/>
                  </a:moveTo>
                  <a:lnTo>
                    <a:pt x="113833" y="67806"/>
                  </a:lnTo>
                  <a:lnTo>
                    <a:pt x="9738" y="119838"/>
                  </a:lnTo>
                  <a:lnTo>
                    <a:pt x="9738" y="15742"/>
                  </a:lnTo>
                  <a:close/>
                </a:path>
              </a:pathLst>
            </a:custGeom>
            <a:grpFill/>
            <a:ln w="3246" cap="flat">
              <a:noFill/>
              <a:prstDash val="solid"/>
              <a:miter/>
            </a:ln>
          </p:spPr>
          <p:txBody>
            <a:bodyPr rtlCol="0" anchor="ctr"/>
            <a:lstStyle/>
            <a:p>
              <a:endParaRPr lang="en-US"/>
            </a:p>
          </p:txBody>
        </p:sp>
        <p:sp>
          <p:nvSpPr>
            <p:cNvPr id="187" name="Freeform: Shape 1137"/>
            <p:cNvSpPr/>
            <p:nvPr/>
          </p:nvSpPr>
          <p:spPr>
            <a:xfrm>
              <a:off x="5438253" y="2828933"/>
              <a:ext cx="46967" cy="46935"/>
            </a:xfrm>
            <a:custGeom>
              <a:avLst/>
              <a:gdLst>
                <a:gd name="connsiteX0" fmla="*/ 23468 w 46967"/>
                <a:gd name="connsiteY0" fmla="*/ 46935 h 46935"/>
                <a:gd name="connsiteX1" fmla="*/ 46968 w 46967"/>
                <a:gd name="connsiteY1" fmla="*/ 23468 h 46935"/>
                <a:gd name="connsiteX2" fmla="*/ 23468 w 46967"/>
                <a:gd name="connsiteY2" fmla="*/ 0 h 46935"/>
                <a:gd name="connsiteX3" fmla="*/ 0 w 46967"/>
                <a:gd name="connsiteY3" fmla="*/ 23468 h 46935"/>
                <a:gd name="connsiteX4" fmla="*/ 23468 w 46967"/>
                <a:gd name="connsiteY4" fmla="*/ 46935 h 46935"/>
                <a:gd name="connsiteX5" fmla="*/ 23468 w 46967"/>
                <a:gd name="connsiteY5" fmla="*/ 9705 h 46935"/>
                <a:gd name="connsiteX6" fmla="*/ 37230 w 46967"/>
                <a:gd name="connsiteY6" fmla="*/ 23435 h 46935"/>
                <a:gd name="connsiteX7" fmla="*/ 23468 w 46967"/>
                <a:gd name="connsiteY7" fmla="*/ 37165 h 46935"/>
                <a:gd name="connsiteX8" fmla="*/ 9738 w 46967"/>
                <a:gd name="connsiteY8" fmla="*/ 23435 h 46935"/>
                <a:gd name="connsiteX9" fmla="*/ 23468 w 46967"/>
                <a:gd name="connsiteY9" fmla="*/ 9705 h 4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967" h="46935">
                  <a:moveTo>
                    <a:pt x="23468" y="46935"/>
                  </a:moveTo>
                  <a:cubicBezTo>
                    <a:pt x="36419" y="46935"/>
                    <a:pt x="46968" y="36386"/>
                    <a:pt x="46968" y="23468"/>
                  </a:cubicBezTo>
                  <a:cubicBezTo>
                    <a:pt x="46968" y="10549"/>
                    <a:pt x="36419" y="0"/>
                    <a:pt x="23468" y="0"/>
                  </a:cubicBezTo>
                  <a:cubicBezTo>
                    <a:pt x="10517" y="0"/>
                    <a:pt x="0" y="10549"/>
                    <a:pt x="0" y="23468"/>
                  </a:cubicBezTo>
                  <a:cubicBezTo>
                    <a:pt x="0" y="36386"/>
                    <a:pt x="10549" y="46935"/>
                    <a:pt x="23468" y="46935"/>
                  </a:cubicBezTo>
                  <a:close/>
                  <a:moveTo>
                    <a:pt x="23468" y="9705"/>
                  </a:moveTo>
                  <a:cubicBezTo>
                    <a:pt x="31030" y="9705"/>
                    <a:pt x="37230" y="15872"/>
                    <a:pt x="37230" y="23435"/>
                  </a:cubicBezTo>
                  <a:cubicBezTo>
                    <a:pt x="37230" y="30998"/>
                    <a:pt x="31063" y="37165"/>
                    <a:pt x="23468" y="37165"/>
                  </a:cubicBezTo>
                  <a:cubicBezTo>
                    <a:pt x="15872" y="37165"/>
                    <a:pt x="9738" y="30998"/>
                    <a:pt x="9738" y="23435"/>
                  </a:cubicBezTo>
                  <a:cubicBezTo>
                    <a:pt x="9738" y="15872"/>
                    <a:pt x="15904" y="9705"/>
                    <a:pt x="23468" y="9705"/>
                  </a:cubicBezTo>
                  <a:close/>
                </a:path>
              </a:pathLst>
            </a:custGeom>
            <a:grpFill/>
            <a:ln w="3246" cap="flat">
              <a:noFill/>
              <a:prstDash val="solid"/>
              <a:miter/>
            </a:ln>
          </p:spPr>
          <p:txBody>
            <a:bodyPr rtlCol="0" anchor="ctr"/>
            <a:lstStyle/>
            <a:p>
              <a:endParaRPr lang="en-US"/>
            </a:p>
          </p:txBody>
        </p:sp>
        <p:sp>
          <p:nvSpPr>
            <p:cNvPr id="188" name="Freeform: Shape 1138"/>
            <p:cNvSpPr/>
            <p:nvPr/>
          </p:nvSpPr>
          <p:spPr>
            <a:xfrm>
              <a:off x="5365610" y="2606234"/>
              <a:ext cx="598083" cy="606198"/>
            </a:xfrm>
            <a:custGeom>
              <a:avLst/>
              <a:gdLst>
                <a:gd name="connsiteX0" fmla="*/ 134931 w 598083"/>
                <a:gd name="connsiteY0" fmla="*/ 596494 h 606198"/>
                <a:gd name="connsiteX1" fmla="*/ 119837 w 598083"/>
                <a:gd name="connsiteY1" fmla="*/ 581368 h 606198"/>
                <a:gd name="connsiteX2" fmla="*/ 119837 w 598083"/>
                <a:gd name="connsiteY2" fmla="*/ 521449 h 606198"/>
                <a:gd name="connsiteX3" fmla="*/ 134931 w 598083"/>
                <a:gd name="connsiteY3" fmla="*/ 506356 h 606198"/>
                <a:gd name="connsiteX4" fmla="*/ 176900 w 598083"/>
                <a:gd name="connsiteY4" fmla="*/ 506356 h 606198"/>
                <a:gd name="connsiteX5" fmla="*/ 214844 w 598083"/>
                <a:gd name="connsiteY5" fmla="*/ 468412 h 606198"/>
                <a:gd name="connsiteX6" fmla="*/ 252756 w 598083"/>
                <a:gd name="connsiteY6" fmla="*/ 506356 h 606198"/>
                <a:gd name="connsiteX7" fmla="*/ 558160 w 598083"/>
                <a:gd name="connsiteY7" fmla="*/ 506356 h 606198"/>
                <a:gd name="connsiteX8" fmla="*/ 558160 w 598083"/>
                <a:gd name="connsiteY8" fmla="*/ 496618 h 606198"/>
                <a:gd name="connsiteX9" fmla="*/ 256813 w 598083"/>
                <a:gd name="connsiteY9" fmla="*/ 496618 h 606198"/>
                <a:gd name="connsiteX10" fmla="*/ 214844 w 598083"/>
                <a:gd name="connsiteY10" fmla="*/ 454649 h 606198"/>
                <a:gd name="connsiteX11" fmla="*/ 172875 w 598083"/>
                <a:gd name="connsiteY11" fmla="*/ 496618 h 606198"/>
                <a:gd name="connsiteX12" fmla="*/ 134931 w 598083"/>
                <a:gd name="connsiteY12" fmla="*/ 496618 h 606198"/>
                <a:gd name="connsiteX13" fmla="*/ 110100 w 598083"/>
                <a:gd name="connsiteY13" fmla="*/ 521449 h 606198"/>
                <a:gd name="connsiteX14" fmla="*/ 110100 w 598083"/>
                <a:gd name="connsiteY14" fmla="*/ 556537 h 606198"/>
                <a:gd name="connsiteX15" fmla="*/ 48688 w 598083"/>
                <a:gd name="connsiteY15" fmla="*/ 556537 h 606198"/>
                <a:gd name="connsiteX16" fmla="*/ 48688 w 598083"/>
                <a:gd name="connsiteY16" fmla="*/ 419464 h 606198"/>
                <a:gd name="connsiteX17" fmla="*/ 242564 w 598083"/>
                <a:gd name="connsiteY17" fmla="*/ 419464 h 606198"/>
                <a:gd name="connsiteX18" fmla="*/ 289402 w 598083"/>
                <a:gd name="connsiteY18" fmla="*/ 466302 h 606198"/>
                <a:gd name="connsiteX19" fmla="*/ 289402 w 598083"/>
                <a:gd name="connsiteY19" fmla="*/ 214844 h 606198"/>
                <a:gd name="connsiteX20" fmla="*/ 244576 w 598083"/>
                <a:gd name="connsiteY20" fmla="*/ 170019 h 606198"/>
                <a:gd name="connsiteX21" fmla="*/ 48688 w 598083"/>
                <a:gd name="connsiteY21" fmla="*/ 170019 h 606198"/>
                <a:gd name="connsiteX22" fmla="*/ 48688 w 598083"/>
                <a:gd name="connsiteY22" fmla="*/ 129575 h 606198"/>
                <a:gd name="connsiteX23" fmla="*/ 329813 w 598083"/>
                <a:gd name="connsiteY23" fmla="*/ 129575 h 606198"/>
                <a:gd name="connsiteX24" fmla="*/ 329813 w 598083"/>
                <a:gd name="connsiteY24" fmla="*/ 376164 h 606198"/>
                <a:gd name="connsiteX25" fmla="*/ 376651 w 598083"/>
                <a:gd name="connsiteY25" fmla="*/ 329326 h 606198"/>
                <a:gd name="connsiteX26" fmla="*/ 558160 w 598083"/>
                <a:gd name="connsiteY26" fmla="*/ 329326 h 606198"/>
                <a:gd name="connsiteX27" fmla="*/ 558160 w 598083"/>
                <a:gd name="connsiteY27" fmla="*/ 319588 h 606198"/>
                <a:gd name="connsiteX28" fmla="*/ 372626 w 598083"/>
                <a:gd name="connsiteY28" fmla="*/ 319588 h 606198"/>
                <a:gd name="connsiteX29" fmla="*/ 339550 w 598083"/>
                <a:gd name="connsiteY29" fmla="*/ 352631 h 606198"/>
                <a:gd name="connsiteX30" fmla="*/ 339550 w 598083"/>
                <a:gd name="connsiteY30" fmla="*/ 124706 h 606198"/>
                <a:gd name="connsiteX31" fmla="*/ 374638 w 598083"/>
                <a:gd name="connsiteY31" fmla="*/ 89618 h 606198"/>
                <a:gd name="connsiteX32" fmla="*/ 558160 w 598083"/>
                <a:gd name="connsiteY32" fmla="*/ 89618 h 606198"/>
                <a:gd name="connsiteX33" fmla="*/ 558160 w 598083"/>
                <a:gd name="connsiteY33" fmla="*/ 79881 h 606198"/>
                <a:gd name="connsiteX34" fmla="*/ 374638 w 598083"/>
                <a:gd name="connsiteY34" fmla="*/ 79881 h 606198"/>
                <a:gd name="connsiteX35" fmla="*/ 330072 w 598083"/>
                <a:gd name="connsiteY35" fmla="*/ 119838 h 606198"/>
                <a:gd name="connsiteX36" fmla="*/ 48688 w 598083"/>
                <a:gd name="connsiteY36" fmla="*/ 119838 h 606198"/>
                <a:gd name="connsiteX37" fmla="*/ 48688 w 598083"/>
                <a:gd name="connsiteY37" fmla="*/ 44793 h 606198"/>
                <a:gd name="connsiteX38" fmla="*/ 83743 w 598083"/>
                <a:gd name="connsiteY38" fmla="*/ 9738 h 606198"/>
                <a:gd name="connsiteX39" fmla="*/ 549786 w 598083"/>
                <a:gd name="connsiteY39" fmla="*/ 9738 h 606198"/>
                <a:gd name="connsiteX40" fmla="*/ 535049 w 598083"/>
                <a:gd name="connsiteY40" fmla="*/ 0 h 606198"/>
                <a:gd name="connsiteX41" fmla="*/ 83743 w 598083"/>
                <a:gd name="connsiteY41" fmla="*/ 0 h 606198"/>
                <a:gd name="connsiteX42" fmla="*/ 38950 w 598083"/>
                <a:gd name="connsiteY42" fmla="*/ 44793 h 606198"/>
                <a:gd name="connsiteX43" fmla="*/ 38950 w 598083"/>
                <a:gd name="connsiteY43" fmla="*/ 119838 h 606198"/>
                <a:gd name="connsiteX44" fmla="*/ 38950 w 598083"/>
                <a:gd name="connsiteY44" fmla="*/ 119838 h 606198"/>
                <a:gd name="connsiteX45" fmla="*/ 38950 w 598083"/>
                <a:gd name="connsiteY45" fmla="*/ 170441 h 606198"/>
                <a:gd name="connsiteX46" fmla="*/ 0 w 598083"/>
                <a:gd name="connsiteY46" fmla="*/ 214812 h 606198"/>
                <a:gd name="connsiteX47" fmla="*/ 0 w 598083"/>
                <a:gd name="connsiteY47" fmla="*/ 374606 h 606198"/>
                <a:gd name="connsiteX48" fmla="*/ 38950 w 598083"/>
                <a:gd name="connsiteY48" fmla="*/ 419010 h 606198"/>
                <a:gd name="connsiteX49" fmla="*/ 38950 w 598083"/>
                <a:gd name="connsiteY49" fmla="*/ 566242 h 606198"/>
                <a:gd name="connsiteX50" fmla="*/ 110100 w 598083"/>
                <a:gd name="connsiteY50" fmla="*/ 566242 h 606198"/>
                <a:gd name="connsiteX51" fmla="*/ 110100 w 598083"/>
                <a:gd name="connsiteY51" fmla="*/ 581336 h 606198"/>
                <a:gd name="connsiteX52" fmla="*/ 134931 w 598083"/>
                <a:gd name="connsiteY52" fmla="*/ 606199 h 606198"/>
                <a:gd name="connsiteX53" fmla="*/ 594741 w 598083"/>
                <a:gd name="connsiteY53" fmla="*/ 606199 h 606198"/>
                <a:gd name="connsiteX54" fmla="*/ 598084 w 598083"/>
                <a:gd name="connsiteY54" fmla="*/ 602466 h 606198"/>
                <a:gd name="connsiteX55" fmla="*/ 598084 w 598083"/>
                <a:gd name="connsiteY55" fmla="*/ 596461 h 606198"/>
                <a:gd name="connsiteX56" fmla="*/ 134931 w 598083"/>
                <a:gd name="connsiteY56" fmla="*/ 596461 h 606198"/>
                <a:gd name="connsiteX57" fmla="*/ 44793 w 598083"/>
                <a:gd name="connsiteY57" fmla="*/ 179756 h 606198"/>
                <a:gd name="connsiteX58" fmla="*/ 244544 w 598083"/>
                <a:gd name="connsiteY58" fmla="*/ 179756 h 606198"/>
                <a:gd name="connsiteX59" fmla="*/ 279631 w 598083"/>
                <a:gd name="connsiteY59" fmla="*/ 214844 h 606198"/>
                <a:gd name="connsiteX60" fmla="*/ 279631 w 598083"/>
                <a:gd name="connsiteY60" fmla="*/ 316570 h 606198"/>
                <a:gd name="connsiteX61" fmla="*/ 194265 w 598083"/>
                <a:gd name="connsiteY61" fmla="*/ 248277 h 606198"/>
                <a:gd name="connsiteX62" fmla="*/ 114741 w 598083"/>
                <a:gd name="connsiteY62" fmla="*/ 327801 h 606198"/>
                <a:gd name="connsiteX63" fmla="*/ 84750 w 598083"/>
                <a:gd name="connsiteY63" fmla="*/ 297809 h 606198"/>
                <a:gd name="connsiteX64" fmla="*/ 9738 w 598083"/>
                <a:gd name="connsiteY64" fmla="*/ 373600 h 606198"/>
                <a:gd name="connsiteX65" fmla="*/ 9738 w 598083"/>
                <a:gd name="connsiteY65" fmla="*/ 214844 h 606198"/>
                <a:gd name="connsiteX66" fmla="*/ 44825 w 598083"/>
                <a:gd name="connsiteY66" fmla="*/ 179756 h 606198"/>
                <a:gd name="connsiteX67" fmla="*/ 11490 w 598083"/>
                <a:gd name="connsiteY67" fmla="*/ 385642 h 606198"/>
                <a:gd name="connsiteX68" fmla="*/ 84750 w 598083"/>
                <a:gd name="connsiteY68" fmla="*/ 311636 h 606198"/>
                <a:gd name="connsiteX69" fmla="*/ 114709 w 598083"/>
                <a:gd name="connsiteY69" fmla="*/ 341596 h 606198"/>
                <a:gd name="connsiteX70" fmla="*/ 194979 w 598083"/>
                <a:gd name="connsiteY70" fmla="*/ 261325 h 606198"/>
                <a:gd name="connsiteX71" fmla="*/ 279631 w 598083"/>
                <a:gd name="connsiteY71" fmla="*/ 329066 h 606198"/>
                <a:gd name="connsiteX72" fmla="*/ 279631 w 598083"/>
                <a:gd name="connsiteY72" fmla="*/ 442802 h 606198"/>
                <a:gd name="connsiteX73" fmla="*/ 246556 w 598083"/>
                <a:gd name="connsiteY73" fmla="*/ 409726 h 606198"/>
                <a:gd name="connsiteX74" fmla="*/ 44793 w 598083"/>
                <a:gd name="connsiteY74" fmla="*/ 409726 h 606198"/>
                <a:gd name="connsiteX75" fmla="*/ 11490 w 598083"/>
                <a:gd name="connsiteY75" fmla="*/ 385642 h 60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8083" h="606198">
                  <a:moveTo>
                    <a:pt x="134931" y="596494"/>
                  </a:moveTo>
                  <a:cubicBezTo>
                    <a:pt x="126621" y="596494"/>
                    <a:pt x="119837" y="589710"/>
                    <a:pt x="119837" y="581368"/>
                  </a:cubicBezTo>
                  <a:lnTo>
                    <a:pt x="119837" y="521449"/>
                  </a:lnTo>
                  <a:cubicBezTo>
                    <a:pt x="119837" y="513107"/>
                    <a:pt x="126621" y="506356"/>
                    <a:pt x="134931" y="506356"/>
                  </a:cubicBezTo>
                  <a:lnTo>
                    <a:pt x="176900" y="506356"/>
                  </a:lnTo>
                  <a:lnTo>
                    <a:pt x="214844" y="468412"/>
                  </a:lnTo>
                  <a:lnTo>
                    <a:pt x="252756" y="506356"/>
                  </a:lnTo>
                  <a:lnTo>
                    <a:pt x="558160" y="506356"/>
                  </a:lnTo>
                  <a:lnTo>
                    <a:pt x="558160" y="496618"/>
                  </a:lnTo>
                  <a:lnTo>
                    <a:pt x="256813" y="496618"/>
                  </a:lnTo>
                  <a:lnTo>
                    <a:pt x="214844" y="454649"/>
                  </a:lnTo>
                  <a:lnTo>
                    <a:pt x="172875" y="496618"/>
                  </a:lnTo>
                  <a:lnTo>
                    <a:pt x="134931" y="496618"/>
                  </a:lnTo>
                  <a:cubicBezTo>
                    <a:pt x="121233" y="496618"/>
                    <a:pt x="110100" y="507752"/>
                    <a:pt x="110100" y="521449"/>
                  </a:cubicBezTo>
                  <a:lnTo>
                    <a:pt x="110100" y="556537"/>
                  </a:lnTo>
                  <a:lnTo>
                    <a:pt x="48688" y="556537"/>
                  </a:lnTo>
                  <a:lnTo>
                    <a:pt x="48688" y="419464"/>
                  </a:lnTo>
                  <a:lnTo>
                    <a:pt x="242564" y="419464"/>
                  </a:lnTo>
                  <a:lnTo>
                    <a:pt x="289402" y="466302"/>
                  </a:lnTo>
                  <a:lnTo>
                    <a:pt x="289402" y="214844"/>
                  </a:lnTo>
                  <a:cubicBezTo>
                    <a:pt x="289402" y="190143"/>
                    <a:pt x="269310" y="170019"/>
                    <a:pt x="244576" y="170019"/>
                  </a:cubicBezTo>
                  <a:lnTo>
                    <a:pt x="48688" y="170019"/>
                  </a:lnTo>
                  <a:lnTo>
                    <a:pt x="48688" y="129575"/>
                  </a:lnTo>
                  <a:lnTo>
                    <a:pt x="329813" y="129575"/>
                  </a:lnTo>
                  <a:lnTo>
                    <a:pt x="329813" y="376164"/>
                  </a:lnTo>
                  <a:lnTo>
                    <a:pt x="376651" y="329326"/>
                  </a:lnTo>
                  <a:lnTo>
                    <a:pt x="558160" y="329326"/>
                  </a:lnTo>
                  <a:lnTo>
                    <a:pt x="558160" y="319588"/>
                  </a:lnTo>
                  <a:lnTo>
                    <a:pt x="372626" y="319588"/>
                  </a:lnTo>
                  <a:lnTo>
                    <a:pt x="339550" y="352631"/>
                  </a:lnTo>
                  <a:lnTo>
                    <a:pt x="339550" y="124706"/>
                  </a:lnTo>
                  <a:cubicBezTo>
                    <a:pt x="339550" y="105361"/>
                    <a:pt x="355293" y="89618"/>
                    <a:pt x="374638" y="89618"/>
                  </a:cubicBezTo>
                  <a:lnTo>
                    <a:pt x="558160" y="89618"/>
                  </a:lnTo>
                  <a:lnTo>
                    <a:pt x="558160" y="79881"/>
                  </a:lnTo>
                  <a:lnTo>
                    <a:pt x="374638" y="79881"/>
                  </a:lnTo>
                  <a:cubicBezTo>
                    <a:pt x="351560" y="79881"/>
                    <a:pt x="332507" y="97409"/>
                    <a:pt x="330072" y="119838"/>
                  </a:cubicBezTo>
                  <a:lnTo>
                    <a:pt x="48688" y="119838"/>
                  </a:lnTo>
                  <a:lnTo>
                    <a:pt x="48688" y="44793"/>
                  </a:lnTo>
                  <a:cubicBezTo>
                    <a:pt x="48688" y="25448"/>
                    <a:pt x="64398" y="9738"/>
                    <a:pt x="83743" y="9738"/>
                  </a:cubicBezTo>
                  <a:lnTo>
                    <a:pt x="549786" y="9738"/>
                  </a:lnTo>
                  <a:cubicBezTo>
                    <a:pt x="545793" y="4252"/>
                    <a:pt x="540665" y="260"/>
                    <a:pt x="535049" y="0"/>
                  </a:cubicBezTo>
                  <a:lnTo>
                    <a:pt x="83743" y="0"/>
                  </a:lnTo>
                  <a:cubicBezTo>
                    <a:pt x="59042" y="0"/>
                    <a:pt x="38950" y="20092"/>
                    <a:pt x="38950" y="44793"/>
                  </a:cubicBezTo>
                  <a:lnTo>
                    <a:pt x="38950" y="119838"/>
                  </a:lnTo>
                  <a:lnTo>
                    <a:pt x="38950" y="119838"/>
                  </a:lnTo>
                  <a:lnTo>
                    <a:pt x="38950" y="170441"/>
                  </a:lnTo>
                  <a:cubicBezTo>
                    <a:pt x="17008" y="173330"/>
                    <a:pt x="0" y="192123"/>
                    <a:pt x="0" y="214812"/>
                  </a:cubicBezTo>
                  <a:lnTo>
                    <a:pt x="0" y="374606"/>
                  </a:lnTo>
                  <a:cubicBezTo>
                    <a:pt x="0" y="397327"/>
                    <a:pt x="17008" y="416121"/>
                    <a:pt x="38950" y="419010"/>
                  </a:cubicBezTo>
                  <a:lnTo>
                    <a:pt x="38950" y="566242"/>
                  </a:lnTo>
                  <a:lnTo>
                    <a:pt x="110100" y="566242"/>
                  </a:lnTo>
                  <a:lnTo>
                    <a:pt x="110100" y="581336"/>
                  </a:lnTo>
                  <a:cubicBezTo>
                    <a:pt x="110100" y="595033"/>
                    <a:pt x="121233" y="606199"/>
                    <a:pt x="134931" y="606199"/>
                  </a:cubicBezTo>
                  <a:lnTo>
                    <a:pt x="594741" y="606199"/>
                  </a:lnTo>
                  <a:cubicBezTo>
                    <a:pt x="596623" y="606004"/>
                    <a:pt x="598084" y="604414"/>
                    <a:pt x="598084" y="602466"/>
                  </a:cubicBezTo>
                  <a:lnTo>
                    <a:pt x="598084" y="596461"/>
                  </a:lnTo>
                  <a:lnTo>
                    <a:pt x="134931" y="596461"/>
                  </a:lnTo>
                  <a:close/>
                  <a:moveTo>
                    <a:pt x="44793" y="179756"/>
                  </a:moveTo>
                  <a:lnTo>
                    <a:pt x="244544" y="179756"/>
                  </a:lnTo>
                  <a:cubicBezTo>
                    <a:pt x="263889" y="179756"/>
                    <a:pt x="279631" y="195499"/>
                    <a:pt x="279631" y="214844"/>
                  </a:cubicBezTo>
                  <a:lnTo>
                    <a:pt x="279631" y="316570"/>
                  </a:lnTo>
                  <a:lnTo>
                    <a:pt x="194265" y="248277"/>
                  </a:lnTo>
                  <a:lnTo>
                    <a:pt x="114741" y="327801"/>
                  </a:lnTo>
                  <a:lnTo>
                    <a:pt x="84750" y="297809"/>
                  </a:lnTo>
                  <a:lnTo>
                    <a:pt x="9738" y="373600"/>
                  </a:lnTo>
                  <a:lnTo>
                    <a:pt x="9738" y="214844"/>
                  </a:lnTo>
                  <a:cubicBezTo>
                    <a:pt x="9738" y="195499"/>
                    <a:pt x="25480" y="179756"/>
                    <a:pt x="44825" y="179756"/>
                  </a:cubicBezTo>
                  <a:close/>
                  <a:moveTo>
                    <a:pt x="11490" y="385642"/>
                  </a:moveTo>
                  <a:lnTo>
                    <a:pt x="84750" y="311636"/>
                  </a:lnTo>
                  <a:lnTo>
                    <a:pt x="114709" y="341596"/>
                  </a:lnTo>
                  <a:lnTo>
                    <a:pt x="194979" y="261325"/>
                  </a:lnTo>
                  <a:lnTo>
                    <a:pt x="279631" y="329066"/>
                  </a:lnTo>
                  <a:lnTo>
                    <a:pt x="279631" y="442802"/>
                  </a:lnTo>
                  <a:lnTo>
                    <a:pt x="246556" y="409726"/>
                  </a:lnTo>
                  <a:lnTo>
                    <a:pt x="44793" y="409726"/>
                  </a:lnTo>
                  <a:cubicBezTo>
                    <a:pt x="29310" y="409726"/>
                    <a:pt x="16132" y="399599"/>
                    <a:pt x="11490" y="385642"/>
                  </a:cubicBezTo>
                  <a:close/>
                </a:path>
              </a:pathLst>
            </a:custGeom>
            <a:grpFill/>
            <a:ln w="3246" cap="flat">
              <a:noFill/>
              <a:prstDash val="solid"/>
              <a:miter/>
            </a:ln>
          </p:spPr>
          <p:txBody>
            <a:bodyPr rtlCol="0" anchor="ctr"/>
            <a:lstStyle/>
            <a:p>
              <a:endParaRPr lang="en-US"/>
            </a:p>
          </p:txBody>
        </p:sp>
        <p:sp>
          <p:nvSpPr>
            <p:cNvPr id="189" name="Freeform: Shape 1139"/>
            <p:cNvSpPr/>
            <p:nvPr/>
          </p:nvSpPr>
          <p:spPr>
            <a:xfrm>
              <a:off x="5835255" y="3142777"/>
              <a:ext cx="29732" cy="29732"/>
            </a:xfrm>
            <a:custGeom>
              <a:avLst/>
              <a:gdLst>
                <a:gd name="connsiteX0" fmla="*/ 0 w 29732"/>
                <a:gd name="connsiteY0" fmla="*/ 14866 h 29732"/>
                <a:gd name="connsiteX1" fmla="*/ 14866 w 29732"/>
                <a:gd name="connsiteY1" fmla="*/ 29732 h 29732"/>
                <a:gd name="connsiteX2" fmla="*/ 29732 w 29732"/>
                <a:gd name="connsiteY2" fmla="*/ 14866 h 29732"/>
                <a:gd name="connsiteX3" fmla="*/ 14866 w 29732"/>
                <a:gd name="connsiteY3" fmla="*/ 0 h 29732"/>
                <a:gd name="connsiteX4" fmla="*/ 0 w 29732"/>
                <a:gd name="connsiteY4" fmla="*/ 14866 h 29732"/>
                <a:gd name="connsiteX5" fmla="*/ 19962 w 29732"/>
                <a:gd name="connsiteY5" fmla="*/ 14866 h 29732"/>
                <a:gd name="connsiteX6" fmla="*/ 14833 w 29732"/>
                <a:gd name="connsiteY6" fmla="*/ 19994 h 29732"/>
                <a:gd name="connsiteX7" fmla="*/ 9705 w 29732"/>
                <a:gd name="connsiteY7" fmla="*/ 14866 h 29732"/>
                <a:gd name="connsiteX8" fmla="*/ 14833 w 29732"/>
                <a:gd name="connsiteY8" fmla="*/ 9738 h 29732"/>
                <a:gd name="connsiteX9" fmla="*/ 19962 w 29732"/>
                <a:gd name="connsiteY9" fmla="*/ 14866 h 2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32" h="29732">
                  <a:moveTo>
                    <a:pt x="0" y="14866"/>
                  </a:moveTo>
                  <a:cubicBezTo>
                    <a:pt x="0" y="23046"/>
                    <a:pt x="6654" y="29732"/>
                    <a:pt x="14866" y="29732"/>
                  </a:cubicBezTo>
                  <a:cubicBezTo>
                    <a:pt x="23078" y="29732"/>
                    <a:pt x="29732" y="23078"/>
                    <a:pt x="29732" y="14866"/>
                  </a:cubicBezTo>
                  <a:cubicBezTo>
                    <a:pt x="29732" y="6654"/>
                    <a:pt x="23078" y="0"/>
                    <a:pt x="14866" y="0"/>
                  </a:cubicBezTo>
                  <a:cubicBezTo>
                    <a:pt x="6654" y="0"/>
                    <a:pt x="0" y="6654"/>
                    <a:pt x="0" y="14866"/>
                  </a:cubicBezTo>
                  <a:close/>
                  <a:moveTo>
                    <a:pt x="19962" y="14866"/>
                  </a:moveTo>
                  <a:cubicBezTo>
                    <a:pt x="19962" y="17690"/>
                    <a:pt x="17658" y="19994"/>
                    <a:pt x="14833" y="19994"/>
                  </a:cubicBezTo>
                  <a:cubicBezTo>
                    <a:pt x="12010" y="19994"/>
                    <a:pt x="9705" y="17690"/>
                    <a:pt x="9705" y="14866"/>
                  </a:cubicBezTo>
                  <a:cubicBezTo>
                    <a:pt x="9705" y="12042"/>
                    <a:pt x="12010" y="9738"/>
                    <a:pt x="14833" y="9738"/>
                  </a:cubicBezTo>
                  <a:cubicBezTo>
                    <a:pt x="17658" y="9738"/>
                    <a:pt x="19962" y="12042"/>
                    <a:pt x="19962" y="14866"/>
                  </a:cubicBezTo>
                  <a:close/>
                </a:path>
              </a:pathLst>
            </a:custGeom>
            <a:grpFill/>
            <a:ln w="3246" cap="flat">
              <a:noFill/>
              <a:prstDash val="solid"/>
              <a:miter/>
            </a:ln>
          </p:spPr>
          <p:txBody>
            <a:bodyPr rtlCol="0" anchor="ctr"/>
            <a:lstStyle/>
            <a:p>
              <a:endParaRPr lang="en-US"/>
            </a:p>
          </p:txBody>
        </p:sp>
        <p:sp>
          <p:nvSpPr>
            <p:cNvPr id="190" name="Freeform: Shape 1140"/>
            <p:cNvSpPr/>
            <p:nvPr/>
          </p:nvSpPr>
          <p:spPr>
            <a:xfrm>
              <a:off x="5875212" y="3142777"/>
              <a:ext cx="29731" cy="29732"/>
            </a:xfrm>
            <a:custGeom>
              <a:avLst/>
              <a:gdLst>
                <a:gd name="connsiteX0" fmla="*/ 0 w 29731"/>
                <a:gd name="connsiteY0" fmla="*/ 14866 h 29732"/>
                <a:gd name="connsiteX1" fmla="*/ 14866 w 29731"/>
                <a:gd name="connsiteY1" fmla="*/ 29732 h 29732"/>
                <a:gd name="connsiteX2" fmla="*/ 29732 w 29731"/>
                <a:gd name="connsiteY2" fmla="*/ 14866 h 29732"/>
                <a:gd name="connsiteX3" fmla="*/ 14866 w 29731"/>
                <a:gd name="connsiteY3" fmla="*/ 0 h 29732"/>
                <a:gd name="connsiteX4" fmla="*/ 0 w 29731"/>
                <a:gd name="connsiteY4" fmla="*/ 14866 h 29732"/>
                <a:gd name="connsiteX5" fmla="*/ 19962 w 29731"/>
                <a:gd name="connsiteY5" fmla="*/ 14866 h 29732"/>
                <a:gd name="connsiteX6" fmla="*/ 14833 w 29731"/>
                <a:gd name="connsiteY6" fmla="*/ 19994 h 29732"/>
                <a:gd name="connsiteX7" fmla="*/ 9705 w 29731"/>
                <a:gd name="connsiteY7" fmla="*/ 14866 h 29732"/>
                <a:gd name="connsiteX8" fmla="*/ 14833 w 29731"/>
                <a:gd name="connsiteY8" fmla="*/ 9738 h 29732"/>
                <a:gd name="connsiteX9" fmla="*/ 19962 w 29731"/>
                <a:gd name="connsiteY9" fmla="*/ 14866 h 2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31" h="29732">
                  <a:moveTo>
                    <a:pt x="0" y="14866"/>
                  </a:moveTo>
                  <a:cubicBezTo>
                    <a:pt x="0" y="23046"/>
                    <a:pt x="6654" y="29732"/>
                    <a:pt x="14866" y="29732"/>
                  </a:cubicBezTo>
                  <a:cubicBezTo>
                    <a:pt x="23078" y="29732"/>
                    <a:pt x="29732" y="23078"/>
                    <a:pt x="29732" y="14866"/>
                  </a:cubicBezTo>
                  <a:cubicBezTo>
                    <a:pt x="29732" y="6654"/>
                    <a:pt x="23078" y="0"/>
                    <a:pt x="14866" y="0"/>
                  </a:cubicBezTo>
                  <a:cubicBezTo>
                    <a:pt x="6654" y="0"/>
                    <a:pt x="0" y="6654"/>
                    <a:pt x="0" y="14866"/>
                  </a:cubicBezTo>
                  <a:close/>
                  <a:moveTo>
                    <a:pt x="19962" y="14866"/>
                  </a:moveTo>
                  <a:cubicBezTo>
                    <a:pt x="19962" y="17690"/>
                    <a:pt x="17657" y="19994"/>
                    <a:pt x="14833" y="19994"/>
                  </a:cubicBezTo>
                  <a:cubicBezTo>
                    <a:pt x="12010" y="19994"/>
                    <a:pt x="9705" y="17690"/>
                    <a:pt x="9705" y="14866"/>
                  </a:cubicBezTo>
                  <a:cubicBezTo>
                    <a:pt x="9705" y="12042"/>
                    <a:pt x="12010" y="9738"/>
                    <a:pt x="14833" y="9738"/>
                  </a:cubicBezTo>
                  <a:cubicBezTo>
                    <a:pt x="17657" y="9738"/>
                    <a:pt x="19962" y="12042"/>
                    <a:pt x="19962" y="14866"/>
                  </a:cubicBezTo>
                  <a:close/>
                </a:path>
              </a:pathLst>
            </a:custGeom>
            <a:grpFill/>
            <a:ln w="3246" cap="flat">
              <a:noFill/>
              <a:prstDash val="solid"/>
              <a:miter/>
            </a:ln>
          </p:spPr>
          <p:txBody>
            <a:bodyPr rtlCol="0" anchor="ctr"/>
            <a:lstStyle/>
            <a:p>
              <a:endParaRPr lang="en-US"/>
            </a:p>
          </p:txBody>
        </p:sp>
        <p:sp>
          <p:nvSpPr>
            <p:cNvPr id="191" name="Freeform: Shape 1142"/>
            <p:cNvSpPr/>
            <p:nvPr/>
          </p:nvSpPr>
          <p:spPr>
            <a:xfrm>
              <a:off x="5915136" y="3142777"/>
              <a:ext cx="29732" cy="29732"/>
            </a:xfrm>
            <a:custGeom>
              <a:avLst/>
              <a:gdLst>
                <a:gd name="connsiteX0" fmla="*/ 0 w 29732"/>
                <a:gd name="connsiteY0" fmla="*/ 14866 h 29732"/>
                <a:gd name="connsiteX1" fmla="*/ 14866 w 29732"/>
                <a:gd name="connsiteY1" fmla="*/ 29732 h 29732"/>
                <a:gd name="connsiteX2" fmla="*/ 29732 w 29732"/>
                <a:gd name="connsiteY2" fmla="*/ 14866 h 29732"/>
                <a:gd name="connsiteX3" fmla="*/ 14866 w 29732"/>
                <a:gd name="connsiteY3" fmla="*/ 0 h 29732"/>
                <a:gd name="connsiteX4" fmla="*/ 0 w 29732"/>
                <a:gd name="connsiteY4" fmla="*/ 14866 h 29732"/>
                <a:gd name="connsiteX5" fmla="*/ 14866 w 29732"/>
                <a:gd name="connsiteY5" fmla="*/ 9738 h 29732"/>
                <a:gd name="connsiteX6" fmla="*/ 19995 w 29732"/>
                <a:gd name="connsiteY6" fmla="*/ 14866 h 29732"/>
                <a:gd name="connsiteX7" fmla="*/ 14866 w 29732"/>
                <a:gd name="connsiteY7" fmla="*/ 19994 h 29732"/>
                <a:gd name="connsiteX8" fmla="*/ 9738 w 29732"/>
                <a:gd name="connsiteY8" fmla="*/ 14866 h 29732"/>
                <a:gd name="connsiteX9" fmla="*/ 14866 w 29732"/>
                <a:gd name="connsiteY9" fmla="*/ 9738 h 2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32" h="29732">
                  <a:moveTo>
                    <a:pt x="0" y="14866"/>
                  </a:moveTo>
                  <a:cubicBezTo>
                    <a:pt x="0" y="23046"/>
                    <a:pt x="6654" y="29732"/>
                    <a:pt x="14866" y="29732"/>
                  </a:cubicBezTo>
                  <a:cubicBezTo>
                    <a:pt x="23078" y="29732"/>
                    <a:pt x="29732" y="23078"/>
                    <a:pt x="29732" y="14866"/>
                  </a:cubicBezTo>
                  <a:cubicBezTo>
                    <a:pt x="29732" y="6654"/>
                    <a:pt x="23078" y="0"/>
                    <a:pt x="14866" y="0"/>
                  </a:cubicBezTo>
                  <a:cubicBezTo>
                    <a:pt x="6654" y="0"/>
                    <a:pt x="0" y="6654"/>
                    <a:pt x="0" y="14866"/>
                  </a:cubicBezTo>
                  <a:close/>
                  <a:moveTo>
                    <a:pt x="14866" y="9738"/>
                  </a:moveTo>
                  <a:cubicBezTo>
                    <a:pt x="17690" y="9738"/>
                    <a:pt x="19995" y="12042"/>
                    <a:pt x="19995" y="14866"/>
                  </a:cubicBezTo>
                  <a:cubicBezTo>
                    <a:pt x="19995" y="17690"/>
                    <a:pt x="17690" y="19994"/>
                    <a:pt x="14866" y="19994"/>
                  </a:cubicBezTo>
                  <a:cubicBezTo>
                    <a:pt x="12042" y="19994"/>
                    <a:pt x="9738" y="17690"/>
                    <a:pt x="9738" y="14866"/>
                  </a:cubicBezTo>
                  <a:cubicBezTo>
                    <a:pt x="9738" y="12042"/>
                    <a:pt x="12042" y="9738"/>
                    <a:pt x="14866" y="9738"/>
                  </a:cubicBezTo>
                  <a:close/>
                </a:path>
              </a:pathLst>
            </a:custGeom>
            <a:grpFill/>
            <a:ln w="3246" cap="flat">
              <a:noFill/>
              <a:prstDash val="solid"/>
              <a:miter/>
            </a:ln>
          </p:spPr>
          <p:txBody>
            <a:bodyPr rtlCol="0" anchor="ctr"/>
            <a:lstStyle/>
            <a:p>
              <a:endParaRPr lang="en-US"/>
            </a:p>
          </p:txBody>
        </p:sp>
        <p:sp>
          <p:nvSpPr>
            <p:cNvPr id="192" name="Freeform: Shape 378"/>
            <p:cNvSpPr/>
            <p:nvPr/>
          </p:nvSpPr>
          <p:spPr>
            <a:xfrm>
              <a:off x="5900660" y="2606234"/>
              <a:ext cx="95493" cy="606231"/>
            </a:xfrm>
            <a:custGeom>
              <a:avLst/>
              <a:gdLst>
                <a:gd name="connsiteX0" fmla="*/ 55569 w 95493"/>
                <a:gd name="connsiteY0" fmla="*/ 349645 h 606231"/>
                <a:gd name="connsiteX1" fmla="*/ 55569 w 95493"/>
                <a:gd name="connsiteY1" fmla="*/ 473865 h 606231"/>
                <a:gd name="connsiteX2" fmla="*/ 59302 w 95493"/>
                <a:gd name="connsiteY2" fmla="*/ 473865 h 606231"/>
                <a:gd name="connsiteX3" fmla="*/ 95493 w 95493"/>
                <a:gd name="connsiteY3" fmla="*/ 510089 h 606231"/>
                <a:gd name="connsiteX4" fmla="*/ 95493 w 95493"/>
                <a:gd name="connsiteY4" fmla="*/ 602499 h 606231"/>
                <a:gd name="connsiteX5" fmla="*/ 95299 w 95493"/>
                <a:gd name="connsiteY5" fmla="*/ 606231 h 606231"/>
                <a:gd name="connsiteX6" fmla="*/ 59692 w 95493"/>
                <a:gd name="connsiteY6" fmla="*/ 606231 h 606231"/>
                <a:gd name="connsiteX7" fmla="*/ 63035 w 95493"/>
                <a:gd name="connsiteY7" fmla="*/ 602499 h 606231"/>
                <a:gd name="connsiteX8" fmla="*/ 63035 w 95493"/>
                <a:gd name="connsiteY8" fmla="*/ 510089 h 606231"/>
                <a:gd name="connsiteX9" fmla="*/ 59302 w 95493"/>
                <a:gd name="connsiteY9" fmla="*/ 506324 h 606231"/>
                <a:gd name="connsiteX10" fmla="*/ 39340 w 95493"/>
                <a:gd name="connsiteY10" fmla="*/ 506324 h 606231"/>
                <a:gd name="connsiteX11" fmla="*/ 23111 w 95493"/>
                <a:gd name="connsiteY11" fmla="*/ 506356 h 606231"/>
                <a:gd name="connsiteX12" fmla="*/ 23111 w 95493"/>
                <a:gd name="connsiteY12" fmla="*/ 319588 h 606231"/>
                <a:gd name="connsiteX13" fmla="*/ 39340 w 95493"/>
                <a:gd name="connsiteY13" fmla="*/ 319588 h 606231"/>
                <a:gd name="connsiteX14" fmla="*/ 63035 w 95493"/>
                <a:gd name="connsiteY14" fmla="*/ 295861 h 606231"/>
                <a:gd name="connsiteX15" fmla="*/ 63035 w 95493"/>
                <a:gd name="connsiteY15" fmla="*/ 113346 h 606231"/>
                <a:gd name="connsiteX16" fmla="*/ 39340 w 95493"/>
                <a:gd name="connsiteY16" fmla="*/ 89618 h 606231"/>
                <a:gd name="connsiteX17" fmla="*/ 23111 w 95493"/>
                <a:gd name="connsiteY17" fmla="*/ 89618 h 606231"/>
                <a:gd name="connsiteX18" fmla="*/ 23111 w 95493"/>
                <a:gd name="connsiteY18" fmla="*/ 33465 h 606231"/>
                <a:gd name="connsiteX19" fmla="*/ 14736 w 95493"/>
                <a:gd name="connsiteY19" fmla="*/ 9738 h 606231"/>
                <a:gd name="connsiteX20" fmla="*/ 0 w 95493"/>
                <a:gd name="connsiteY20" fmla="*/ 0 h 606231"/>
                <a:gd name="connsiteX21" fmla="*/ 46513 w 95493"/>
                <a:gd name="connsiteY21" fmla="*/ 0 h 606231"/>
                <a:gd name="connsiteX22" fmla="*/ 51025 w 95493"/>
                <a:gd name="connsiteY22" fmla="*/ 9738 h 606231"/>
                <a:gd name="connsiteX23" fmla="*/ 55569 w 95493"/>
                <a:gd name="connsiteY23" fmla="*/ 33465 h 606231"/>
                <a:gd name="connsiteX24" fmla="*/ 55569 w 95493"/>
                <a:gd name="connsiteY24" fmla="*/ 59562 h 606231"/>
                <a:gd name="connsiteX25" fmla="*/ 95493 w 95493"/>
                <a:gd name="connsiteY25" fmla="*/ 113346 h 606231"/>
                <a:gd name="connsiteX26" fmla="*/ 95493 w 95493"/>
                <a:gd name="connsiteY26" fmla="*/ 295861 h 606231"/>
                <a:gd name="connsiteX27" fmla="*/ 55569 w 95493"/>
                <a:gd name="connsiteY27" fmla="*/ 349645 h 606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5493" h="606231">
                  <a:moveTo>
                    <a:pt x="55569" y="349645"/>
                  </a:moveTo>
                  <a:lnTo>
                    <a:pt x="55569" y="473865"/>
                  </a:lnTo>
                  <a:lnTo>
                    <a:pt x="59302" y="473865"/>
                  </a:lnTo>
                  <a:cubicBezTo>
                    <a:pt x="79264" y="473865"/>
                    <a:pt x="95493" y="490126"/>
                    <a:pt x="95493" y="510089"/>
                  </a:cubicBezTo>
                  <a:lnTo>
                    <a:pt x="95493" y="602499"/>
                  </a:lnTo>
                  <a:cubicBezTo>
                    <a:pt x="95493" y="603764"/>
                    <a:pt x="95429" y="604998"/>
                    <a:pt x="95299" y="606231"/>
                  </a:cubicBezTo>
                  <a:lnTo>
                    <a:pt x="59692" y="606231"/>
                  </a:lnTo>
                  <a:cubicBezTo>
                    <a:pt x="61574" y="606037"/>
                    <a:pt x="63035" y="604446"/>
                    <a:pt x="63035" y="602499"/>
                  </a:cubicBezTo>
                  <a:lnTo>
                    <a:pt x="63035" y="510089"/>
                  </a:lnTo>
                  <a:cubicBezTo>
                    <a:pt x="63035" y="508011"/>
                    <a:pt x="61380" y="506324"/>
                    <a:pt x="59302" y="506324"/>
                  </a:cubicBezTo>
                  <a:lnTo>
                    <a:pt x="39340" y="506324"/>
                  </a:lnTo>
                  <a:cubicBezTo>
                    <a:pt x="39340" y="506324"/>
                    <a:pt x="23111" y="506356"/>
                    <a:pt x="23111" y="506356"/>
                  </a:cubicBezTo>
                  <a:lnTo>
                    <a:pt x="23111" y="319588"/>
                  </a:lnTo>
                  <a:lnTo>
                    <a:pt x="39340" y="319588"/>
                  </a:lnTo>
                  <a:cubicBezTo>
                    <a:pt x="52421" y="319588"/>
                    <a:pt x="63035" y="308942"/>
                    <a:pt x="63035" y="295861"/>
                  </a:cubicBezTo>
                  <a:lnTo>
                    <a:pt x="63035" y="113346"/>
                  </a:lnTo>
                  <a:cubicBezTo>
                    <a:pt x="63035" y="100265"/>
                    <a:pt x="52421" y="89618"/>
                    <a:pt x="39340" y="89618"/>
                  </a:cubicBezTo>
                  <a:lnTo>
                    <a:pt x="23111" y="89618"/>
                  </a:lnTo>
                  <a:lnTo>
                    <a:pt x="23111" y="33465"/>
                  </a:lnTo>
                  <a:cubicBezTo>
                    <a:pt x="23111" y="26227"/>
                    <a:pt x="19865" y="16749"/>
                    <a:pt x="14736" y="9738"/>
                  </a:cubicBezTo>
                  <a:cubicBezTo>
                    <a:pt x="10744" y="4252"/>
                    <a:pt x="5615" y="260"/>
                    <a:pt x="0" y="0"/>
                  </a:cubicBezTo>
                  <a:lnTo>
                    <a:pt x="46513" y="0"/>
                  </a:lnTo>
                  <a:cubicBezTo>
                    <a:pt x="48266" y="3148"/>
                    <a:pt x="49759" y="6394"/>
                    <a:pt x="51025" y="9738"/>
                  </a:cubicBezTo>
                  <a:cubicBezTo>
                    <a:pt x="53946" y="17463"/>
                    <a:pt x="55569" y="25610"/>
                    <a:pt x="55569" y="33465"/>
                  </a:cubicBezTo>
                  <a:lnTo>
                    <a:pt x="55569" y="59562"/>
                  </a:lnTo>
                  <a:cubicBezTo>
                    <a:pt x="78647" y="66540"/>
                    <a:pt x="95493" y="87996"/>
                    <a:pt x="95493" y="113346"/>
                  </a:cubicBezTo>
                  <a:lnTo>
                    <a:pt x="95493" y="295861"/>
                  </a:lnTo>
                  <a:cubicBezTo>
                    <a:pt x="95493" y="321211"/>
                    <a:pt x="78647" y="342667"/>
                    <a:pt x="55569" y="349645"/>
                  </a:cubicBez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193" name="Group 73"/>
          <p:cNvGrpSpPr/>
          <p:nvPr/>
        </p:nvGrpSpPr>
        <p:grpSpPr>
          <a:xfrm>
            <a:off x="5212342" y="4344965"/>
            <a:ext cx="640281" cy="636548"/>
            <a:chOff x="1952577" y="6484206"/>
            <a:chExt cx="640281" cy="636548"/>
          </a:xfrm>
          <a:solidFill>
            <a:schemeClr val="tx1"/>
          </a:solidFill>
        </p:grpSpPr>
        <p:sp>
          <p:nvSpPr>
            <p:cNvPr id="194" name="Freeform: Shape 820"/>
            <p:cNvSpPr/>
            <p:nvPr/>
          </p:nvSpPr>
          <p:spPr>
            <a:xfrm>
              <a:off x="1952577" y="6484206"/>
              <a:ext cx="640280" cy="618435"/>
            </a:xfrm>
            <a:custGeom>
              <a:avLst/>
              <a:gdLst>
                <a:gd name="connsiteX0" fmla="*/ 624311 w 640280"/>
                <a:gd name="connsiteY0" fmla="*/ 90884 h 618435"/>
                <a:gd name="connsiteX1" fmla="*/ 317154 w 640280"/>
                <a:gd name="connsiteY1" fmla="*/ 1817 h 618435"/>
                <a:gd name="connsiteX2" fmla="*/ 314460 w 640280"/>
                <a:gd name="connsiteY2" fmla="*/ 0 h 618435"/>
                <a:gd name="connsiteX3" fmla="*/ 311766 w 640280"/>
                <a:gd name="connsiteY3" fmla="*/ 1817 h 618435"/>
                <a:gd name="connsiteX4" fmla="*/ 4609 w 640280"/>
                <a:gd name="connsiteY4" fmla="*/ 90884 h 618435"/>
                <a:gd name="connsiteX5" fmla="*/ 0 w 640280"/>
                <a:gd name="connsiteY5" fmla="*/ 91144 h 618435"/>
                <a:gd name="connsiteX6" fmla="*/ 0 w 640280"/>
                <a:gd name="connsiteY6" fmla="*/ 191636 h 618435"/>
                <a:gd name="connsiteX7" fmla="*/ 289564 w 640280"/>
                <a:gd name="connsiteY7" fmla="*/ 618436 h 618435"/>
                <a:gd name="connsiteX8" fmla="*/ 301022 w 640280"/>
                <a:gd name="connsiteY8" fmla="*/ 613242 h 618435"/>
                <a:gd name="connsiteX9" fmla="*/ 9738 w 640280"/>
                <a:gd name="connsiteY9" fmla="*/ 191636 h 618435"/>
                <a:gd name="connsiteX10" fmla="*/ 9738 w 640280"/>
                <a:gd name="connsiteY10" fmla="*/ 100298 h 618435"/>
                <a:gd name="connsiteX11" fmla="*/ 314460 w 640280"/>
                <a:gd name="connsiteY11" fmla="*/ 11685 h 618435"/>
                <a:gd name="connsiteX12" fmla="*/ 607822 w 640280"/>
                <a:gd name="connsiteY12" fmla="*/ 99324 h 618435"/>
                <a:gd name="connsiteX13" fmla="*/ 623824 w 640280"/>
                <a:gd name="connsiteY13" fmla="*/ 100622 h 618435"/>
                <a:gd name="connsiteX14" fmla="*/ 640280 w 640280"/>
                <a:gd name="connsiteY14" fmla="*/ 101628 h 618435"/>
                <a:gd name="connsiteX15" fmla="*/ 640280 w 640280"/>
                <a:gd name="connsiteY15" fmla="*/ 91566 h 618435"/>
                <a:gd name="connsiteX16" fmla="*/ 624311 w 640280"/>
                <a:gd name="connsiteY16" fmla="*/ 90884 h 61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0280" h="618435">
                  <a:moveTo>
                    <a:pt x="624311" y="90884"/>
                  </a:moveTo>
                  <a:cubicBezTo>
                    <a:pt x="622428" y="90787"/>
                    <a:pt x="434460" y="80011"/>
                    <a:pt x="317154" y="1817"/>
                  </a:cubicBezTo>
                  <a:lnTo>
                    <a:pt x="314460" y="0"/>
                  </a:lnTo>
                  <a:lnTo>
                    <a:pt x="311766" y="1817"/>
                  </a:lnTo>
                  <a:cubicBezTo>
                    <a:pt x="194460" y="80011"/>
                    <a:pt x="6492" y="90787"/>
                    <a:pt x="4609" y="90884"/>
                  </a:cubicBezTo>
                  <a:lnTo>
                    <a:pt x="0" y="91144"/>
                  </a:lnTo>
                  <a:lnTo>
                    <a:pt x="0" y="191636"/>
                  </a:lnTo>
                  <a:cubicBezTo>
                    <a:pt x="0" y="313486"/>
                    <a:pt x="30576" y="488666"/>
                    <a:pt x="289564" y="618436"/>
                  </a:cubicBezTo>
                  <a:lnTo>
                    <a:pt x="301022" y="613242"/>
                  </a:lnTo>
                  <a:cubicBezTo>
                    <a:pt x="40314" y="485517"/>
                    <a:pt x="9738" y="311993"/>
                    <a:pt x="9738" y="191636"/>
                  </a:cubicBezTo>
                  <a:lnTo>
                    <a:pt x="9738" y="100298"/>
                  </a:lnTo>
                  <a:cubicBezTo>
                    <a:pt x="39405" y="98123"/>
                    <a:pt x="205236" y="82932"/>
                    <a:pt x="314460" y="11685"/>
                  </a:cubicBezTo>
                  <a:cubicBezTo>
                    <a:pt x="413719" y="76440"/>
                    <a:pt x="559718" y="94877"/>
                    <a:pt x="607822" y="99324"/>
                  </a:cubicBezTo>
                  <a:cubicBezTo>
                    <a:pt x="617754" y="100265"/>
                    <a:pt x="623499" y="100590"/>
                    <a:pt x="623824" y="100622"/>
                  </a:cubicBezTo>
                  <a:lnTo>
                    <a:pt x="640280" y="101628"/>
                  </a:lnTo>
                  <a:lnTo>
                    <a:pt x="640280" y="91566"/>
                  </a:lnTo>
                  <a:lnTo>
                    <a:pt x="624311" y="90884"/>
                  </a:lnTo>
                  <a:close/>
                </a:path>
              </a:pathLst>
            </a:custGeom>
            <a:grpFill/>
            <a:ln w="3246" cap="flat">
              <a:noFill/>
              <a:prstDash val="solid"/>
              <a:miter/>
            </a:ln>
          </p:spPr>
          <p:txBody>
            <a:bodyPr rtlCol="0" anchor="ctr"/>
            <a:lstStyle/>
            <a:p>
              <a:endParaRPr lang="en-US"/>
            </a:p>
          </p:txBody>
        </p:sp>
        <p:sp>
          <p:nvSpPr>
            <p:cNvPr id="195" name="Freeform: Shape 821"/>
            <p:cNvSpPr/>
            <p:nvPr/>
          </p:nvSpPr>
          <p:spPr>
            <a:xfrm>
              <a:off x="1992502" y="6531401"/>
              <a:ext cx="549071" cy="539009"/>
            </a:xfrm>
            <a:custGeom>
              <a:avLst/>
              <a:gdLst>
                <a:gd name="connsiteX0" fmla="*/ 276970 w 549071"/>
                <a:gd name="connsiteY0" fmla="*/ 1363 h 539009"/>
                <a:gd name="connsiteX1" fmla="*/ 274536 w 549071"/>
                <a:gd name="connsiteY1" fmla="*/ 0 h 539009"/>
                <a:gd name="connsiteX2" fmla="*/ 272101 w 549071"/>
                <a:gd name="connsiteY2" fmla="*/ 1363 h 539009"/>
                <a:gd name="connsiteX3" fmla="*/ 4317 w 549071"/>
                <a:gd name="connsiteY3" fmla="*/ 80206 h 539009"/>
                <a:gd name="connsiteX4" fmla="*/ 0 w 549071"/>
                <a:gd name="connsiteY4" fmla="*/ 80693 h 539009"/>
                <a:gd name="connsiteX5" fmla="*/ 0 w 549071"/>
                <a:gd name="connsiteY5" fmla="*/ 144441 h 539009"/>
                <a:gd name="connsiteX6" fmla="*/ 87541 w 549071"/>
                <a:gd name="connsiteY6" fmla="*/ 402391 h 539009"/>
                <a:gd name="connsiteX7" fmla="*/ 272361 w 549071"/>
                <a:gd name="connsiteY7" fmla="*/ 537971 h 539009"/>
                <a:gd name="connsiteX8" fmla="*/ 274503 w 549071"/>
                <a:gd name="connsiteY8" fmla="*/ 539010 h 539009"/>
                <a:gd name="connsiteX9" fmla="*/ 276645 w 549071"/>
                <a:gd name="connsiteY9" fmla="*/ 537971 h 539009"/>
                <a:gd name="connsiteX10" fmla="*/ 549072 w 549071"/>
                <a:gd name="connsiteY10" fmla="*/ 144441 h 539009"/>
                <a:gd name="connsiteX11" fmla="*/ 549072 w 549071"/>
                <a:gd name="connsiteY11" fmla="*/ 80693 h 539009"/>
                <a:gd name="connsiteX12" fmla="*/ 544754 w 549071"/>
                <a:gd name="connsiteY12" fmla="*/ 80206 h 539009"/>
                <a:gd name="connsiteX13" fmla="*/ 276970 w 549071"/>
                <a:gd name="connsiteY13" fmla="*/ 1363 h 539009"/>
                <a:gd name="connsiteX14" fmla="*/ 269667 w 549071"/>
                <a:gd name="connsiteY14" fmla="*/ 263403 h 539009"/>
                <a:gd name="connsiteX15" fmla="*/ 199491 w 549071"/>
                <a:gd name="connsiteY15" fmla="*/ 263403 h 539009"/>
                <a:gd name="connsiteX16" fmla="*/ 199491 w 549071"/>
                <a:gd name="connsiteY16" fmla="*/ 45442 h 539009"/>
                <a:gd name="connsiteX17" fmla="*/ 269667 w 549071"/>
                <a:gd name="connsiteY17" fmla="*/ 13860 h 539009"/>
                <a:gd name="connsiteX18" fmla="*/ 269667 w 549071"/>
                <a:gd name="connsiteY18" fmla="*/ 263403 h 539009"/>
                <a:gd name="connsiteX19" fmla="*/ 189754 w 549071"/>
                <a:gd name="connsiteY19" fmla="*/ 48948 h 539009"/>
                <a:gd name="connsiteX20" fmla="*/ 189754 w 549071"/>
                <a:gd name="connsiteY20" fmla="*/ 263403 h 539009"/>
                <a:gd name="connsiteX21" fmla="*/ 109613 w 549071"/>
                <a:gd name="connsiteY21" fmla="*/ 263403 h 539009"/>
                <a:gd name="connsiteX22" fmla="*/ 109613 w 549071"/>
                <a:gd name="connsiteY22" fmla="*/ 71994 h 539009"/>
                <a:gd name="connsiteX23" fmla="*/ 189754 w 549071"/>
                <a:gd name="connsiteY23" fmla="*/ 48948 h 539009"/>
                <a:gd name="connsiteX24" fmla="*/ 189754 w 549071"/>
                <a:gd name="connsiteY24" fmla="*/ 48948 h 539009"/>
                <a:gd name="connsiteX25" fmla="*/ 9738 w 549071"/>
                <a:gd name="connsiteY25" fmla="*/ 89359 h 539009"/>
                <a:gd name="connsiteX26" fmla="*/ 99875 w 549071"/>
                <a:gd name="connsiteY26" fmla="*/ 74168 h 539009"/>
                <a:gd name="connsiteX27" fmla="*/ 99875 w 549071"/>
                <a:gd name="connsiteY27" fmla="*/ 74168 h 539009"/>
                <a:gd name="connsiteX28" fmla="*/ 99875 w 549071"/>
                <a:gd name="connsiteY28" fmla="*/ 263403 h 539009"/>
                <a:gd name="connsiteX29" fmla="*/ 25058 w 549071"/>
                <a:gd name="connsiteY29" fmla="*/ 263403 h 539009"/>
                <a:gd name="connsiteX30" fmla="*/ 25058 w 549071"/>
                <a:gd name="connsiteY30" fmla="*/ 263403 h 539009"/>
                <a:gd name="connsiteX31" fmla="*/ 9738 w 549071"/>
                <a:gd name="connsiteY31" fmla="*/ 144441 h 539009"/>
                <a:gd name="connsiteX32" fmla="*/ 9738 w 549071"/>
                <a:gd name="connsiteY32" fmla="*/ 89359 h 539009"/>
                <a:gd name="connsiteX33" fmla="*/ 27914 w 549071"/>
                <a:gd name="connsiteY33" fmla="*/ 273140 h 539009"/>
                <a:gd name="connsiteX34" fmla="*/ 269667 w 549071"/>
                <a:gd name="connsiteY34" fmla="*/ 273140 h 539009"/>
                <a:gd name="connsiteX35" fmla="*/ 269667 w 549071"/>
                <a:gd name="connsiteY35" fmla="*/ 525767 h 539009"/>
                <a:gd name="connsiteX36" fmla="*/ 27914 w 549071"/>
                <a:gd name="connsiteY36" fmla="*/ 273140 h 539009"/>
                <a:gd name="connsiteX37" fmla="*/ 274471 w 549071"/>
                <a:gd name="connsiteY37" fmla="*/ 528168 h 539009"/>
                <a:gd name="connsiteX38" fmla="*/ 274016 w 549071"/>
                <a:gd name="connsiteY38" fmla="*/ 527941 h 539009"/>
                <a:gd name="connsiteX39" fmla="*/ 274893 w 549071"/>
                <a:gd name="connsiteY39" fmla="*/ 527941 h 539009"/>
                <a:gd name="connsiteX40" fmla="*/ 274438 w 549071"/>
                <a:gd name="connsiteY40" fmla="*/ 528168 h 539009"/>
                <a:gd name="connsiteX41" fmla="*/ 279405 w 549071"/>
                <a:gd name="connsiteY41" fmla="*/ 273140 h 539009"/>
                <a:gd name="connsiteX42" fmla="*/ 349580 w 549071"/>
                <a:gd name="connsiteY42" fmla="*/ 273140 h 539009"/>
                <a:gd name="connsiteX43" fmla="*/ 349580 w 549071"/>
                <a:gd name="connsiteY43" fmla="*/ 485485 h 539009"/>
                <a:gd name="connsiteX44" fmla="*/ 279405 w 549071"/>
                <a:gd name="connsiteY44" fmla="*/ 525702 h 539009"/>
                <a:gd name="connsiteX45" fmla="*/ 279405 w 549071"/>
                <a:gd name="connsiteY45" fmla="*/ 273140 h 539009"/>
                <a:gd name="connsiteX46" fmla="*/ 359318 w 549071"/>
                <a:gd name="connsiteY46" fmla="*/ 478993 h 539009"/>
                <a:gd name="connsiteX47" fmla="*/ 359318 w 549071"/>
                <a:gd name="connsiteY47" fmla="*/ 478993 h 539009"/>
                <a:gd name="connsiteX48" fmla="*/ 359318 w 549071"/>
                <a:gd name="connsiteY48" fmla="*/ 273140 h 539009"/>
                <a:gd name="connsiteX49" fmla="*/ 419496 w 549071"/>
                <a:gd name="connsiteY49" fmla="*/ 273140 h 539009"/>
                <a:gd name="connsiteX50" fmla="*/ 419496 w 549071"/>
                <a:gd name="connsiteY50" fmla="*/ 431409 h 539009"/>
                <a:gd name="connsiteX51" fmla="*/ 419496 w 549071"/>
                <a:gd name="connsiteY51" fmla="*/ 431409 h 539009"/>
                <a:gd name="connsiteX52" fmla="*/ 359350 w 549071"/>
                <a:gd name="connsiteY52" fmla="*/ 478961 h 539009"/>
                <a:gd name="connsiteX53" fmla="*/ 429201 w 549071"/>
                <a:gd name="connsiteY53" fmla="*/ 422126 h 539009"/>
                <a:gd name="connsiteX54" fmla="*/ 429201 w 549071"/>
                <a:gd name="connsiteY54" fmla="*/ 273173 h 539009"/>
                <a:gd name="connsiteX55" fmla="*/ 521936 w 549071"/>
                <a:gd name="connsiteY55" fmla="*/ 273173 h 539009"/>
                <a:gd name="connsiteX56" fmla="*/ 429201 w 549071"/>
                <a:gd name="connsiteY56" fmla="*/ 422126 h 539009"/>
                <a:gd name="connsiteX57" fmla="*/ 539334 w 549071"/>
                <a:gd name="connsiteY57" fmla="*/ 144441 h 539009"/>
                <a:gd name="connsiteX58" fmla="*/ 524208 w 549071"/>
                <a:gd name="connsiteY58" fmla="*/ 265480 h 539009"/>
                <a:gd name="connsiteX59" fmla="*/ 524208 w 549071"/>
                <a:gd name="connsiteY59" fmla="*/ 263403 h 539009"/>
                <a:gd name="connsiteX60" fmla="*/ 279405 w 549071"/>
                <a:gd name="connsiteY60" fmla="*/ 263403 h 539009"/>
                <a:gd name="connsiteX61" fmla="*/ 279405 w 549071"/>
                <a:gd name="connsiteY61" fmla="*/ 13860 h 539009"/>
                <a:gd name="connsiteX62" fmla="*/ 539334 w 549071"/>
                <a:gd name="connsiteY62" fmla="*/ 89359 h 539009"/>
                <a:gd name="connsiteX63" fmla="*/ 539334 w 549071"/>
                <a:gd name="connsiteY63" fmla="*/ 144441 h 53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49071" h="539009">
                  <a:moveTo>
                    <a:pt x="276970" y="1363"/>
                  </a:moveTo>
                  <a:lnTo>
                    <a:pt x="274536" y="0"/>
                  </a:lnTo>
                  <a:lnTo>
                    <a:pt x="272101" y="1363"/>
                  </a:lnTo>
                  <a:cubicBezTo>
                    <a:pt x="180795" y="53687"/>
                    <a:pt x="65145" y="73227"/>
                    <a:pt x="4317" y="80206"/>
                  </a:cubicBezTo>
                  <a:lnTo>
                    <a:pt x="0" y="80693"/>
                  </a:lnTo>
                  <a:lnTo>
                    <a:pt x="0" y="144441"/>
                  </a:lnTo>
                  <a:cubicBezTo>
                    <a:pt x="0" y="245972"/>
                    <a:pt x="29472" y="332767"/>
                    <a:pt x="87541" y="402391"/>
                  </a:cubicBezTo>
                  <a:cubicBezTo>
                    <a:pt x="131101" y="454649"/>
                    <a:pt x="189851" y="497722"/>
                    <a:pt x="272361" y="537971"/>
                  </a:cubicBezTo>
                  <a:lnTo>
                    <a:pt x="274503" y="539010"/>
                  </a:lnTo>
                  <a:lnTo>
                    <a:pt x="276645" y="537971"/>
                  </a:lnTo>
                  <a:cubicBezTo>
                    <a:pt x="518106" y="419042"/>
                    <a:pt x="549072" y="265188"/>
                    <a:pt x="549072" y="144441"/>
                  </a:cubicBezTo>
                  <a:lnTo>
                    <a:pt x="549072" y="80693"/>
                  </a:lnTo>
                  <a:lnTo>
                    <a:pt x="544754" y="80206"/>
                  </a:lnTo>
                  <a:cubicBezTo>
                    <a:pt x="483927" y="73227"/>
                    <a:pt x="368276" y="53687"/>
                    <a:pt x="276970" y="1363"/>
                  </a:cubicBezTo>
                  <a:close/>
                  <a:moveTo>
                    <a:pt x="269667" y="263403"/>
                  </a:moveTo>
                  <a:lnTo>
                    <a:pt x="199491" y="263403"/>
                  </a:lnTo>
                  <a:lnTo>
                    <a:pt x="199491" y="45442"/>
                  </a:lnTo>
                  <a:cubicBezTo>
                    <a:pt x="223413" y="36646"/>
                    <a:pt x="247173" y="26227"/>
                    <a:pt x="269667" y="13860"/>
                  </a:cubicBezTo>
                  <a:lnTo>
                    <a:pt x="269667" y="263403"/>
                  </a:lnTo>
                  <a:close/>
                  <a:moveTo>
                    <a:pt x="189754" y="48948"/>
                  </a:moveTo>
                  <a:lnTo>
                    <a:pt x="189754" y="263403"/>
                  </a:lnTo>
                  <a:lnTo>
                    <a:pt x="109613" y="263403"/>
                  </a:lnTo>
                  <a:lnTo>
                    <a:pt x="109613" y="71994"/>
                  </a:lnTo>
                  <a:cubicBezTo>
                    <a:pt x="135288" y="66054"/>
                    <a:pt x="162521" y="58523"/>
                    <a:pt x="189754" y="48948"/>
                  </a:cubicBezTo>
                  <a:cubicBezTo>
                    <a:pt x="189754" y="48948"/>
                    <a:pt x="189754" y="48948"/>
                    <a:pt x="189754" y="48948"/>
                  </a:cubicBezTo>
                  <a:close/>
                  <a:moveTo>
                    <a:pt x="9738" y="89359"/>
                  </a:moveTo>
                  <a:cubicBezTo>
                    <a:pt x="33660" y="86503"/>
                    <a:pt x="65112" y="81796"/>
                    <a:pt x="99875" y="74168"/>
                  </a:cubicBezTo>
                  <a:cubicBezTo>
                    <a:pt x="99875" y="74168"/>
                    <a:pt x="99875" y="74168"/>
                    <a:pt x="99875" y="74168"/>
                  </a:cubicBezTo>
                  <a:lnTo>
                    <a:pt x="99875" y="263403"/>
                  </a:lnTo>
                  <a:lnTo>
                    <a:pt x="25058" y="263403"/>
                  </a:lnTo>
                  <a:cubicBezTo>
                    <a:pt x="25058" y="263403"/>
                    <a:pt x="25058" y="263403"/>
                    <a:pt x="25058" y="263403"/>
                  </a:cubicBezTo>
                  <a:cubicBezTo>
                    <a:pt x="15256" y="228217"/>
                    <a:pt x="9738" y="188780"/>
                    <a:pt x="9738" y="144441"/>
                  </a:cubicBezTo>
                  <a:lnTo>
                    <a:pt x="9738" y="89359"/>
                  </a:lnTo>
                  <a:close/>
                  <a:moveTo>
                    <a:pt x="27914" y="273140"/>
                  </a:moveTo>
                  <a:lnTo>
                    <a:pt x="269667" y="273140"/>
                  </a:lnTo>
                  <a:lnTo>
                    <a:pt x="269667" y="525767"/>
                  </a:lnTo>
                  <a:cubicBezTo>
                    <a:pt x="173946" y="478214"/>
                    <a:pt x="69169" y="407422"/>
                    <a:pt x="27914" y="273140"/>
                  </a:cubicBezTo>
                  <a:close/>
                  <a:moveTo>
                    <a:pt x="274471" y="528168"/>
                  </a:moveTo>
                  <a:cubicBezTo>
                    <a:pt x="274471" y="528168"/>
                    <a:pt x="274179" y="528006"/>
                    <a:pt x="274016" y="527941"/>
                  </a:cubicBezTo>
                  <a:lnTo>
                    <a:pt x="274893" y="527941"/>
                  </a:lnTo>
                  <a:cubicBezTo>
                    <a:pt x="274893" y="527941"/>
                    <a:pt x="274601" y="528104"/>
                    <a:pt x="274438" y="528168"/>
                  </a:cubicBezTo>
                  <a:close/>
                  <a:moveTo>
                    <a:pt x="279405" y="273140"/>
                  </a:moveTo>
                  <a:lnTo>
                    <a:pt x="349580" y="273140"/>
                  </a:lnTo>
                  <a:lnTo>
                    <a:pt x="349580" y="485485"/>
                  </a:lnTo>
                  <a:cubicBezTo>
                    <a:pt x="328547" y="499248"/>
                    <a:pt x="305242" y="512686"/>
                    <a:pt x="279405" y="525702"/>
                  </a:cubicBezTo>
                  <a:lnTo>
                    <a:pt x="279405" y="273140"/>
                  </a:lnTo>
                  <a:close/>
                  <a:moveTo>
                    <a:pt x="359318" y="478993"/>
                  </a:moveTo>
                  <a:cubicBezTo>
                    <a:pt x="359318" y="478993"/>
                    <a:pt x="359318" y="478993"/>
                    <a:pt x="359318" y="478993"/>
                  </a:cubicBezTo>
                  <a:lnTo>
                    <a:pt x="359318" y="273140"/>
                  </a:lnTo>
                  <a:lnTo>
                    <a:pt x="419496" y="273140"/>
                  </a:lnTo>
                  <a:lnTo>
                    <a:pt x="419496" y="431409"/>
                  </a:lnTo>
                  <a:cubicBezTo>
                    <a:pt x="419496" y="431409"/>
                    <a:pt x="419496" y="431409"/>
                    <a:pt x="419496" y="431409"/>
                  </a:cubicBezTo>
                  <a:cubicBezTo>
                    <a:pt x="402033" y="447541"/>
                    <a:pt x="382104" y="463446"/>
                    <a:pt x="359350" y="478961"/>
                  </a:cubicBezTo>
                  <a:close/>
                  <a:moveTo>
                    <a:pt x="429201" y="422126"/>
                  </a:moveTo>
                  <a:lnTo>
                    <a:pt x="429201" y="273173"/>
                  </a:lnTo>
                  <a:lnTo>
                    <a:pt x="521936" y="273173"/>
                  </a:lnTo>
                  <a:cubicBezTo>
                    <a:pt x="506680" y="322607"/>
                    <a:pt x="478831" y="373438"/>
                    <a:pt x="429201" y="422126"/>
                  </a:cubicBezTo>
                  <a:close/>
                  <a:moveTo>
                    <a:pt x="539334" y="144441"/>
                  </a:moveTo>
                  <a:cubicBezTo>
                    <a:pt x="539334" y="182191"/>
                    <a:pt x="536218" y="223251"/>
                    <a:pt x="524208" y="265480"/>
                  </a:cubicBezTo>
                  <a:lnTo>
                    <a:pt x="524208" y="263403"/>
                  </a:lnTo>
                  <a:lnTo>
                    <a:pt x="279405" y="263403"/>
                  </a:lnTo>
                  <a:lnTo>
                    <a:pt x="279405" y="13860"/>
                  </a:lnTo>
                  <a:cubicBezTo>
                    <a:pt x="368828" y="62840"/>
                    <a:pt x="478376" y="82088"/>
                    <a:pt x="539334" y="89359"/>
                  </a:cubicBezTo>
                  <a:lnTo>
                    <a:pt x="539334" y="144441"/>
                  </a:lnTo>
                  <a:close/>
                </a:path>
              </a:pathLst>
            </a:custGeom>
            <a:grpFill/>
            <a:ln w="3246" cap="flat">
              <a:noFill/>
              <a:prstDash val="solid"/>
              <a:miter/>
            </a:ln>
          </p:spPr>
          <p:txBody>
            <a:bodyPr rtlCol="0" anchor="ctr"/>
            <a:lstStyle/>
            <a:p>
              <a:endParaRPr lang="en-US"/>
            </a:p>
          </p:txBody>
        </p:sp>
        <p:sp>
          <p:nvSpPr>
            <p:cNvPr id="196" name="Freeform: Shape 1159"/>
            <p:cNvSpPr/>
            <p:nvPr/>
          </p:nvSpPr>
          <p:spPr>
            <a:xfrm>
              <a:off x="2242142" y="6583530"/>
              <a:ext cx="350716" cy="537224"/>
            </a:xfrm>
            <a:custGeom>
              <a:avLst/>
              <a:gdLst>
                <a:gd name="connsiteX0" fmla="*/ 350716 w 350716"/>
                <a:gd name="connsiteY0" fmla="*/ 2304 h 537224"/>
                <a:gd name="connsiteX1" fmla="*/ 350716 w 350716"/>
                <a:gd name="connsiteY1" fmla="*/ 92312 h 537224"/>
                <a:gd name="connsiteX2" fmla="*/ 49759 w 350716"/>
                <a:gd name="connsiteY2" fmla="*/ 531836 h 537224"/>
                <a:gd name="connsiteX3" fmla="*/ 42813 w 350716"/>
                <a:gd name="connsiteY3" fmla="*/ 535212 h 537224"/>
                <a:gd name="connsiteX4" fmla="*/ 38691 w 350716"/>
                <a:gd name="connsiteY4" fmla="*/ 537224 h 537224"/>
                <a:gd name="connsiteX5" fmla="*/ 38658 w 350716"/>
                <a:gd name="connsiteY5" fmla="*/ 537224 h 537224"/>
                <a:gd name="connsiteX6" fmla="*/ 22851 w 350716"/>
                <a:gd name="connsiteY6" fmla="*/ 530181 h 537224"/>
                <a:gd name="connsiteX7" fmla="*/ 0 w 350716"/>
                <a:gd name="connsiteY7" fmla="*/ 519112 h 537224"/>
                <a:gd name="connsiteX8" fmla="*/ 11458 w 350716"/>
                <a:gd name="connsiteY8" fmla="*/ 513919 h 537224"/>
                <a:gd name="connsiteX9" fmla="*/ 24863 w 350716"/>
                <a:gd name="connsiteY9" fmla="*/ 507816 h 537224"/>
                <a:gd name="connsiteX10" fmla="*/ 318258 w 350716"/>
                <a:gd name="connsiteY10" fmla="*/ 92312 h 537224"/>
                <a:gd name="connsiteX11" fmla="*/ 318258 w 350716"/>
                <a:gd name="connsiteY11" fmla="*/ 0 h 537224"/>
                <a:gd name="connsiteX12" fmla="*/ 334260 w 350716"/>
                <a:gd name="connsiteY12" fmla="*/ 1298 h 537224"/>
                <a:gd name="connsiteX13" fmla="*/ 350716 w 350716"/>
                <a:gd name="connsiteY13" fmla="*/ 2304 h 5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0716" h="537224">
                  <a:moveTo>
                    <a:pt x="350716" y="2304"/>
                  </a:moveTo>
                  <a:lnTo>
                    <a:pt x="350716" y="92312"/>
                  </a:lnTo>
                  <a:cubicBezTo>
                    <a:pt x="350716" y="217993"/>
                    <a:pt x="319069" y="399080"/>
                    <a:pt x="49759" y="531836"/>
                  </a:cubicBezTo>
                  <a:lnTo>
                    <a:pt x="42813" y="535212"/>
                  </a:lnTo>
                  <a:lnTo>
                    <a:pt x="38691" y="537224"/>
                  </a:lnTo>
                  <a:lnTo>
                    <a:pt x="38658" y="537224"/>
                  </a:lnTo>
                  <a:lnTo>
                    <a:pt x="22851" y="530181"/>
                  </a:lnTo>
                  <a:cubicBezTo>
                    <a:pt x="15028" y="526545"/>
                    <a:pt x="7433" y="522845"/>
                    <a:pt x="0" y="519112"/>
                  </a:cubicBezTo>
                  <a:lnTo>
                    <a:pt x="11458" y="513919"/>
                  </a:lnTo>
                  <a:lnTo>
                    <a:pt x="24863" y="507816"/>
                  </a:lnTo>
                  <a:cubicBezTo>
                    <a:pt x="287682" y="382461"/>
                    <a:pt x="318258" y="210852"/>
                    <a:pt x="318258" y="92312"/>
                  </a:cubicBezTo>
                  <a:lnTo>
                    <a:pt x="318258" y="0"/>
                  </a:lnTo>
                  <a:cubicBezTo>
                    <a:pt x="328190" y="941"/>
                    <a:pt x="333935" y="1266"/>
                    <a:pt x="334260" y="1298"/>
                  </a:cubicBezTo>
                  <a:lnTo>
                    <a:pt x="350716" y="2304"/>
                  </a:ln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197" name="Group 79"/>
          <p:cNvGrpSpPr/>
          <p:nvPr/>
        </p:nvGrpSpPr>
        <p:grpSpPr>
          <a:xfrm>
            <a:off x="6603632" y="4379344"/>
            <a:ext cx="480746" cy="628952"/>
            <a:chOff x="9779637" y="1298310"/>
            <a:chExt cx="480746" cy="628952"/>
          </a:xfrm>
          <a:solidFill>
            <a:schemeClr val="tx1"/>
          </a:solidFill>
        </p:grpSpPr>
        <p:sp>
          <p:nvSpPr>
            <p:cNvPr id="198" name="Freeform: Shape 828"/>
            <p:cNvSpPr/>
            <p:nvPr/>
          </p:nvSpPr>
          <p:spPr>
            <a:xfrm>
              <a:off x="10014443" y="1877601"/>
              <a:ext cx="79913" cy="9737"/>
            </a:xfrm>
            <a:custGeom>
              <a:avLst/>
              <a:gdLst>
                <a:gd name="connsiteX0" fmla="*/ 0 w 79913"/>
                <a:gd name="connsiteY0" fmla="*/ 0 h 9737"/>
                <a:gd name="connsiteX1" fmla="*/ 79913 w 79913"/>
                <a:gd name="connsiteY1" fmla="*/ 0 h 9737"/>
                <a:gd name="connsiteX2" fmla="*/ 79913 w 79913"/>
                <a:gd name="connsiteY2" fmla="*/ 9738 h 9737"/>
                <a:gd name="connsiteX3" fmla="*/ 0 w 79913"/>
                <a:gd name="connsiteY3" fmla="*/ 9738 h 9737"/>
              </a:gdLst>
              <a:ahLst/>
              <a:cxnLst>
                <a:cxn ang="0">
                  <a:pos x="connsiteX0" y="connsiteY0"/>
                </a:cxn>
                <a:cxn ang="0">
                  <a:pos x="connsiteX1" y="connsiteY1"/>
                </a:cxn>
                <a:cxn ang="0">
                  <a:pos x="connsiteX2" y="connsiteY2"/>
                </a:cxn>
                <a:cxn ang="0">
                  <a:pos x="connsiteX3" y="connsiteY3"/>
                </a:cxn>
              </a:cxnLst>
              <a:rect l="l" t="t" r="r" b="b"/>
              <a:pathLst>
                <a:path w="79913" h="9737">
                  <a:moveTo>
                    <a:pt x="0" y="0"/>
                  </a:moveTo>
                  <a:lnTo>
                    <a:pt x="79913" y="0"/>
                  </a:lnTo>
                  <a:lnTo>
                    <a:pt x="79913" y="9738"/>
                  </a:lnTo>
                  <a:lnTo>
                    <a:pt x="0" y="9738"/>
                  </a:lnTo>
                  <a:close/>
                </a:path>
              </a:pathLst>
            </a:custGeom>
            <a:grpFill/>
            <a:ln w="3246" cap="flat">
              <a:noFill/>
              <a:prstDash val="solid"/>
              <a:miter/>
            </a:ln>
          </p:spPr>
          <p:txBody>
            <a:bodyPr rtlCol="0" anchor="ctr"/>
            <a:lstStyle/>
            <a:p>
              <a:endParaRPr lang="en-US"/>
            </a:p>
          </p:txBody>
        </p:sp>
        <p:sp>
          <p:nvSpPr>
            <p:cNvPr id="199" name="Freeform: Shape 829"/>
            <p:cNvSpPr/>
            <p:nvPr/>
          </p:nvSpPr>
          <p:spPr>
            <a:xfrm>
              <a:off x="9779637" y="1298310"/>
              <a:ext cx="480551" cy="628952"/>
            </a:xfrm>
            <a:custGeom>
              <a:avLst/>
              <a:gdLst>
                <a:gd name="connsiteX0" fmla="*/ 89878 w 480551"/>
                <a:gd name="connsiteY0" fmla="*/ 604122 h 628952"/>
                <a:gd name="connsiteX1" fmla="*/ 89878 w 480551"/>
                <a:gd name="connsiteY1" fmla="*/ 549072 h 628952"/>
                <a:gd name="connsiteX2" fmla="*/ 448287 w 480551"/>
                <a:gd name="connsiteY2" fmla="*/ 549072 h 628952"/>
                <a:gd name="connsiteX3" fmla="*/ 448287 w 480551"/>
                <a:gd name="connsiteY3" fmla="*/ 539334 h 628952"/>
                <a:gd name="connsiteX4" fmla="*/ 89878 w 480551"/>
                <a:gd name="connsiteY4" fmla="*/ 539334 h 628952"/>
                <a:gd name="connsiteX5" fmla="*/ 89878 w 480551"/>
                <a:gd name="connsiteY5" fmla="*/ 409239 h 628952"/>
                <a:gd name="connsiteX6" fmla="*/ 110165 w 480551"/>
                <a:gd name="connsiteY6" fmla="*/ 409239 h 628952"/>
                <a:gd name="connsiteX7" fmla="*/ 105003 w 480551"/>
                <a:gd name="connsiteY7" fmla="*/ 424333 h 628952"/>
                <a:gd name="connsiteX8" fmla="*/ 129835 w 480551"/>
                <a:gd name="connsiteY8" fmla="*/ 449196 h 628952"/>
                <a:gd name="connsiteX9" fmla="*/ 154698 w 480551"/>
                <a:gd name="connsiteY9" fmla="*/ 424333 h 628952"/>
                <a:gd name="connsiteX10" fmla="*/ 149569 w 480551"/>
                <a:gd name="connsiteY10" fmla="*/ 409239 h 628952"/>
                <a:gd name="connsiteX11" fmla="*/ 239999 w 480551"/>
                <a:gd name="connsiteY11" fmla="*/ 409239 h 628952"/>
                <a:gd name="connsiteX12" fmla="*/ 234838 w 480551"/>
                <a:gd name="connsiteY12" fmla="*/ 424333 h 628952"/>
                <a:gd name="connsiteX13" fmla="*/ 259670 w 480551"/>
                <a:gd name="connsiteY13" fmla="*/ 449196 h 628952"/>
                <a:gd name="connsiteX14" fmla="*/ 284533 w 480551"/>
                <a:gd name="connsiteY14" fmla="*/ 424333 h 628952"/>
                <a:gd name="connsiteX15" fmla="*/ 279404 w 480551"/>
                <a:gd name="connsiteY15" fmla="*/ 409239 h 628952"/>
                <a:gd name="connsiteX16" fmla="*/ 319621 w 480551"/>
                <a:gd name="connsiteY16" fmla="*/ 409239 h 628952"/>
                <a:gd name="connsiteX17" fmla="*/ 319621 w 480551"/>
                <a:gd name="connsiteY17" fmla="*/ 399502 h 628952"/>
                <a:gd name="connsiteX18" fmla="*/ 87995 w 480551"/>
                <a:gd name="connsiteY18" fmla="*/ 399502 h 628952"/>
                <a:gd name="connsiteX19" fmla="*/ 72967 w 480551"/>
                <a:gd name="connsiteY19" fmla="*/ 385902 h 628952"/>
                <a:gd name="connsiteX20" fmla="*/ 70500 w 480551"/>
                <a:gd name="connsiteY20" fmla="*/ 361071 h 628952"/>
                <a:gd name="connsiteX21" fmla="*/ 302645 w 480551"/>
                <a:gd name="connsiteY21" fmla="*/ 335850 h 628952"/>
                <a:gd name="connsiteX22" fmla="*/ 324587 w 480551"/>
                <a:gd name="connsiteY22" fmla="*/ 314428 h 628952"/>
                <a:gd name="connsiteX23" fmla="*/ 345133 w 480551"/>
                <a:gd name="connsiteY23" fmla="*/ 159794 h 628952"/>
                <a:gd name="connsiteX24" fmla="*/ 89878 w 480551"/>
                <a:gd name="connsiteY24" fmla="*/ 159794 h 628952"/>
                <a:gd name="connsiteX25" fmla="*/ 89878 w 480551"/>
                <a:gd name="connsiteY25" fmla="*/ 24863 h 628952"/>
                <a:gd name="connsiteX26" fmla="*/ 104971 w 480551"/>
                <a:gd name="connsiteY26" fmla="*/ 9738 h 628952"/>
                <a:gd name="connsiteX27" fmla="*/ 480551 w 480551"/>
                <a:gd name="connsiteY27" fmla="*/ 9738 h 628952"/>
                <a:gd name="connsiteX28" fmla="*/ 478117 w 480551"/>
                <a:gd name="connsiteY28" fmla="*/ 0 h 628952"/>
                <a:gd name="connsiteX29" fmla="*/ 104971 w 480551"/>
                <a:gd name="connsiteY29" fmla="*/ 0 h 628952"/>
                <a:gd name="connsiteX30" fmla="*/ 80140 w 480551"/>
                <a:gd name="connsiteY30" fmla="*/ 24863 h 628952"/>
                <a:gd name="connsiteX31" fmla="*/ 80140 w 480551"/>
                <a:gd name="connsiteY31" fmla="*/ 159794 h 628952"/>
                <a:gd name="connsiteX32" fmla="*/ 50376 w 480551"/>
                <a:gd name="connsiteY32" fmla="*/ 159794 h 628952"/>
                <a:gd name="connsiteX33" fmla="*/ 46610 w 480551"/>
                <a:gd name="connsiteY33" fmla="*/ 122240 h 628952"/>
                <a:gd name="connsiteX34" fmla="*/ 21877 w 480551"/>
                <a:gd name="connsiteY34" fmla="*/ 99875 h 628952"/>
                <a:gd name="connsiteX35" fmla="*/ 0 w 480551"/>
                <a:gd name="connsiteY35" fmla="*/ 99875 h 628952"/>
                <a:gd name="connsiteX36" fmla="*/ 0 w 480551"/>
                <a:gd name="connsiteY36" fmla="*/ 109613 h 628952"/>
                <a:gd name="connsiteX37" fmla="*/ 21877 w 480551"/>
                <a:gd name="connsiteY37" fmla="*/ 109613 h 628952"/>
                <a:gd name="connsiteX38" fmla="*/ 36938 w 480551"/>
                <a:gd name="connsiteY38" fmla="*/ 123213 h 628952"/>
                <a:gd name="connsiteX39" fmla="*/ 63294 w 480551"/>
                <a:gd name="connsiteY39" fmla="*/ 386875 h 628952"/>
                <a:gd name="connsiteX40" fmla="*/ 80140 w 480551"/>
                <a:gd name="connsiteY40" fmla="*/ 407941 h 628952"/>
                <a:gd name="connsiteX41" fmla="*/ 80140 w 480551"/>
                <a:gd name="connsiteY41" fmla="*/ 604122 h 628952"/>
                <a:gd name="connsiteX42" fmla="*/ 104971 w 480551"/>
                <a:gd name="connsiteY42" fmla="*/ 628952 h 628952"/>
                <a:gd name="connsiteX43" fmla="*/ 478117 w 480551"/>
                <a:gd name="connsiteY43" fmla="*/ 628952 h 628952"/>
                <a:gd name="connsiteX44" fmla="*/ 480551 w 480551"/>
                <a:gd name="connsiteY44" fmla="*/ 619215 h 628952"/>
                <a:gd name="connsiteX45" fmla="*/ 104971 w 480551"/>
                <a:gd name="connsiteY45" fmla="*/ 619215 h 628952"/>
                <a:gd name="connsiteX46" fmla="*/ 89878 w 480551"/>
                <a:gd name="connsiteY46" fmla="*/ 604122 h 628952"/>
                <a:gd name="connsiteX47" fmla="*/ 259670 w 480551"/>
                <a:gd name="connsiteY47" fmla="*/ 409239 h 628952"/>
                <a:gd name="connsiteX48" fmla="*/ 274795 w 480551"/>
                <a:gd name="connsiteY48" fmla="*/ 424333 h 628952"/>
                <a:gd name="connsiteX49" fmla="*/ 259670 w 480551"/>
                <a:gd name="connsiteY49" fmla="*/ 439459 h 628952"/>
                <a:gd name="connsiteX50" fmla="*/ 244576 w 480551"/>
                <a:gd name="connsiteY50" fmla="*/ 424333 h 628952"/>
                <a:gd name="connsiteX51" fmla="*/ 259670 w 480551"/>
                <a:gd name="connsiteY51" fmla="*/ 409239 h 628952"/>
                <a:gd name="connsiteX52" fmla="*/ 129835 w 480551"/>
                <a:gd name="connsiteY52" fmla="*/ 409239 h 628952"/>
                <a:gd name="connsiteX53" fmla="*/ 144960 w 480551"/>
                <a:gd name="connsiteY53" fmla="*/ 424333 h 628952"/>
                <a:gd name="connsiteX54" fmla="*/ 129835 w 480551"/>
                <a:gd name="connsiteY54" fmla="*/ 439459 h 628952"/>
                <a:gd name="connsiteX55" fmla="*/ 114741 w 480551"/>
                <a:gd name="connsiteY55" fmla="*/ 424333 h 628952"/>
                <a:gd name="connsiteX56" fmla="*/ 129835 w 480551"/>
                <a:gd name="connsiteY56" fmla="*/ 409239 h 628952"/>
                <a:gd name="connsiteX57" fmla="*/ 51349 w 480551"/>
                <a:gd name="connsiteY57" fmla="*/ 169532 h 628952"/>
                <a:gd name="connsiteX58" fmla="*/ 334032 w 480551"/>
                <a:gd name="connsiteY58" fmla="*/ 169532 h 628952"/>
                <a:gd name="connsiteX59" fmla="*/ 314914 w 480551"/>
                <a:gd name="connsiteY59" fmla="*/ 313129 h 628952"/>
                <a:gd name="connsiteX60" fmla="*/ 301574 w 480551"/>
                <a:gd name="connsiteY60" fmla="*/ 326145 h 628952"/>
                <a:gd name="connsiteX61" fmla="*/ 69526 w 480551"/>
                <a:gd name="connsiteY61" fmla="*/ 351398 h 628952"/>
                <a:gd name="connsiteX62" fmla="*/ 51349 w 480551"/>
                <a:gd name="connsiteY62" fmla="*/ 169532 h 62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0551" h="628952">
                  <a:moveTo>
                    <a:pt x="89878" y="604122"/>
                  </a:moveTo>
                  <a:lnTo>
                    <a:pt x="89878" y="549072"/>
                  </a:lnTo>
                  <a:lnTo>
                    <a:pt x="448287" y="549072"/>
                  </a:lnTo>
                  <a:lnTo>
                    <a:pt x="448287" y="539334"/>
                  </a:lnTo>
                  <a:lnTo>
                    <a:pt x="89878" y="539334"/>
                  </a:lnTo>
                  <a:lnTo>
                    <a:pt x="89878" y="409239"/>
                  </a:lnTo>
                  <a:lnTo>
                    <a:pt x="110165" y="409239"/>
                  </a:lnTo>
                  <a:cubicBezTo>
                    <a:pt x="106919" y="413427"/>
                    <a:pt x="105003" y="418652"/>
                    <a:pt x="105003" y="424333"/>
                  </a:cubicBezTo>
                  <a:cubicBezTo>
                    <a:pt x="105003" y="438030"/>
                    <a:pt x="116170" y="449196"/>
                    <a:pt x="129835" y="449196"/>
                  </a:cubicBezTo>
                  <a:cubicBezTo>
                    <a:pt x="143500" y="449196"/>
                    <a:pt x="154698" y="438030"/>
                    <a:pt x="154698" y="424333"/>
                  </a:cubicBezTo>
                  <a:cubicBezTo>
                    <a:pt x="154698" y="418652"/>
                    <a:pt x="152783" y="413427"/>
                    <a:pt x="149569" y="409239"/>
                  </a:cubicBezTo>
                  <a:lnTo>
                    <a:pt x="239999" y="409239"/>
                  </a:lnTo>
                  <a:cubicBezTo>
                    <a:pt x="236754" y="413427"/>
                    <a:pt x="234838" y="418652"/>
                    <a:pt x="234838" y="424333"/>
                  </a:cubicBezTo>
                  <a:cubicBezTo>
                    <a:pt x="234838" y="438030"/>
                    <a:pt x="246005" y="449196"/>
                    <a:pt x="259670" y="449196"/>
                  </a:cubicBezTo>
                  <a:cubicBezTo>
                    <a:pt x="273335" y="449196"/>
                    <a:pt x="284533" y="438030"/>
                    <a:pt x="284533" y="424333"/>
                  </a:cubicBezTo>
                  <a:cubicBezTo>
                    <a:pt x="284533" y="418652"/>
                    <a:pt x="282617" y="413427"/>
                    <a:pt x="279404" y="409239"/>
                  </a:cubicBezTo>
                  <a:lnTo>
                    <a:pt x="319621" y="409239"/>
                  </a:lnTo>
                  <a:lnTo>
                    <a:pt x="319621" y="399502"/>
                  </a:lnTo>
                  <a:lnTo>
                    <a:pt x="87995" y="399502"/>
                  </a:lnTo>
                  <a:cubicBezTo>
                    <a:pt x="80205" y="399502"/>
                    <a:pt x="73746" y="393659"/>
                    <a:pt x="72967" y="385902"/>
                  </a:cubicBezTo>
                  <a:lnTo>
                    <a:pt x="70500" y="361071"/>
                  </a:lnTo>
                  <a:lnTo>
                    <a:pt x="302645" y="335850"/>
                  </a:lnTo>
                  <a:cubicBezTo>
                    <a:pt x="314038" y="334584"/>
                    <a:pt x="323062" y="325788"/>
                    <a:pt x="324587" y="314428"/>
                  </a:cubicBezTo>
                  <a:lnTo>
                    <a:pt x="345133" y="159794"/>
                  </a:lnTo>
                  <a:lnTo>
                    <a:pt x="89878" y="159794"/>
                  </a:lnTo>
                  <a:lnTo>
                    <a:pt x="89878" y="24863"/>
                  </a:lnTo>
                  <a:cubicBezTo>
                    <a:pt x="89878" y="16521"/>
                    <a:pt x="96662" y="9738"/>
                    <a:pt x="104971" y="9738"/>
                  </a:cubicBezTo>
                  <a:lnTo>
                    <a:pt x="480551" y="9738"/>
                  </a:lnTo>
                  <a:cubicBezTo>
                    <a:pt x="480194" y="6329"/>
                    <a:pt x="479382" y="3051"/>
                    <a:pt x="478117" y="0"/>
                  </a:cubicBezTo>
                  <a:lnTo>
                    <a:pt x="104971" y="0"/>
                  </a:lnTo>
                  <a:cubicBezTo>
                    <a:pt x="91273" y="0"/>
                    <a:pt x="80140" y="11166"/>
                    <a:pt x="80140" y="24863"/>
                  </a:cubicBezTo>
                  <a:lnTo>
                    <a:pt x="80140" y="159794"/>
                  </a:lnTo>
                  <a:lnTo>
                    <a:pt x="50376" y="159794"/>
                  </a:lnTo>
                  <a:lnTo>
                    <a:pt x="46610" y="122240"/>
                  </a:lnTo>
                  <a:cubicBezTo>
                    <a:pt x="45345" y="109483"/>
                    <a:pt x="34698" y="99875"/>
                    <a:pt x="21877" y="99875"/>
                  </a:cubicBezTo>
                  <a:lnTo>
                    <a:pt x="0" y="99875"/>
                  </a:lnTo>
                  <a:lnTo>
                    <a:pt x="0" y="109613"/>
                  </a:lnTo>
                  <a:lnTo>
                    <a:pt x="21877" y="109613"/>
                  </a:lnTo>
                  <a:cubicBezTo>
                    <a:pt x="29699" y="109613"/>
                    <a:pt x="36159" y="115456"/>
                    <a:pt x="36938" y="123213"/>
                  </a:cubicBezTo>
                  <a:lnTo>
                    <a:pt x="63294" y="386875"/>
                  </a:lnTo>
                  <a:cubicBezTo>
                    <a:pt x="64300" y="396905"/>
                    <a:pt x="71084" y="404987"/>
                    <a:pt x="80140" y="407941"/>
                  </a:cubicBezTo>
                  <a:lnTo>
                    <a:pt x="80140" y="604122"/>
                  </a:lnTo>
                  <a:cubicBezTo>
                    <a:pt x="80140" y="617819"/>
                    <a:pt x="91273" y="628952"/>
                    <a:pt x="104971" y="628952"/>
                  </a:cubicBezTo>
                  <a:lnTo>
                    <a:pt x="478117" y="628952"/>
                  </a:lnTo>
                  <a:cubicBezTo>
                    <a:pt x="479382" y="625901"/>
                    <a:pt x="480194" y="622623"/>
                    <a:pt x="480551" y="619215"/>
                  </a:cubicBezTo>
                  <a:lnTo>
                    <a:pt x="104971" y="619215"/>
                  </a:lnTo>
                  <a:cubicBezTo>
                    <a:pt x="96662" y="619215"/>
                    <a:pt x="89878" y="612431"/>
                    <a:pt x="89878" y="604122"/>
                  </a:cubicBezTo>
                  <a:close/>
                  <a:moveTo>
                    <a:pt x="259670" y="409239"/>
                  </a:moveTo>
                  <a:cubicBezTo>
                    <a:pt x="268011" y="409239"/>
                    <a:pt x="274795" y="416023"/>
                    <a:pt x="274795" y="424333"/>
                  </a:cubicBezTo>
                  <a:cubicBezTo>
                    <a:pt x="274795" y="432642"/>
                    <a:pt x="268011" y="439459"/>
                    <a:pt x="259670" y="439459"/>
                  </a:cubicBezTo>
                  <a:cubicBezTo>
                    <a:pt x="251328" y="439459"/>
                    <a:pt x="244576" y="432675"/>
                    <a:pt x="244576" y="424333"/>
                  </a:cubicBezTo>
                  <a:cubicBezTo>
                    <a:pt x="244576" y="415991"/>
                    <a:pt x="251360" y="409239"/>
                    <a:pt x="259670" y="409239"/>
                  </a:cubicBezTo>
                  <a:close/>
                  <a:moveTo>
                    <a:pt x="129835" y="409239"/>
                  </a:moveTo>
                  <a:cubicBezTo>
                    <a:pt x="138176" y="409239"/>
                    <a:pt x="144960" y="416023"/>
                    <a:pt x="144960" y="424333"/>
                  </a:cubicBezTo>
                  <a:cubicBezTo>
                    <a:pt x="144960" y="432642"/>
                    <a:pt x="138176" y="439459"/>
                    <a:pt x="129835" y="439459"/>
                  </a:cubicBezTo>
                  <a:cubicBezTo>
                    <a:pt x="121493" y="439459"/>
                    <a:pt x="114741" y="432675"/>
                    <a:pt x="114741" y="424333"/>
                  </a:cubicBezTo>
                  <a:cubicBezTo>
                    <a:pt x="114741" y="415991"/>
                    <a:pt x="121525" y="409239"/>
                    <a:pt x="129835" y="409239"/>
                  </a:cubicBezTo>
                  <a:close/>
                  <a:moveTo>
                    <a:pt x="51349" y="169532"/>
                  </a:moveTo>
                  <a:lnTo>
                    <a:pt x="334032" y="169532"/>
                  </a:lnTo>
                  <a:lnTo>
                    <a:pt x="314914" y="313129"/>
                  </a:lnTo>
                  <a:cubicBezTo>
                    <a:pt x="314006" y="320043"/>
                    <a:pt x="308520" y="325399"/>
                    <a:pt x="301574" y="326145"/>
                  </a:cubicBezTo>
                  <a:lnTo>
                    <a:pt x="69526" y="351398"/>
                  </a:lnTo>
                  <a:lnTo>
                    <a:pt x="51349" y="169532"/>
                  </a:lnTo>
                  <a:close/>
                </a:path>
              </a:pathLst>
            </a:custGeom>
            <a:grpFill/>
            <a:ln w="3246" cap="flat">
              <a:noFill/>
              <a:prstDash val="solid"/>
              <a:miter/>
            </a:ln>
          </p:spPr>
          <p:txBody>
            <a:bodyPr rtlCol="0" anchor="ctr"/>
            <a:lstStyle/>
            <a:p>
              <a:endParaRPr lang="en-US"/>
            </a:p>
          </p:txBody>
        </p:sp>
        <p:sp>
          <p:nvSpPr>
            <p:cNvPr id="200" name="Freeform: Shape 830"/>
            <p:cNvSpPr/>
            <p:nvPr/>
          </p:nvSpPr>
          <p:spPr>
            <a:xfrm>
              <a:off x="9904636" y="1512927"/>
              <a:ext cx="9737" cy="69916"/>
            </a:xfrm>
            <a:custGeom>
              <a:avLst/>
              <a:gdLst>
                <a:gd name="connsiteX0" fmla="*/ 0 w 9737"/>
                <a:gd name="connsiteY0" fmla="*/ 0 h 69916"/>
                <a:gd name="connsiteX1" fmla="*/ 9738 w 9737"/>
                <a:gd name="connsiteY1" fmla="*/ 0 h 69916"/>
                <a:gd name="connsiteX2" fmla="*/ 9738 w 9737"/>
                <a:gd name="connsiteY2" fmla="*/ 69916 h 69916"/>
                <a:gd name="connsiteX3" fmla="*/ 0 w 9737"/>
                <a:gd name="connsiteY3" fmla="*/ 69916 h 69916"/>
              </a:gdLst>
              <a:ahLst/>
              <a:cxnLst>
                <a:cxn ang="0">
                  <a:pos x="connsiteX0" y="connsiteY0"/>
                </a:cxn>
                <a:cxn ang="0">
                  <a:pos x="connsiteX1" y="connsiteY1"/>
                </a:cxn>
                <a:cxn ang="0">
                  <a:pos x="connsiteX2" y="connsiteY2"/>
                </a:cxn>
                <a:cxn ang="0">
                  <a:pos x="connsiteX3" y="connsiteY3"/>
                </a:cxn>
              </a:cxnLst>
              <a:rect l="l" t="t" r="r" b="b"/>
              <a:pathLst>
                <a:path w="9737" h="69916">
                  <a:moveTo>
                    <a:pt x="0" y="0"/>
                  </a:moveTo>
                  <a:lnTo>
                    <a:pt x="9738" y="0"/>
                  </a:lnTo>
                  <a:lnTo>
                    <a:pt x="9738" y="69916"/>
                  </a:lnTo>
                  <a:lnTo>
                    <a:pt x="0" y="69916"/>
                  </a:lnTo>
                  <a:close/>
                </a:path>
              </a:pathLst>
            </a:custGeom>
            <a:grpFill/>
            <a:ln w="3246" cap="flat">
              <a:noFill/>
              <a:prstDash val="solid"/>
              <a:miter/>
            </a:ln>
          </p:spPr>
          <p:txBody>
            <a:bodyPr rtlCol="0" anchor="ctr"/>
            <a:lstStyle/>
            <a:p>
              <a:endParaRPr lang="en-US"/>
            </a:p>
          </p:txBody>
        </p:sp>
        <p:sp>
          <p:nvSpPr>
            <p:cNvPr id="201" name="Freeform: Shape 319"/>
            <p:cNvSpPr/>
            <p:nvPr/>
          </p:nvSpPr>
          <p:spPr>
            <a:xfrm>
              <a:off x="9964554" y="1512927"/>
              <a:ext cx="9737" cy="69916"/>
            </a:xfrm>
            <a:custGeom>
              <a:avLst/>
              <a:gdLst>
                <a:gd name="connsiteX0" fmla="*/ 0 w 9737"/>
                <a:gd name="connsiteY0" fmla="*/ 0 h 69916"/>
                <a:gd name="connsiteX1" fmla="*/ 9738 w 9737"/>
                <a:gd name="connsiteY1" fmla="*/ 0 h 69916"/>
                <a:gd name="connsiteX2" fmla="*/ 9738 w 9737"/>
                <a:gd name="connsiteY2" fmla="*/ 69916 h 69916"/>
                <a:gd name="connsiteX3" fmla="*/ 0 w 9737"/>
                <a:gd name="connsiteY3" fmla="*/ 69916 h 69916"/>
              </a:gdLst>
              <a:ahLst/>
              <a:cxnLst>
                <a:cxn ang="0">
                  <a:pos x="connsiteX0" y="connsiteY0"/>
                </a:cxn>
                <a:cxn ang="0">
                  <a:pos x="connsiteX1" y="connsiteY1"/>
                </a:cxn>
                <a:cxn ang="0">
                  <a:pos x="connsiteX2" y="connsiteY2"/>
                </a:cxn>
                <a:cxn ang="0">
                  <a:pos x="connsiteX3" y="connsiteY3"/>
                </a:cxn>
              </a:cxnLst>
              <a:rect l="l" t="t" r="r" b="b"/>
              <a:pathLst>
                <a:path w="9737" h="69916">
                  <a:moveTo>
                    <a:pt x="0" y="0"/>
                  </a:moveTo>
                  <a:lnTo>
                    <a:pt x="9738" y="0"/>
                  </a:lnTo>
                  <a:lnTo>
                    <a:pt x="9738" y="69916"/>
                  </a:lnTo>
                  <a:lnTo>
                    <a:pt x="0" y="69916"/>
                  </a:lnTo>
                  <a:close/>
                </a:path>
              </a:pathLst>
            </a:custGeom>
            <a:grpFill/>
            <a:ln w="3246" cap="flat">
              <a:noFill/>
              <a:prstDash val="solid"/>
              <a:miter/>
            </a:ln>
          </p:spPr>
          <p:txBody>
            <a:bodyPr rtlCol="0" anchor="ctr"/>
            <a:lstStyle/>
            <a:p>
              <a:endParaRPr lang="en-US"/>
            </a:p>
          </p:txBody>
        </p:sp>
        <p:sp>
          <p:nvSpPr>
            <p:cNvPr id="202" name="Freeform: Shape 320"/>
            <p:cNvSpPr/>
            <p:nvPr/>
          </p:nvSpPr>
          <p:spPr>
            <a:xfrm>
              <a:off x="10024473" y="1512927"/>
              <a:ext cx="9737" cy="69916"/>
            </a:xfrm>
            <a:custGeom>
              <a:avLst/>
              <a:gdLst>
                <a:gd name="connsiteX0" fmla="*/ 0 w 9737"/>
                <a:gd name="connsiteY0" fmla="*/ 0 h 69916"/>
                <a:gd name="connsiteX1" fmla="*/ 9738 w 9737"/>
                <a:gd name="connsiteY1" fmla="*/ 0 h 69916"/>
                <a:gd name="connsiteX2" fmla="*/ 9738 w 9737"/>
                <a:gd name="connsiteY2" fmla="*/ 69916 h 69916"/>
                <a:gd name="connsiteX3" fmla="*/ 0 w 9737"/>
                <a:gd name="connsiteY3" fmla="*/ 69916 h 69916"/>
              </a:gdLst>
              <a:ahLst/>
              <a:cxnLst>
                <a:cxn ang="0">
                  <a:pos x="connsiteX0" y="connsiteY0"/>
                </a:cxn>
                <a:cxn ang="0">
                  <a:pos x="connsiteX1" y="connsiteY1"/>
                </a:cxn>
                <a:cxn ang="0">
                  <a:pos x="connsiteX2" y="connsiteY2"/>
                </a:cxn>
                <a:cxn ang="0">
                  <a:pos x="connsiteX3" y="connsiteY3"/>
                </a:cxn>
              </a:cxnLst>
              <a:rect l="l" t="t" r="r" b="b"/>
              <a:pathLst>
                <a:path w="9737" h="69916">
                  <a:moveTo>
                    <a:pt x="0" y="0"/>
                  </a:moveTo>
                  <a:lnTo>
                    <a:pt x="9738" y="0"/>
                  </a:lnTo>
                  <a:lnTo>
                    <a:pt x="9738" y="69916"/>
                  </a:lnTo>
                  <a:lnTo>
                    <a:pt x="0" y="69916"/>
                  </a:lnTo>
                  <a:close/>
                </a:path>
              </a:pathLst>
            </a:custGeom>
            <a:grpFill/>
            <a:ln w="3246" cap="flat">
              <a:noFill/>
              <a:prstDash val="solid"/>
              <a:miter/>
            </a:ln>
          </p:spPr>
          <p:txBody>
            <a:bodyPr rtlCol="0" anchor="ctr"/>
            <a:lstStyle/>
            <a:p>
              <a:endParaRPr lang="en-US"/>
            </a:p>
          </p:txBody>
        </p:sp>
        <p:sp>
          <p:nvSpPr>
            <p:cNvPr id="203" name="Freeform: Shape 1169"/>
            <p:cNvSpPr/>
            <p:nvPr/>
          </p:nvSpPr>
          <p:spPr>
            <a:xfrm>
              <a:off x="10224192" y="1308048"/>
              <a:ext cx="36191" cy="609477"/>
            </a:xfrm>
            <a:custGeom>
              <a:avLst/>
              <a:gdLst>
                <a:gd name="connsiteX0" fmla="*/ 36191 w 36191"/>
                <a:gd name="connsiteY0" fmla="*/ 3765 h 609477"/>
                <a:gd name="connsiteX1" fmla="*/ 36191 w 36191"/>
                <a:gd name="connsiteY1" fmla="*/ 605745 h 609477"/>
                <a:gd name="connsiteX2" fmla="*/ 35997 w 36191"/>
                <a:gd name="connsiteY2" fmla="*/ 609477 h 609477"/>
                <a:gd name="connsiteX3" fmla="*/ 0 w 36191"/>
                <a:gd name="connsiteY3" fmla="*/ 609477 h 609477"/>
                <a:gd name="connsiteX4" fmla="*/ 3732 w 36191"/>
                <a:gd name="connsiteY4" fmla="*/ 605745 h 609477"/>
                <a:gd name="connsiteX5" fmla="*/ 3732 w 36191"/>
                <a:gd name="connsiteY5" fmla="*/ 3765 h 609477"/>
                <a:gd name="connsiteX6" fmla="*/ 0 w 36191"/>
                <a:gd name="connsiteY6" fmla="*/ 32 h 609477"/>
                <a:gd name="connsiteX7" fmla="*/ 0 w 36191"/>
                <a:gd name="connsiteY7" fmla="*/ 32 h 609477"/>
                <a:gd name="connsiteX8" fmla="*/ 35997 w 36191"/>
                <a:gd name="connsiteY8" fmla="*/ 0 h 609477"/>
                <a:gd name="connsiteX9" fmla="*/ 36191 w 36191"/>
                <a:gd name="connsiteY9" fmla="*/ 3765 h 609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91" h="609477">
                  <a:moveTo>
                    <a:pt x="36191" y="3765"/>
                  </a:moveTo>
                  <a:lnTo>
                    <a:pt x="36191" y="605745"/>
                  </a:lnTo>
                  <a:cubicBezTo>
                    <a:pt x="36191" y="607010"/>
                    <a:pt x="36126" y="608244"/>
                    <a:pt x="35997" y="609477"/>
                  </a:cubicBezTo>
                  <a:lnTo>
                    <a:pt x="0" y="609477"/>
                  </a:lnTo>
                  <a:cubicBezTo>
                    <a:pt x="2045" y="609477"/>
                    <a:pt x="3732" y="607822"/>
                    <a:pt x="3732" y="605745"/>
                  </a:cubicBezTo>
                  <a:lnTo>
                    <a:pt x="3732" y="3765"/>
                  </a:lnTo>
                  <a:cubicBezTo>
                    <a:pt x="3732" y="1720"/>
                    <a:pt x="2045" y="32"/>
                    <a:pt x="0" y="32"/>
                  </a:cubicBezTo>
                  <a:lnTo>
                    <a:pt x="0" y="32"/>
                  </a:lnTo>
                  <a:cubicBezTo>
                    <a:pt x="0" y="32"/>
                    <a:pt x="35997" y="0"/>
                    <a:pt x="35997" y="0"/>
                  </a:cubicBezTo>
                  <a:cubicBezTo>
                    <a:pt x="36126" y="1233"/>
                    <a:pt x="36191" y="2499"/>
                    <a:pt x="36191" y="3765"/>
                  </a:cubicBez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214" name="Group 86"/>
          <p:cNvGrpSpPr/>
          <p:nvPr/>
        </p:nvGrpSpPr>
        <p:grpSpPr>
          <a:xfrm>
            <a:off x="7824364" y="4379344"/>
            <a:ext cx="640312" cy="628926"/>
            <a:chOff x="10876677" y="2596457"/>
            <a:chExt cx="640312" cy="628926"/>
          </a:xfrm>
          <a:solidFill>
            <a:schemeClr val="tx1"/>
          </a:solidFill>
        </p:grpSpPr>
        <p:sp>
          <p:nvSpPr>
            <p:cNvPr id="215" name="Freeform: Shape 812"/>
            <p:cNvSpPr/>
            <p:nvPr/>
          </p:nvSpPr>
          <p:spPr>
            <a:xfrm>
              <a:off x="10916698" y="3135701"/>
              <a:ext cx="49661" cy="49661"/>
            </a:xfrm>
            <a:custGeom>
              <a:avLst/>
              <a:gdLst>
                <a:gd name="connsiteX0" fmla="*/ 24831 w 49661"/>
                <a:gd name="connsiteY0" fmla="*/ 0 h 49661"/>
                <a:gd name="connsiteX1" fmla="*/ 7272 w 49661"/>
                <a:gd name="connsiteY1" fmla="*/ 7271 h 49661"/>
                <a:gd name="connsiteX2" fmla="*/ 0 w 49661"/>
                <a:gd name="connsiteY2" fmla="*/ 24831 h 49661"/>
                <a:gd name="connsiteX3" fmla="*/ 7272 w 49661"/>
                <a:gd name="connsiteY3" fmla="*/ 42391 h 49661"/>
                <a:gd name="connsiteX4" fmla="*/ 24831 w 49661"/>
                <a:gd name="connsiteY4" fmla="*/ 49662 h 49661"/>
                <a:gd name="connsiteX5" fmla="*/ 42391 w 49661"/>
                <a:gd name="connsiteY5" fmla="*/ 42391 h 49661"/>
                <a:gd name="connsiteX6" fmla="*/ 49662 w 49661"/>
                <a:gd name="connsiteY6" fmla="*/ 24831 h 49661"/>
                <a:gd name="connsiteX7" fmla="*/ 42391 w 49661"/>
                <a:gd name="connsiteY7" fmla="*/ 7271 h 49661"/>
                <a:gd name="connsiteX8" fmla="*/ 24831 w 49661"/>
                <a:gd name="connsiteY8" fmla="*/ 0 h 49661"/>
                <a:gd name="connsiteX9" fmla="*/ 35510 w 49661"/>
                <a:gd name="connsiteY9" fmla="*/ 35510 h 49661"/>
                <a:gd name="connsiteX10" fmla="*/ 24831 w 49661"/>
                <a:gd name="connsiteY10" fmla="*/ 39924 h 49661"/>
                <a:gd name="connsiteX11" fmla="*/ 14152 w 49661"/>
                <a:gd name="connsiteY11" fmla="*/ 35510 h 49661"/>
                <a:gd name="connsiteX12" fmla="*/ 9738 w 49661"/>
                <a:gd name="connsiteY12" fmla="*/ 24831 h 49661"/>
                <a:gd name="connsiteX13" fmla="*/ 14152 w 49661"/>
                <a:gd name="connsiteY13" fmla="*/ 14152 h 49661"/>
                <a:gd name="connsiteX14" fmla="*/ 14152 w 49661"/>
                <a:gd name="connsiteY14" fmla="*/ 14152 h 49661"/>
                <a:gd name="connsiteX15" fmla="*/ 24831 w 49661"/>
                <a:gd name="connsiteY15" fmla="*/ 9738 h 49661"/>
                <a:gd name="connsiteX16" fmla="*/ 35510 w 49661"/>
                <a:gd name="connsiteY16" fmla="*/ 14152 h 49661"/>
                <a:gd name="connsiteX17" fmla="*/ 39924 w 49661"/>
                <a:gd name="connsiteY17" fmla="*/ 24831 h 49661"/>
                <a:gd name="connsiteX18" fmla="*/ 35510 w 49661"/>
                <a:gd name="connsiteY18" fmla="*/ 35510 h 4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661" h="49661">
                  <a:moveTo>
                    <a:pt x="24831" y="0"/>
                  </a:moveTo>
                  <a:cubicBezTo>
                    <a:pt x="18210" y="0"/>
                    <a:pt x="11945" y="2597"/>
                    <a:pt x="7272" y="7271"/>
                  </a:cubicBezTo>
                  <a:cubicBezTo>
                    <a:pt x="2564" y="11977"/>
                    <a:pt x="0" y="18209"/>
                    <a:pt x="0" y="24831"/>
                  </a:cubicBezTo>
                  <a:cubicBezTo>
                    <a:pt x="0" y="31452"/>
                    <a:pt x="2597" y="37717"/>
                    <a:pt x="7272" y="42391"/>
                  </a:cubicBezTo>
                  <a:cubicBezTo>
                    <a:pt x="11978" y="47097"/>
                    <a:pt x="18210" y="49662"/>
                    <a:pt x="24831" y="49662"/>
                  </a:cubicBezTo>
                  <a:cubicBezTo>
                    <a:pt x="31453" y="49662"/>
                    <a:pt x="37717" y="47065"/>
                    <a:pt x="42391" y="42391"/>
                  </a:cubicBezTo>
                  <a:cubicBezTo>
                    <a:pt x="47098" y="37685"/>
                    <a:pt x="49662" y="31452"/>
                    <a:pt x="49662" y="24831"/>
                  </a:cubicBezTo>
                  <a:cubicBezTo>
                    <a:pt x="49662" y="18209"/>
                    <a:pt x="47065" y="11945"/>
                    <a:pt x="42391" y="7271"/>
                  </a:cubicBezTo>
                  <a:cubicBezTo>
                    <a:pt x="37685" y="2564"/>
                    <a:pt x="31453" y="0"/>
                    <a:pt x="24831" y="0"/>
                  </a:cubicBezTo>
                  <a:close/>
                  <a:moveTo>
                    <a:pt x="35510" y="35510"/>
                  </a:moveTo>
                  <a:cubicBezTo>
                    <a:pt x="32654" y="38366"/>
                    <a:pt x="28856" y="39924"/>
                    <a:pt x="24831" y="39924"/>
                  </a:cubicBezTo>
                  <a:cubicBezTo>
                    <a:pt x="20807" y="39924"/>
                    <a:pt x="17009" y="38366"/>
                    <a:pt x="14152" y="35510"/>
                  </a:cubicBezTo>
                  <a:cubicBezTo>
                    <a:pt x="11296" y="32653"/>
                    <a:pt x="9738" y="28856"/>
                    <a:pt x="9738" y="24831"/>
                  </a:cubicBezTo>
                  <a:cubicBezTo>
                    <a:pt x="9738" y="20806"/>
                    <a:pt x="11296" y="17008"/>
                    <a:pt x="14152" y="14152"/>
                  </a:cubicBezTo>
                  <a:lnTo>
                    <a:pt x="14152" y="14152"/>
                  </a:lnTo>
                  <a:cubicBezTo>
                    <a:pt x="17009" y="11296"/>
                    <a:pt x="20807" y="9738"/>
                    <a:pt x="24831" y="9738"/>
                  </a:cubicBezTo>
                  <a:cubicBezTo>
                    <a:pt x="28856" y="9738"/>
                    <a:pt x="32654" y="11296"/>
                    <a:pt x="35510" y="14152"/>
                  </a:cubicBezTo>
                  <a:cubicBezTo>
                    <a:pt x="38366" y="17008"/>
                    <a:pt x="39924" y="20806"/>
                    <a:pt x="39924" y="24831"/>
                  </a:cubicBezTo>
                  <a:cubicBezTo>
                    <a:pt x="39924" y="28856"/>
                    <a:pt x="38366" y="32653"/>
                    <a:pt x="35510" y="35510"/>
                  </a:cubicBezTo>
                  <a:close/>
                </a:path>
              </a:pathLst>
            </a:custGeom>
            <a:grpFill/>
            <a:ln w="3246" cap="flat">
              <a:noFill/>
              <a:prstDash val="solid"/>
              <a:miter/>
            </a:ln>
          </p:spPr>
          <p:txBody>
            <a:bodyPr rtlCol="0" anchor="ctr"/>
            <a:lstStyle/>
            <a:p>
              <a:endParaRPr lang="en-US"/>
            </a:p>
          </p:txBody>
        </p:sp>
        <p:sp>
          <p:nvSpPr>
            <p:cNvPr id="216" name="Freeform: Shape 813"/>
            <p:cNvSpPr/>
            <p:nvPr/>
          </p:nvSpPr>
          <p:spPr>
            <a:xfrm>
              <a:off x="11048383" y="3138232"/>
              <a:ext cx="186475" cy="87119"/>
            </a:xfrm>
            <a:custGeom>
              <a:avLst/>
              <a:gdLst>
                <a:gd name="connsiteX0" fmla="*/ 87736 w 186475"/>
                <a:gd name="connsiteY0" fmla="*/ 72383 h 87119"/>
                <a:gd name="connsiteX1" fmla="*/ 87736 w 186475"/>
                <a:gd name="connsiteY1" fmla="*/ 31647 h 87119"/>
                <a:gd name="connsiteX2" fmla="*/ 83939 w 186475"/>
                <a:gd name="connsiteY2" fmla="*/ 30803 h 87119"/>
                <a:gd name="connsiteX3" fmla="*/ 7108 w 186475"/>
                <a:gd name="connsiteY3" fmla="*/ 0 h 87119"/>
                <a:gd name="connsiteX4" fmla="*/ 0 w 186475"/>
                <a:gd name="connsiteY4" fmla="*/ 7108 h 87119"/>
                <a:gd name="connsiteX5" fmla="*/ 77998 w 186475"/>
                <a:gd name="connsiteY5" fmla="*/ 39405 h 87119"/>
                <a:gd name="connsiteX6" fmla="*/ 77998 w 186475"/>
                <a:gd name="connsiteY6" fmla="*/ 80400 h 87119"/>
                <a:gd name="connsiteX7" fmla="*/ 81926 w 186475"/>
                <a:gd name="connsiteY7" fmla="*/ 81179 h 87119"/>
                <a:gd name="connsiteX8" fmla="*/ 142786 w 186475"/>
                <a:gd name="connsiteY8" fmla="*/ 87119 h 87119"/>
                <a:gd name="connsiteX9" fmla="*/ 186475 w 186475"/>
                <a:gd name="connsiteY9" fmla="*/ 84068 h 87119"/>
                <a:gd name="connsiteX10" fmla="*/ 186475 w 186475"/>
                <a:gd name="connsiteY10" fmla="*/ 74233 h 87119"/>
                <a:gd name="connsiteX11" fmla="*/ 87736 w 186475"/>
                <a:gd name="connsiteY11" fmla="*/ 72383 h 87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6475" h="87119">
                  <a:moveTo>
                    <a:pt x="87736" y="72383"/>
                  </a:moveTo>
                  <a:lnTo>
                    <a:pt x="87736" y="31647"/>
                  </a:lnTo>
                  <a:lnTo>
                    <a:pt x="83939" y="30803"/>
                  </a:lnTo>
                  <a:cubicBezTo>
                    <a:pt x="56803" y="24636"/>
                    <a:pt x="30998" y="14282"/>
                    <a:pt x="7108" y="0"/>
                  </a:cubicBezTo>
                  <a:lnTo>
                    <a:pt x="0" y="7108"/>
                  </a:lnTo>
                  <a:cubicBezTo>
                    <a:pt x="24279" y="21877"/>
                    <a:pt x="50408" y="32751"/>
                    <a:pt x="77998" y="39405"/>
                  </a:cubicBezTo>
                  <a:lnTo>
                    <a:pt x="77998" y="80400"/>
                  </a:lnTo>
                  <a:lnTo>
                    <a:pt x="81926" y="81179"/>
                  </a:lnTo>
                  <a:cubicBezTo>
                    <a:pt x="102017" y="85139"/>
                    <a:pt x="122499" y="87119"/>
                    <a:pt x="142786" y="87119"/>
                  </a:cubicBezTo>
                  <a:cubicBezTo>
                    <a:pt x="157327" y="87119"/>
                    <a:pt x="171966" y="86113"/>
                    <a:pt x="186475" y="84068"/>
                  </a:cubicBezTo>
                  <a:lnTo>
                    <a:pt x="186475" y="74233"/>
                  </a:lnTo>
                  <a:cubicBezTo>
                    <a:pt x="153725" y="78940"/>
                    <a:pt x="120390" y="78323"/>
                    <a:pt x="87736" y="72383"/>
                  </a:cubicBezTo>
                  <a:close/>
                </a:path>
              </a:pathLst>
            </a:custGeom>
            <a:grpFill/>
            <a:ln w="3246" cap="flat">
              <a:noFill/>
              <a:prstDash val="solid"/>
              <a:miter/>
            </a:ln>
          </p:spPr>
          <p:txBody>
            <a:bodyPr rtlCol="0" anchor="ctr"/>
            <a:lstStyle/>
            <a:p>
              <a:endParaRPr lang="en-US"/>
            </a:p>
          </p:txBody>
        </p:sp>
        <p:sp>
          <p:nvSpPr>
            <p:cNvPr id="217" name="Freeform: Shape 814"/>
            <p:cNvSpPr/>
            <p:nvPr/>
          </p:nvSpPr>
          <p:spPr>
            <a:xfrm>
              <a:off x="10876677" y="2596457"/>
              <a:ext cx="489152" cy="628926"/>
            </a:xfrm>
            <a:custGeom>
              <a:avLst/>
              <a:gdLst>
                <a:gd name="connsiteX0" fmla="*/ 473216 w 489152"/>
                <a:gd name="connsiteY0" fmla="*/ 242862 h 628926"/>
                <a:gd name="connsiteX1" fmla="*/ 470294 w 489152"/>
                <a:gd name="connsiteY1" fmla="*/ 236501 h 628926"/>
                <a:gd name="connsiteX2" fmla="*/ 403397 w 489152"/>
                <a:gd name="connsiteY2" fmla="*/ 303398 h 628926"/>
                <a:gd name="connsiteX3" fmla="*/ 364479 w 489152"/>
                <a:gd name="connsiteY3" fmla="*/ 319530 h 628926"/>
                <a:gd name="connsiteX4" fmla="*/ 325561 w 489152"/>
                <a:gd name="connsiteY4" fmla="*/ 303398 h 628926"/>
                <a:gd name="connsiteX5" fmla="*/ 325561 w 489152"/>
                <a:gd name="connsiteY5" fmla="*/ 225530 h 628926"/>
                <a:gd name="connsiteX6" fmla="*/ 392134 w 489152"/>
                <a:gd name="connsiteY6" fmla="*/ 158957 h 628926"/>
                <a:gd name="connsiteX7" fmla="*/ 385675 w 489152"/>
                <a:gd name="connsiteY7" fmla="*/ 156068 h 628926"/>
                <a:gd name="connsiteX8" fmla="*/ 314525 w 489152"/>
                <a:gd name="connsiteY8" fmla="*/ 140845 h 628926"/>
                <a:gd name="connsiteX9" fmla="*/ 139864 w 489152"/>
                <a:gd name="connsiteY9" fmla="*/ 315505 h 628926"/>
                <a:gd name="connsiteX10" fmla="*/ 153756 w 489152"/>
                <a:gd name="connsiteY10" fmla="*/ 383539 h 628926"/>
                <a:gd name="connsiteX11" fmla="*/ 87151 w 489152"/>
                <a:gd name="connsiteY11" fmla="*/ 450144 h 628926"/>
                <a:gd name="connsiteX12" fmla="*/ 56283 w 489152"/>
                <a:gd name="connsiteY12" fmla="*/ 373314 h 628926"/>
                <a:gd name="connsiteX13" fmla="*/ 55471 w 489152"/>
                <a:gd name="connsiteY13" fmla="*/ 369516 h 628926"/>
                <a:gd name="connsiteX14" fmla="*/ 14736 w 489152"/>
                <a:gd name="connsiteY14" fmla="*/ 369516 h 628926"/>
                <a:gd name="connsiteX15" fmla="*/ 9738 w 489152"/>
                <a:gd name="connsiteY15" fmla="*/ 314467 h 628926"/>
                <a:gd name="connsiteX16" fmla="*/ 14736 w 489152"/>
                <a:gd name="connsiteY16" fmla="*/ 259417 h 628926"/>
                <a:gd name="connsiteX17" fmla="*/ 55471 w 489152"/>
                <a:gd name="connsiteY17" fmla="*/ 259417 h 628926"/>
                <a:gd name="connsiteX18" fmla="*/ 56283 w 489152"/>
                <a:gd name="connsiteY18" fmla="*/ 255619 h 628926"/>
                <a:gd name="connsiteX19" fmla="*/ 90332 w 489152"/>
                <a:gd name="connsiteY19" fmla="*/ 173563 h 628926"/>
                <a:gd name="connsiteX20" fmla="*/ 92410 w 489152"/>
                <a:gd name="connsiteY20" fmla="*/ 170252 h 628926"/>
                <a:gd name="connsiteX21" fmla="*/ 63586 w 489152"/>
                <a:gd name="connsiteY21" fmla="*/ 141462 h 628926"/>
                <a:gd name="connsiteX22" fmla="*/ 141455 w 489152"/>
                <a:gd name="connsiteY22" fmla="*/ 63593 h 628926"/>
                <a:gd name="connsiteX23" fmla="*/ 170246 w 489152"/>
                <a:gd name="connsiteY23" fmla="*/ 92416 h 628926"/>
                <a:gd name="connsiteX24" fmla="*/ 173557 w 489152"/>
                <a:gd name="connsiteY24" fmla="*/ 90339 h 628926"/>
                <a:gd name="connsiteX25" fmla="*/ 255612 w 489152"/>
                <a:gd name="connsiteY25" fmla="*/ 56322 h 628926"/>
                <a:gd name="connsiteX26" fmla="*/ 259410 w 489152"/>
                <a:gd name="connsiteY26" fmla="*/ 55446 h 628926"/>
                <a:gd name="connsiteX27" fmla="*/ 259410 w 489152"/>
                <a:gd name="connsiteY27" fmla="*/ 14743 h 628926"/>
                <a:gd name="connsiteX28" fmla="*/ 358149 w 489152"/>
                <a:gd name="connsiteY28" fmla="*/ 12893 h 628926"/>
                <a:gd name="connsiteX29" fmla="*/ 358149 w 489152"/>
                <a:gd name="connsiteY29" fmla="*/ 3058 h 628926"/>
                <a:gd name="connsiteX30" fmla="*/ 253599 w 489152"/>
                <a:gd name="connsiteY30" fmla="*/ 5914 h 628926"/>
                <a:gd name="connsiteX31" fmla="*/ 249672 w 489152"/>
                <a:gd name="connsiteY31" fmla="*/ 6693 h 628926"/>
                <a:gd name="connsiteX32" fmla="*/ 249672 w 489152"/>
                <a:gd name="connsiteY32" fmla="*/ 47721 h 628926"/>
                <a:gd name="connsiteX33" fmla="*/ 171641 w 489152"/>
                <a:gd name="connsiteY33" fmla="*/ 80050 h 628926"/>
                <a:gd name="connsiteX34" fmla="*/ 142656 w 489152"/>
                <a:gd name="connsiteY34" fmla="*/ 50999 h 628926"/>
                <a:gd name="connsiteX35" fmla="*/ 139313 w 489152"/>
                <a:gd name="connsiteY35" fmla="*/ 53239 h 628926"/>
                <a:gd name="connsiteX36" fmla="*/ 53232 w 489152"/>
                <a:gd name="connsiteY36" fmla="*/ 139319 h 628926"/>
                <a:gd name="connsiteX37" fmla="*/ 51025 w 489152"/>
                <a:gd name="connsiteY37" fmla="*/ 142663 h 628926"/>
                <a:gd name="connsiteX38" fmla="*/ 80043 w 489152"/>
                <a:gd name="connsiteY38" fmla="*/ 171681 h 628926"/>
                <a:gd name="connsiteX39" fmla="*/ 47714 w 489152"/>
                <a:gd name="connsiteY39" fmla="*/ 249679 h 628926"/>
                <a:gd name="connsiteX40" fmla="*/ 6687 w 489152"/>
                <a:gd name="connsiteY40" fmla="*/ 249679 h 628926"/>
                <a:gd name="connsiteX41" fmla="*/ 5939 w 489152"/>
                <a:gd name="connsiteY41" fmla="*/ 253607 h 628926"/>
                <a:gd name="connsiteX42" fmla="*/ 0 w 489152"/>
                <a:gd name="connsiteY42" fmla="*/ 314467 h 628926"/>
                <a:gd name="connsiteX43" fmla="*/ 5939 w 489152"/>
                <a:gd name="connsiteY43" fmla="*/ 375327 h 628926"/>
                <a:gd name="connsiteX44" fmla="*/ 6687 w 489152"/>
                <a:gd name="connsiteY44" fmla="*/ 379254 h 628926"/>
                <a:gd name="connsiteX45" fmla="*/ 47714 w 489152"/>
                <a:gd name="connsiteY45" fmla="*/ 379254 h 628926"/>
                <a:gd name="connsiteX46" fmla="*/ 80043 w 489152"/>
                <a:gd name="connsiteY46" fmla="*/ 457252 h 628926"/>
                <a:gd name="connsiteX47" fmla="*/ 18988 w 489152"/>
                <a:gd name="connsiteY47" fmla="*/ 518307 h 628926"/>
                <a:gd name="connsiteX48" fmla="*/ 18988 w 489152"/>
                <a:gd name="connsiteY48" fmla="*/ 609938 h 628926"/>
                <a:gd name="connsiteX49" fmla="*/ 64787 w 489152"/>
                <a:gd name="connsiteY49" fmla="*/ 628926 h 628926"/>
                <a:gd name="connsiteX50" fmla="*/ 110619 w 489152"/>
                <a:gd name="connsiteY50" fmla="*/ 609938 h 628926"/>
                <a:gd name="connsiteX51" fmla="*/ 244966 w 489152"/>
                <a:gd name="connsiteY51" fmla="*/ 475592 h 628926"/>
                <a:gd name="connsiteX52" fmla="*/ 314492 w 489152"/>
                <a:gd name="connsiteY52" fmla="*/ 490165 h 628926"/>
                <a:gd name="connsiteX53" fmla="*/ 489153 w 489152"/>
                <a:gd name="connsiteY53" fmla="*/ 315505 h 628926"/>
                <a:gd name="connsiteX54" fmla="*/ 473183 w 489152"/>
                <a:gd name="connsiteY54" fmla="*/ 242862 h 628926"/>
                <a:gd name="connsiteX55" fmla="*/ 314525 w 489152"/>
                <a:gd name="connsiteY55" fmla="*/ 480396 h 628926"/>
                <a:gd name="connsiteX56" fmla="*/ 245940 w 489152"/>
                <a:gd name="connsiteY56" fmla="*/ 465335 h 628926"/>
                <a:gd name="connsiteX57" fmla="*/ 242856 w 489152"/>
                <a:gd name="connsiteY57" fmla="*/ 463939 h 628926"/>
                <a:gd name="connsiteX58" fmla="*/ 103738 w 489152"/>
                <a:gd name="connsiteY58" fmla="*/ 603057 h 628926"/>
                <a:gd name="connsiteX59" fmla="*/ 64820 w 489152"/>
                <a:gd name="connsiteY59" fmla="*/ 619189 h 628926"/>
                <a:gd name="connsiteX60" fmla="*/ 25902 w 489152"/>
                <a:gd name="connsiteY60" fmla="*/ 603057 h 628926"/>
                <a:gd name="connsiteX61" fmla="*/ 25902 w 489152"/>
                <a:gd name="connsiteY61" fmla="*/ 525189 h 628926"/>
                <a:gd name="connsiteX62" fmla="*/ 165344 w 489152"/>
                <a:gd name="connsiteY62" fmla="*/ 385746 h 628926"/>
                <a:gd name="connsiteX63" fmla="*/ 163981 w 489152"/>
                <a:gd name="connsiteY63" fmla="*/ 382695 h 628926"/>
                <a:gd name="connsiteX64" fmla="*/ 149602 w 489152"/>
                <a:gd name="connsiteY64" fmla="*/ 315538 h 628926"/>
                <a:gd name="connsiteX65" fmla="*/ 314525 w 489152"/>
                <a:gd name="connsiteY65" fmla="*/ 150615 h 628926"/>
                <a:gd name="connsiteX66" fmla="*/ 375125 w 489152"/>
                <a:gd name="connsiteY66" fmla="*/ 162235 h 628926"/>
                <a:gd name="connsiteX67" fmla="*/ 318647 w 489152"/>
                <a:gd name="connsiteY67" fmla="*/ 218713 h 628926"/>
                <a:gd name="connsiteX68" fmla="*/ 318647 w 489152"/>
                <a:gd name="connsiteY68" fmla="*/ 310344 h 628926"/>
                <a:gd name="connsiteX69" fmla="*/ 364479 w 489152"/>
                <a:gd name="connsiteY69" fmla="*/ 329333 h 628926"/>
                <a:gd name="connsiteX70" fmla="*/ 410278 w 489152"/>
                <a:gd name="connsiteY70" fmla="*/ 310344 h 628926"/>
                <a:gd name="connsiteX71" fmla="*/ 467178 w 489152"/>
                <a:gd name="connsiteY71" fmla="*/ 253444 h 628926"/>
                <a:gd name="connsiteX72" fmla="*/ 479447 w 489152"/>
                <a:gd name="connsiteY72" fmla="*/ 315538 h 628926"/>
                <a:gd name="connsiteX73" fmla="*/ 314525 w 489152"/>
                <a:gd name="connsiteY73" fmla="*/ 480460 h 628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89152" h="628926">
                  <a:moveTo>
                    <a:pt x="473216" y="242862"/>
                  </a:moveTo>
                  <a:lnTo>
                    <a:pt x="470294" y="236501"/>
                  </a:lnTo>
                  <a:lnTo>
                    <a:pt x="403397" y="303398"/>
                  </a:lnTo>
                  <a:cubicBezTo>
                    <a:pt x="393009" y="313785"/>
                    <a:pt x="379183" y="319530"/>
                    <a:pt x="364479" y="319530"/>
                  </a:cubicBezTo>
                  <a:cubicBezTo>
                    <a:pt x="349775" y="319530"/>
                    <a:pt x="335948" y="313817"/>
                    <a:pt x="325561" y="303398"/>
                  </a:cubicBezTo>
                  <a:cubicBezTo>
                    <a:pt x="304105" y="281943"/>
                    <a:pt x="304105" y="247017"/>
                    <a:pt x="325561" y="225530"/>
                  </a:cubicBezTo>
                  <a:lnTo>
                    <a:pt x="392134" y="158957"/>
                  </a:lnTo>
                  <a:lnTo>
                    <a:pt x="385675" y="156068"/>
                  </a:lnTo>
                  <a:cubicBezTo>
                    <a:pt x="363050" y="145941"/>
                    <a:pt x="339129" y="140845"/>
                    <a:pt x="314525" y="140845"/>
                  </a:cubicBezTo>
                  <a:cubicBezTo>
                    <a:pt x="218220" y="140845"/>
                    <a:pt x="139864" y="219200"/>
                    <a:pt x="139864" y="315505"/>
                  </a:cubicBezTo>
                  <a:cubicBezTo>
                    <a:pt x="139864" y="338973"/>
                    <a:pt x="144539" y="361856"/>
                    <a:pt x="153756" y="383539"/>
                  </a:cubicBezTo>
                  <a:lnTo>
                    <a:pt x="87151" y="450144"/>
                  </a:lnTo>
                  <a:cubicBezTo>
                    <a:pt x="72837" y="426254"/>
                    <a:pt x="62451" y="400417"/>
                    <a:pt x="56283" y="373314"/>
                  </a:cubicBezTo>
                  <a:lnTo>
                    <a:pt x="55471" y="369516"/>
                  </a:lnTo>
                  <a:lnTo>
                    <a:pt x="14736" y="369516"/>
                  </a:lnTo>
                  <a:cubicBezTo>
                    <a:pt x="11393" y="351307"/>
                    <a:pt x="9738" y="332806"/>
                    <a:pt x="9738" y="314467"/>
                  </a:cubicBezTo>
                  <a:cubicBezTo>
                    <a:pt x="9738" y="296127"/>
                    <a:pt x="11393" y="277626"/>
                    <a:pt x="14736" y="259417"/>
                  </a:cubicBezTo>
                  <a:lnTo>
                    <a:pt x="55471" y="259417"/>
                  </a:lnTo>
                  <a:lnTo>
                    <a:pt x="56283" y="255619"/>
                  </a:lnTo>
                  <a:cubicBezTo>
                    <a:pt x="62905" y="226471"/>
                    <a:pt x="74363" y="198848"/>
                    <a:pt x="90332" y="173563"/>
                  </a:cubicBezTo>
                  <a:lnTo>
                    <a:pt x="92410" y="170252"/>
                  </a:lnTo>
                  <a:lnTo>
                    <a:pt x="63586" y="141462"/>
                  </a:lnTo>
                  <a:cubicBezTo>
                    <a:pt x="84684" y="110885"/>
                    <a:pt x="110879" y="84691"/>
                    <a:pt x="141455" y="63593"/>
                  </a:cubicBezTo>
                  <a:lnTo>
                    <a:pt x="170246" y="92416"/>
                  </a:lnTo>
                  <a:lnTo>
                    <a:pt x="173557" y="90339"/>
                  </a:lnTo>
                  <a:cubicBezTo>
                    <a:pt x="198842" y="74369"/>
                    <a:pt x="226464" y="62944"/>
                    <a:pt x="255612" y="56322"/>
                  </a:cubicBezTo>
                  <a:lnTo>
                    <a:pt x="259410" y="55446"/>
                  </a:lnTo>
                  <a:lnTo>
                    <a:pt x="259410" y="14743"/>
                  </a:lnTo>
                  <a:cubicBezTo>
                    <a:pt x="292063" y="8770"/>
                    <a:pt x="325399" y="8154"/>
                    <a:pt x="358149" y="12893"/>
                  </a:cubicBezTo>
                  <a:lnTo>
                    <a:pt x="358149" y="3058"/>
                  </a:lnTo>
                  <a:cubicBezTo>
                    <a:pt x="323386" y="-1811"/>
                    <a:pt x="288104" y="-870"/>
                    <a:pt x="253599" y="5914"/>
                  </a:cubicBezTo>
                  <a:lnTo>
                    <a:pt x="249672" y="6693"/>
                  </a:lnTo>
                  <a:lnTo>
                    <a:pt x="249672" y="47721"/>
                  </a:lnTo>
                  <a:cubicBezTo>
                    <a:pt x="222082" y="54375"/>
                    <a:pt x="195855" y="65249"/>
                    <a:pt x="171641" y="80050"/>
                  </a:cubicBezTo>
                  <a:lnTo>
                    <a:pt x="142656" y="50999"/>
                  </a:lnTo>
                  <a:lnTo>
                    <a:pt x="139313" y="53239"/>
                  </a:lnTo>
                  <a:cubicBezTo>
                    <a:pt x="105166" y="76220"/>
                    <a:pt x="76213" y="105173"/>
                    <a:pt x="53232" y="139319"/>
                  </a:cubicBezTo>
                  <a:lnTo>
                    <a:pt x="51025" y="142663"/>
                  </a:lnTo>
                  <a:lnTo>
                    <a:pt x="80043" y="171681"/>
                  </a:lnTo>
                  <a:cubicBezTo>
                    <a:pt x="65209" y="195895"/>
                    <a:pt x="54368" y="222089"/>
                    <a:pt x="47714" y="249679"/>
                  </a:cubicBezTo>
                  <a:lnTo>
                    <a:pt x="6687" y="249679"/>
                  </a:lnTo>
                  <a:lnTo>
                    <a:pt x="5939" y="253607"/>
                  </a:lnTo>
                  <a:cubicBezTo>
                    <a:pt x="1980" y="273698"/>
                    <a:pt x="0" y="294180"/>
                    <a:pt x="0" y="314467"/>
                  </a:cubicBezTo>
                  <a:cubicBezTo>
                    <a:pt x="0" y="334753"/>
                    <a:pt x="1980" y="355235"/>
                    <a:pt x="5939" y="375327"/>
                  </a:cubicBezTo>
                  <a:lnTo>
                    <a:pt x="6687" y="379254"/>
                  </a:lnTo>
                  <a:lnTo>
                    <a:pt x="47714" y="379254"/>
                  </a:lnTo>
                  <a:cubicBezTo>
                    <a:pt x="54368" y="406811"/>
                    <a:pt x="65209" y="433006"/>
                    <a:pt x="80043" y="457252"/>
                  </a:cubicBezTo>
                  <a:lnTo>
                    <a:pt x="18988" y="518307"/>
                  </a:lnTo>
                  <a:cubicBezTo>
                    <a:pt x="-6264" y="543560"/>
                    <a:pt x="-6264" y="584685"/>
                    <a:pt x="18988" y="609938"/>
                  </a:cubicBezTo>
                  <a:cubicBezTo>
                    <a:pt x="31225" y="622175"/>
                    <a:pt x="47487" y="628926"/>
                    <a:pt x="64787" y="628926"/>
                  </a:cubicBezTo>
                  <a:cubicBezTo>
                    <a:pt x="82088" y="628926"/>
                    <a:pt x="98383" y="622175"/>
                    <a:pt x="110619" y="609938"/>
                  </a:cubicBezTo>
                  <a:lnTo>
                    <a:pt x="244966" y="475592"/>
                  </a:lnTo>
                  <a:cubicBezTo>
                    <a:pt x="267135" y="485264"/>
                    <a:pt x="290505" y="490165"/>
                    <a:pt x="314492" y="490165"/>
                  </a:cubicBezTo>
                  <a:cubicBezTo>
                    <a:pt x="410798" y="490165"/>
                    <a:pt x="489153" y="411810"/>
                    <a:pt x="489153" y="315505"/>
                  </a:cubicBezTo>
                  <a:cubicBezTo>
                    <a:pt x="489153" y="290415"/>
                    <a:pt x="483797" y="265973"/>
                    <a:pt x="473183" y="242862"/>
                  </a:cubicBezTo>
                  <a:close/>
                  <a:moveTo>
                    <a:pt x="314525" y="480396"/>
                  </a:moveTo>
                  <a:cubicBezTo>
                    <a:pt x="290830" y="480396"/>
                    <a:pt x="267752" y="475332"/>
                    <a:pt x="245940" y="465335"/>
                  </a:cubicBezTo>
                  <a:lnTo>
                    <a:pt x="242856" y="463939"/>
                  </a:lnTo>
                  <a:lnTo>
                    <a:pt x="103738" y="603057"/>
                  </a:lnTo>
                  <a:cubicBezTo>
                    <a:pt x="93351" y="613444"/>
                    <a:pt x="79524" y="619189"/>
                    <a:pt x="64820" y="619189"/>
                  </a:cubicBezTo>
                  <a:cubicBezTo>
                    <a:pt x="50116" y="619189"/>
                    <a:pt x="36289" y="613476"/>
                    <a:pt x="25902" y="603057"/>
                  </a:cubicBezTo>
                  <a:cubicBezTo>
                    <a:pt x="4446" y="581602"/>
                    <a:pt x="4446" y="546676"/>
                    <a:pt x="25902" y="525189"/>
                  </a:cubicBezTo>
                  <a:lnTo>
                    <a:pt x="165344" y="385746"/>
                  </a:lnTo>
                  <a:lnTo>
                    <a:pt x="163981" y="382695"/>
                  </a:lnTo>
                  <a:cubicBezTo>
                    <a:pt x="154438" y="361337"/>
                    <a:pt x="149602" y="338746"/>
                    <a:pt x="149602" y="315538"/>
                  </a:cubicBezTo>
                  <a:cubicBezTo>
                    <a:pt x="149602" y="224588"/>
                    <a:pt x="223575" y="150615"/>
                    <a:pt x="314525" y="150615"/>
                  </a:cubicBezTo>
                  <a:cubicBezTo>
                    <a:pt x="335364" y="150615"/>
                    <a:pt x="355714" y="154510"/>
                    <a:pt x="375125" y="162235"/>
                  </a:cubicBezTo>
                  <a:lnTo>
                    <a:pt x="318647" y="218713"/>
                  </a:lnTo>
                  <a:cubicBezTo>
                    <a:pt x="293394" y="243966"/>
                    <a:pt x="293394" y="285091"/>
                    <a:pt x="318647" y="310344"/>
                  </a:cubicBezTo>
                  <a:cubicBezTo>
                    <a:pt x="330884" y="322581"/>
                    <a:pt x="347146" y="329333"/>
                    <a:pt x="364479" y="329333"/>
                  </a:cubicBezTo>
                  <a:cubicBezTo>
                    <a:pt x="381811" y="329333"/>
                    <a:pt x="398041" y="322581"/>
                    <a:pt x="410278" y="310344"/>
                  </a:cubicBezTo>
                  <a:lnTo>
                    <a:pt x="467178" y="253444"/>
                  </a:lnTo>
                  <a:cubicBezTo>
                    <a:pt x="475325" y="273341"/>
                    <a:pt x="479447" y="294180"/>
                    <a:pt x="479447" y="315538"/>
                  </a:cubicBezTo>
                  <a:cubicBezTo>
                    <a:pt x="479447" y="406487"/>
                    <a:pt x="405474" y="480460"/>
                    <a:pt x="314525" y="480460"/>
                  </a:cubicBezTo>
                  <a:close/>
                </a:path>
              </a:pathLst>
            </a:custGeom>
            <a:grpFill/>
            <a:ln w="3246" cap="flat">
              <a:noFill/>
              <a:prstDash val="solid"/>
              <a:miter/>
            </a:ln>
          </p:spPr>
          <p:txBody>
            <a:bodyPr rtlCol="0" anchor="ctr"/>
            <a:lstStyle/>
            <a:p>
              <a:endParaRPr lang="en-US"/>
            </a:p>
          </p:txBody>
        </p:sp>
        <p:sp>
          <p:nvSpPr>
            <p:cNvPr id="218" name="Freeform: Shape 1151"/>
            <p:cNvSpPr/>
            <p:nvPr/>
          </p:nvSpPr>
          <p:spPr>
            <a:xfrm>
              <a:off x="11234858" y="2599450"/>
              <a:ext cx="282131" cy="622785"/>
            </a:xfrm>
            <a:custGeom>
              <a:avLst/>
              <a:gdLst>
                <a:gd name="connsiteX0" fmla="*/ 282132 w 282131"/>
                <a:gd name="connsiteY0" fmla="*/ 311409 h 622785"/>
                <a:gd name="connsiteX1" fmla="*/ 275996 w 282131"/>
                <a:gd name="connsiteY1" fmla="*/ 374444 h 622785"/>
                <a:gd name="connsiteX2" fmla="*/ 273432 w 282131"/>
                <a:gd name="connsiteY2" fmla="*/ 387557 h 622785"/>
                <a:gd name="connsiteX3" fmla="*/ 231853 w 282131"/>
                <a:gd name="connsiteY3" fmla="*/ 387557 h 622785"/>
                <a:gd name="connsiteX4" fmla="*/ 204977 w 282131"/>
                <a:gd name="connsiteY4" fmla="*/ 452377 h 622785"/>
                <a:gd name="connsiteX5" fmla="*/ 234385 w 282131"/>
                <a:gd name="connsiteY5" fmla="*/ 481785 h 622785"/>
                <a:gd name="connsiteX6" fmla="*/ 226952 w 282131"/>
                <a:gd name="connsiteY6" fmla="*/ 492885 h 622785"/>
                <a:gd name="connsiteX7" fmla="*/ 137788 w 282131"/>
                <a:gd name="connsiteY7" fmla="*/ 582050 h 622785"/>
                <a:gd name="connsiteX8" fmla="*/ 126719 w 282131"/>
                <a:gd name="connsiteY8" fmla="*/ 589483 h 622785"/>
                <a:gd name="connsiteX9" fmla="*/ 97279 w 282131"/>
                <a:gd name="connsiteY9" fmla="*/ 560075 h 622785"/>
                <a:gd name="connsiteX10" fmla="*/ 32459 w 282131"/>
                <a:gd name="connsiteY10" fmla="*/ 586951 h 622785"/>
                <a:gd name="connsiteX11" fmla="*/ 32459 w 282131"/>
                <a:gd name="connsiteY11" fmla="*/ 615158 h 622785"/>
                <a:gd name="connsiteX12" fmla="*/ 31518 w 282131"/>
                <a:gd name="connsiteY12" fmla="*/ 615482 h 622785"/>
                <a:gd name="connsiteX13" fmla="*/ 227 w 282131"/>
                <a:gd name="connsiteY13" fmla="*/ 622785 h 622785"/>
                <a:gd name="connsiteX14" fmla="*/ 0 w 282131"/>
                <a:gd name="connsiteY14" fmla="*/ 622785 h 622785"/>
                <a:gd name="connsiteX15" fmla="*/ 0 w 282131"/>
                <a:gd name="connsiteY15" fmla="*/ 561341 h 622785"/>
                <a:gd name="connsiteX16" fmla="*/ 12659 w 282131"/>
                <a:gd name="connsiteY16" fmla="*/ 558452 h 622785"/>
                <a:gd name="connsiteX17" fmla="*/ 91177 w 282131"/>
                <a:gd name="connsiteY17" fmla="*/ 525928 h 622785"/>
                <a:gd name="connsiteX18" fmla="*/ 102148 w 282131"/>
                <a:gd name="connsiteY18" fmla="*/ 519015 h 622785"/>
                <a:gd name="connsiteX19" fmla="*/ 130550 w 282131"/>
                <a:gd name="connsiteY19" fmla="*/ 547449 h 622785"/>
                <a:gd name="connsiteX20" fmla="*/ 192350 w 282131"/>
                <a:gd name="connsiteY20" fmla="*/ 485647 h 622785"/>
                <a:gd name="connsiteX21" fmla="*/ 163916 w 282131"/>
                <a:gd name="connsiteY21" fmla="*/ 457213 h 622785"/>
                <a:gd name="connsiteX22" fmla="*/ 170831 w 282131"/>
                <a:gd name="connsiteY22" fmla="*/ 446275 h 622785"/>
                <a:gd name="connsiteX23" fmla="*/ 203387 w 282131"/>
                <a:gd name="connsiteY23" fmla="*/ 367725 h 622785"/>
                <a:gd name="connsiteX24" fmla="*/ 206243 w 282131"/>
                <a:gd name="connsiteY24" fmla="*/ 355098 h 622785"/>
                <a:gd name="connsiteX25" fmla="*/ 246395 w 282131"/>
                <a:gd name="connsiteY25" fmla="*/ 355098 h 622785"/>
                <a:gd name="connsiteX26" fmla="*/ 249673 w 282131"/>
                <a:gd name="connsiteY26" fmla="*/ 311409 h 622785"/>
                <a:gd name="connsiteX27" fmla="*/ 246395 w 282131"/>
                <a:gd name="connsiteY27" fmla="*/ 267719 h 622785"/>
                <a:gd name="connsiteX28" fmla="*/ 206243 w 282131"/>
                <a:gd name="connsiteY28" fmla="*/ 267719 h 622785"/>
                <a:gd name="connsiteX29" fmla="*/ 203387 w 282131"/>
                <a:gd name="connsiteY29" fmla="*/ 255061 h 622785"/>
                <a:gd name="connsiteX30" fmla="*/ 170831 w 282131"/>
                <a:gd name="connsiteY30" fmla="*/ 176543 h 622785"/>
                <a:gd name="connsiteX31" fmla="*/ 163916 w 282131"/>
                <a:gd name="connsiteY31" fmla="*/ 165572 h 622785"/>
                <a:gd name="connsiteX32" fmla="*/ 192350 w 282131"/>
                <a:gd name="connsiteY32" fmla="*/ 137170 h 622785"/>
                <a:gd name="connsiteX33" fmla="*/ 130550 w 282131"/>
                <a:gd name="connsiteY33" fmla="*/ 75369 h 622785"/>
                <a:gd name="connsiteX34" fmla="*/ 102116 w 282131"/>
                <a:gd name="connsiteY34" fmla="*/ 103803 h 622785"/>
                <a:gd name="connsiteX35" fmla="*/ 91177 w 282131"/>
                <a:gd name="connsiteY35" fmla="*/ 96889 h 622785"/>
                <a:gd name="connsiteX36" fmla="*/ 12659 w 282131"/>
                <a:gd name="connsiteY36" fmla="*/ 64333 h 622785"/>
                <a:gd name="connsiteX37" fmla="*/ 0 w 282131"/>
                <a:gd name="connsiteY37" fmla="*/ 61477 h 622785"/>
                <a:gd name="connsiteX38" fmla="*/ 0 w 282131"/>
                <a:gd name="connsiteY38" fmla="*/ 0 h 622785"/>
                <a:gd name="connsiteX39" fmla="*/ 7238 w 282131"/>
                <a:gd name="connsiteY39" fmla="*/ 1071 h 622785"/>
                <a:gd name="connsiteX40" fmla="*/ 29019 w 282131"/>
                <a:gd name="connsiteY40" fmla="*/ 6427 h 622785"/>
                <a:gd name="connsiteX41" fmla="*/ 32459 w 282131"/>
                <a:gd name="connsiteY41" fmla="*/ 7693 h 622785"/>
                <a:gd name="connsiteX42" fmla="*/ 32459 w 282131"/>
                <a:gd name="connsiteY42" fmla="*/ 35899 h 622785"/>
                <a:gd name="connsiteX43" fmla="*/ 97279 w 282131"/>
                <a:gd name="connsiteY43" fmla="*/ 62743 h 622785"/>
                <a:gd name="connsiteX44" fmla="*/ 126686 w 282131"/>
                <a:gd name="connsiteY44" fmla="*/ 33335 h 622785"/>
                <a:gd name="connsiteX45" fmla="*/ 137788 w 282131"/>
                <a:gd name="connsiteY45" fmla="*/ 40801 h 622785"/>
                <a:gd name="connsiteX46" fmla="*/ 226952 w 282131"/>
                <a:gd name="connsiteY46" fmla="*/ 129965 h 622785"/>
                <a:gd name="connsiteX47" fmla="*/ 234385 w 282131"/>
                <a:gd name="connsiteY47" fmla="*/ 141066 h 622785"/>
                <a:gd name="connsiteX48" fmla="*/ 204977 w 282131"/>
                <a:gd name="connsiteY48" fmla="*/ 170441 h 622785"/>
                <a:gd name="connsiteX49" fmla="*/ 231853 w 282131"/>
                <a:gd name="connsiteY49" fmla="*/ 235293 h 622785"/>
                <a:gd name="connsiteX50" fmla="*/ 273432 w 282131"/>
                <a:gd name="connsiteY50" fmla="*/ 235293 h 622785"/>
                <a:gd name="connsiteX51" fmla="*/ 275996 w 282131"/>
                <a:gd name="connsiteY51" fmla="*/ 248374 h 622785"/>
                <a:gd name="connsiteX52" fmla="*/ 282132 w 282131"/>
                <a:gd name="connsiteY52" fmla="*/ 311441 h 62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82131" h="622785">
                  <a:moveTo>
                    <a:pt x="282132" y="311409"/>
                  </a:moveTo>
                  <a:cubicBezTo>
                    <a:pt x="282132" y="332410"/>
                    <a:pt x="280086" y="353638"/>
                    <a:pt x="275996" y="374444"/>
                  </a:cubicBezTo>
                  <a:lnTo>
                    <a:pt x="273432" y="387557"/>
                  </a:lnTo>
                  <a:lnTo>
                    <a:pt x="231853" y="387557"/>
                  </a:lnTo>
                  <a:cubicBezTo>
                    <a:pt x="225621" y="410181"/>
                    <a:pt x="216629" y="431928"/>
                    <a:pt x="204977" y="452377"/>
                  </a:cubicBezTo>
                  <a:lnTo>
                    <a:pt x="234385" y="481785"/>
                  </a:lnTo>
                  <a:lnTo>
                    <a:pt x="226952" y="492885"/>
                  </a:lnTo>
                  <a:cubicBezTo>
                    <a:pt x="203192" y="528266"/>
                    <a:pt x="173168" y="558257"/>
                    <a:pt x="137788" y="582050"/>
                  </a:cubicBezTo>
                  <a:lnTo>
                    <a:pt x="126719" y="589483"/>
                  </a:lnTo>
                  <a:lnTo>
                    <a:pt x="97279" y="560075"/>
                  </a:lnTo>
                  <a:cubicBezTo>
                    <a:pt x="76830" y="571695"/>
                    <a:pt x="55115" y="580719"/>
                    <a:pt x="32459" y="586951"/>
                  </a:cubicBezTo>
                  <a:lnTo>
                    <a:pt x="32459" y="615158"/>
                  </a:lnTo>
                  <a:cubicBezTo>
                    <a:pt x="32167" y="615255"/>
                    <a:pt x="31875" y="615352"/>
                    <a:pt x="31518" y="615482"/>
                  </a:cubicBezTo>
                  <a:cubicBezTo>
                    <a:pt x="21326" y="618793"/>
                    <a:pt x="10841" y="621292"/>
                    <a:pt x="227" y="622785"/>
                  </a:cubicBezTo>
                  <a:lnTo>
                    <a:pt x="0" y="622785"/>
                  </a:lnTo>
                  <a:cubicBezTo>
                    <a:pt x="0" y="622785"/>
                    <a:pt x="0" y="561341"/>
                    <a:pt x="0" y="561341"/>
                  </a:cubicBezTo>
                  <a:lnTo>
                    <a:pt x="12659" y="558452"/>
                  </a:lnTo>
                  <a:cubicBezTo>
                    <a:pt x="40508" y="552155"/>
                    <a:pt x="66930" y="541184"/>
                    <a:pt x="91177" y="525928"/>
                  </a:cubicBezTo>
                  <a:lnTo>
                    <a:pt x="102148" y="519015"/>
                  </a:lnTo>
                  <a:lnTo>
                    <a:pt x="130550" y="547449"/>
                  </a:lnTo>
                  <a:cubicBezTo>
                    <a:pt x="154179" y="529986"/>
                    <a:pt x="174888" y="509277"/>
                    <a:pt x="192350" y="485647"/>
                  </a:cubicBezTo>
                  <a:lnTo>
                    <a:pt x="163916" y="457213"/>
                  </a:lnTo>
                  <a:lnTo>
                    <a:pt x="170831" y="446275"/>
                  </a:lnTo>
                  <a:cubicBezTo>
                    <a:pt x="186119" y="421996"/>
                    <a:pt x="197057" y="395574"/>
                    <a:pt x="203387" y="367725"/>
                  </a:cubicBezTo>
                  <a:lnTo>
                    <a:pt x="206243" y="355098"/>
                  </a:lnTo>
                  <a:lnTo>
                    <a:pt x="246395" y="355098"/>
                  </a:lnTo>
                  <a:cubicBezTo>
                    <a:pt x="248602" y="340589"/>
                    <a:pt x="249673" y="325950"/>
                    <a:pt x="249673" y="311409"/>
                  </a:cubicBezTo>
                  <a:cubicBezTo>
                    <a:pt x="249673" y="296867"/>
                    <a:pt x="248602" y="282229"/>
                    <a:pt x="246395" y="267719"/>
                  </a:cubicBezTo>
                  <a:lnTo>
                    <a:pt x="206243" y="267719"/>
                  </a:lnTo>
                  <a:lnTo>
                    <a:pt x="203387" y="255061"/>
                  </a:lnTo>
                  <a:cubicBezTo>
                    <a:pt x="197057" y="227211"/>
                    <a:pt x="186086" y="200790"/>
                    <a:pt x="170831" y="176543"/>
                  </a:cubicBezTo>
                  <a:lnTo>
                    <a:pt x="163916" y="165572"/>
                  </a:lnTo>
                  <a:lnTo>
                    <a:pt x="192350" y="137170"/>
                  </a:lnTo>
                  <a:cubicBezTo>
                    <a:pt x="174888" y="113508"/>
                    <a:pt x="154179" y="92799"/>
                    <a:pt x="130550" y="75369"/>
                  </a:cubicBezTo>
                  <a:lnTo>
                    <a:pt x="102116" y="103803"/>
                  </a:lnTo>
                  <a:lnTo>
                    <a:pt x="91177" y="96889"/>
                  </a:lnTo>
                  <a:cubicBezTo>
                    <a:pt x="66930" y="81601"/>
                    <a:pt x="40508" y="70663"/>
                    <a:pt x="12659" y="64333"/>
                  </a:cubicBezTo>
                  <a:lnTo>
                    <a:pt x="0" y="61477"/>
                  </a:lnTo>
                  <a:lnTo>
                    <a:pt x="0" y="0"/>
                  </a:lnTo>
                  <a:cubicBezTo>
                    <a:pt x="2402" y="325"/>
                    <a:pt x="4804" y="682"/>
                    <a:pt x="7238" y="1071"/>
                  </a:cubicBezTo>
                  <a:cubicBezTo>
                    <a:pt x="14639" y="2272"/>
                    <a:pt x="21910" y="4057"/>
                    <a:pt x="29019" y="6427"/>
                  </a:cubicBezTo>
                  <a:cubicBezTo>
                    <a:pt x="30382" y="6881"/>
                    <a:pt x="31582" y="7303"/>
                    <a:pt x="32459" y="7693"/>
                  </a:cubicBezTo>
                  <a:lnTo>
                    <a:pt x="32459" y="35899"/>
                  </a:lnTo>
                  <a:cubicBezTo>
                    <a:pt x="55115" y="42131"/>
                    <a:pt x="76830" y="51122"/>
                    <a:pt x="97279" y="62743"/>
                  </a:cubicBezTo>
                  <a:lnTo>
                    <a:pt x="126686" y="33335"/>
                  </a:lnTo>
                  <a:lnTo>
                    <a:pt x="137788" y="40801"/>
                  </a:lnTo>
                  <a:cubicBezTo>
                    <a:pt x="173168" y="64560"/>
                    <a:pt x="203159" y="94552"/>
                    <a:pt x="226952" y="129965"/>
                  </a:cubicBezTo>
                  <a:lnTo>
                    <a:pt x="234385" y="141066"/>
                  </a:lnTo>
                  <a:lnTo>
                    <a:pt x="204977" y="170441"/>
                  </a:lnTo>
                  <a:cubicBezTo>
                    <a:pt x="216629" y="190922"/>
                    <a:pt x="225621" y="212637"/>
                    <a:pt x="231853" y="235293"/>
                  </a:cubicBezTo>
                  <a:lnTo>
                    <a:pt x="273432" y="235293"/>
                  </a:lnTo>
                  <a:lnTo>
                    <a:pt x="275996" y="248374"/>
                  </a:lnTo>
                  <a:cubicBezTo>
                    <a:pt x="280086" y="269213"/>
                    <a:pt x="282132" y="290408"/>
                    <a:pt x="282132" y="311441"/>
                  </a:cubicBez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219" name="Group 68"/>
          <p:cNvGrpSpPr/>
          <p:nvPr/>
        </p:nvGrpSpPr>
        <p:grpSpPr>
          <a:xfrm>
            <a:off x="9109826" y="4393267"/>
            <a:ext cx="682606" cy="646513"/>
            <a:chOff x="3067469" y="5185468"/>
            <a:chExt cx="682606" cy="646513"/>
          </a:xfrm>
          <a:solidFill>
            <a:schemeClr val="tx1"/>
          </a:solidFill>
        </p:grpSpPr>
        <p:sp>
          <p:nvSpPr>
            <p:cNvPr id="220" name="Freeform: Shape 1129"/>
            <p:cNvSpPr/>
            <p:nvPr/>
          </p:nvSpPr>
          <p:spPr>
            <a:xfrm>
              <a:off x="3067469" y="5185468"/>
              <a:ext cx="650148" cy="627459"/>
            </a:xfrm>
            <a:custGeom>
              <a:avLst/>
              <a:gdLst>
                <a:gd name="connsiteX0" fmla="*/ 645766 w 650148"/>
                <a:gd name="connsiteY0" fmla="*/ 400963 h 627459"/>
                <a:gd name="connsiteX1" fmla="*/ 335623 w 650148"/>
                <a:gd name="connsiteY1" fmla="*/ 585263 h 627459"/>
                <a:gd name="connsiteX2" fmla="*/ 19053 w 650148"/>
                <a:gd name="connsiteY2" fmla="*/ 394341 h 627459"/>
                <a:gd name="connsiteX3" fmla="*/ 214520 w 650148"/>
                <a:gd name="connsiteY3" fmla="*/ 275510 h 627459"/>
                <a:gd name="connsiteX4" fmla="*/ 184658 w 650148"/>
                <a:gd name="connsiteY4" fmla="*/ 371392 h 627459"/>
                <a:gd name="connsiteX5" fmla="*/ 180957 w 650148"/>
                <a:gd name="connsiteY5" fmla="*/ 394341 h 627459"/>
                <a:gd name="connsiteX6" fmla="*/ 335623 w 650148"/>
                <a:gd name="connsiteY6" fmla="*/ 499085 h 627459"/>
                <a:gd name="connsiteX7" fmla="*/ 490289 w 650148"/>
                <a:gd name="connsiteY7" fmla="*/ 394341 h 627459"/>
                <a:gd name="connsiteX8" fmla="*/ 486589 w 650148"/>
                <a:gd name="connsiteY8" fmla="*/ 371392 h 627459"/>
                <a:gd name="connsiteX9" fmla="*/ 447281 w 650148"/>
                <a:gd name="connsiteY9" fmla="*/ 245258 h 627459"/>
                <a:gd name="connsiteX10" fmla="*/ 447281 w 650148"/>
                <a:gd name="connsiteY10" fmla="*/ 245258 h 627459"/>
                <a:gd name="connsiteX11" fmla="*/ 400281 w 650148"/>
                <a:gd name="connsiteY11" fmla="*/ 94455 h 627459"/>
                <a:gd name="connsiteX12" fmla="*/ 400281 w 650148"/>
                <a:gd name="connsiteY12" fmla="*/ 94455 h 627459"/>
                <a:gd name="connsiteX13" fmla="*/ 400281 w 650148"/>
                <a:gd name="connsiteY13" fmla="*/ 94455 h 627459"/>
                <a:gd name="connsiteX14" fmla="*/ 379507 w 650148"/>
                <a:gd name="connsiteY14" fmla="*/ 27719 h 627459"/>
                <a:gd name="connsiteX15" fmla="*/ 379313 w 650148"/>
                <a:gd name="connsiteY15" fmla="*/ 27168 h 627459"/>
                <a:gd name="connsiteX16" fmla="*/ 378469 w 650148"/>
                <a:gd name="connsiteY16" fmla="*/ 25026 h 627459"/>
                <a:gd name="connsiteX17" fmla="*/ 335623 w 650148"/>
                <a:gd name="connsiteY17" fmla="*/ 0 h 627459"/>
                <a:gd name="connsiteX18" fmla="*/ 292843 w 650148"/>
                <a:gd name="connsiteY18" fmla="*/ 24863 h 627459"/>
                <a:gd name="connsiteX19" fmla="*/ 292096 w 650148"/>
                <a:gd name="connsiteY19" fmla="*/ 26616 h 627459"/>
                <a:gd name="connsiteX20" fmla="*/ 270965 w 650148"/>
                <a:gd name="connsiteY20" fmla="*/ 94455 h 627459"/>
                <a:gd name="connsiteX21" fmla="*/ 270965 w 650148"/>
                <a:gd name="connsiteY21" fmla="*/ 94455 h 627459"/>
                <a:gd name="connsiteX22" fmla="*/ 270965 w 650148"/>
                <a:gd name="connsiteY22" fmla="*/ 94455 h 627459"/>
                <a:gd name="connsiteX23" fmla="*/ 218902 w 650148"/>
                <a:gd name="connsiteY23" fmla="*/ 261455 h 627459"/>
                <a:gd name="connsiteX24" fmla="*/ 0 w 650148"/>
                <a:gd name="connsiteY24" fmla="*/ 394341 h 627459"/>
                <a:gd name="connsiteX25" fmla="*/ 0 w 650148"/>
                <a:gd name="connsiteY25" fmla="*/ 436115 h 627459"/>
                <a:gd name="connsiteX26" fmla="*/ 315239 w 650148"/>
                <a:gd name="connsiteY26" fmla="*/ 627459 h 627459"/>
                <a:gd name="connsiteX27" fmla="*/ 315271 w 650148"/>
                <a:gd name="connsiteY27" fmla="*/ 627459 h 627459"/>
                <a:gd name="connsiteX28" fmla="*/ 324685 w 650148"/>
                <a:gd name="connsiteY28" fmla="*/ 621779 h 627459"/>
                <a:gd name="connsiteX29" fmla="*/ 9738 w 650148"/>
                <a:gd name="connsiteY29" fmla="*/ 430629 h 627459"/>
                <a:gd name="connsiteX30" fmla="*/ 9738 w 650148"/>
                <a:gd name="connsiteY30" fmla="*/ 400216 h 627459"/>
                <a:gd name="connsiteX31" fmla="*/ 335623 w 650148"/>
                <a:gd name="connsiteY31" fmla="*/ 596591 h 627459"/>
                <a:gd name="connsiteX32" fmla="*/ 650148 w 650148"/>
                <a:gd name="connsiteY32" fmla="*/ 409661 h 627459"/>
                <a:gd name="connsiteX33" fmla="*/ 650148 w 650148"/>
                <a:gd name="connsiteY33" fmla="*/ 403559 h 627459"/>
                <a:gd name="connsiteX34" fmla="*/ 645766 w 650148"/>
                <a:gd name="connsiteY34" fmla="*/ 400963 h 627459"/>
                <a:gd name="connsiteX35" fmla="*/ 480551 w 650148"/>
                <a:gd name="connsiteY35" fmla="*/ 394341 h 627459"/>
                <a:gd name="connsiteX36" fmla="*/ 335623 w 650148"/>
                <a:gd name="connsiteY36" fmla="*/ 489348 h 627459"/>
                <a:gd name="connsiteX37" fmla="*/ 190695 w 650148"/>
                <a:gd name="connsiteY37" fmla="*/ 394341 h 627459"/>
                <a:gd name="connsiteX38" fmla="*/ 193908 w 650148"/>
                <a:gd name="connsiteY38" fmla="*/ 374346 h 627459"/>
                <a:gd name="connsiteX39" fmla="*/ 212734 w 650148"/>
                <a:gd name="connsiteY39" fmla="*/ 313908 h 627459"/>
                <a:gd name="connsiteX40" fmla="*/ 212734 w 650148"/>
                <a:gd name="connsiteY40" fmla="*/ 313908 h 627459"/>
                <a:gd name="connsiteX41" fmla="*/ 335623 w 650148"/>
                <a:gd name="connsiteY41" fmla="*/ 379767 h 627459"/>
                <a:gd name="connsiteX42" fmla="*/ 458512 w 650148"/>
                <a:gd name="connsiteY42" fmla="*/ 313876 h 627459"/>
                <a:gd name="connsiteX43" fmla="*/ 458512 w 650148"/>
                <a:gd name="connsiteY43" fmla="*/ 313876 h 627459"/>
                <a:gd name="connsiteX44" fmla="*/ 477338 w 650148"/>
                <a:gd name="connsiteY44" fmla="*/ 374314 h 627459"/>
                <a:gd name="connsiteX45" fmla="*/ 477338 w 650148"/>
                <a:gd name="connsiteY45" fmla="*/ 374379 h 627459"/>
                <a:gd name="connsiteX46" fmla="*/ 480551 w 650148"/>
                <a:gd name="connsiteY46" fmla="*/ 394308 h 627459"/>
                <a:gd name="connsiteX47" fmla="*/ 452280 w 650148"/>
                <a:gd name="connsiteY47" fmla="*/ 293913 h 627459"/>
                <a:gd name="connsiteX48" fmla="*/ 452280 w 650148"/>
                <a:gd name="connsiteY48" fmla="*/ 293913 h 627459"/>
                <a:gd name="connsiteX49" fmla="*/ 335656 w 650148"/>
                <a:gd name="connsiteY49" fmla="*/ 370029 h 627459"/>
                <a:gd name="connsiteX50" fmla="*/ 219031 w 650148"/>
                <a:gd name="connsiteY50" fmla="*/ 293913 h 627459"/>
                <a:gd name="connsiteX51" fmla="*/ 219031 w 650148"/>
                <a:gd name="connsiteY51" fmla="*/ 293913 h 627459"/>
                <a:gd name="connsiteX52" fmla="*/ 233638 w 650148"/>
                <a:gd name="connsiteY52" fmla="*/ 247043 h 627459"/>
                <a:gd name="connsiteX53" fmla="*/ 233638 w 650148"/>
                <a:gd name="connsiteY53" fmla="*/ 247043 h 627459"/>
                <a:gd name="connsiteX54" fmla="*/ 335688 w 650148"/>
                <a:gd name="connsiteY54" fmla="*/ 299691 h 627459"/>
                <a:gd name="connsiteX55" fmla="*/ 437738 w 650148"/>
                <a:gd name="connsiteY55" fmla="*/ 247011 h 627459"/>
                <a:gd name="connsiteX56" fmla="*/ 437738 w 650148"/>
                <a:gd name="connsiteY56" fmla="*/ 247011 h 627459"/>
                <a:gd name="connsiteX57" fmla="*/ 452345 w 650148"/>
                <a:gd name="connsiteY57" fmla="*/ 293913 h 627459"/>
                <a:gd name="connsiteX58" fmla="*/ 301152 w 650148"/>
                <a:gd name="connsiteY58" fmla="*/ 30219 h 627459"/>
                <a:gd name="connsiteX59" fmla="*/ 301152 w 650148"/>
                <a:gd name="connsiteY59" fmla="*/ 30122 h 627459"/>
                <a:gd name="connsiteX60" fmla="*/ 301898 w 650148"/>
                <a:gd name="connsiteY60" fmla="*/ 28401 h 627459"/>
                <a:gd name="connsiteX61" fmla="*/ 335623 w 650148"/>
                <a:gd name="connsiteY61" fmla="*/ 9705 h 627459"/>
                <a:gd name="connsiteX62" fmla="*/ 369413 w 650148"/>
                <a:gd name="connsiteY62" fmla="*/ 28563 h 627459"/>
                <a:gd name="connsiteX63" fmla="*/ 370062 w 650148"/>
                <a:gd name="connsiteY63" fmla="*/ 30122 h 627459"/>
                <a:gd name="connsiteX64" fmla="*/ 390478 w 650148"/>
                <a:gd name="connsiteY64" fmla="*/ 95526 h 627459"/>
                <a:gd name="connsiteX65" fmla="*/ 335623 w 650148"/>
                <a:gd name="connsiteY65" fmla="*/ 130094 h 627459"/>
                <a:gd name="connsiteX66" fmla="*/ 280768 w 650148"/>
                <a:gd name="connsiteY66" fmla="*/ 95526 h 627459"/>
                <a:gd name="connsiteX67" fmla="*/ 301152 w 650148"/>
                <a:gd name="connsiteY67" fmla="*/ 30219 h 627459"/>
                <a:gd name="connsiteX68" fmla="*/ 275802 w 650148"/>
                <a:gd name="connsiteY68" fmla="*/ 111626 h 627459"/>
                <a:gd name="connsiteX69" fmla="*/ 275802 w 650148"/>
                <a:gd name="connsiteY69" fmla="*/ 111626 h 627459"/>
                <a:gd name="connsiteX70" fmla="*/ 335623 w 650148"/>
                <a:gd name="connsiteY70" fmla="*/ 139832 h 627459"/>
                <a:gd name="connsiteX71" fmla="*/ 395444 w 650148"/>
                <a:gd name="connsiteY71" fmla="*/ 111626 h 627459"/>
                <a:gd name="connsiteX72" fmla="*/ 395444 w 650148"/>
                <a:gd name="connsiteY72" fmla="*/ 111626 h 627459"/>
                <a:gd name="connsiteX73" fmla="*/ 405734 w 650148"/>
                <a:gd name="connsiteY73" fmla="*/ 144668 h 627459"/>
                <a:gd name="connsiteX74" fmla="*/ 405734 w 650148"/>
                <a:gd name="connsiteY74" fmla="*/ 144668 h 627459"/>
                <a:gd name="connsiteX75" fmla="*/ 405669 w 650148"/>
                <a:gd name="connsiteY75" fmla="*/ 144668 h 627459"/>
                <a:gd name="connsiteX76" fmla="*/ 335623 w 650148"/>
                <a:gd name="connsiteY76" fmla="*/ 189721 h 627459"/>
                <a:gd name="connsiteX77" fmla="*/ 265577 w 650148"/>
                <a:gd name="connsiteY77" fmla="*/ 144668 h 627459"/>
                <a:gd name="connsiteX78" fmla="*/ 265480 w 650148"/>
                <a:gd name="connsiteY78" fmla="*/ 144668 h 627459"/>
                <a:gd name="connsiteX79" fmla="*/ 265480 w 650148"/>
                <a:gd name="connsiteY79" fmla="*/ 144668 h 627459"/>
                <a:gd name="connsiteX80" fmla="*/ 275802 w 650148"/>
                <a:gd name="connsiteY80" fmla="*/ 111658 h 627459"/>
                <a:gd name="connsiteX81" fmla="*/ 260027 w 650148"/>
                <a:gd name="connsiteY81" fmla="*/ 162131 h 627459"/>
                <a:gd name="connsiteX82" fmla="*/ 260027 w 650148"/>
                <a:gd name="connsiteY82" fmla="*/ 162131 h 627459"/>
                <a:gd name="connsiteX83" fmla="*/ 335623 w 650148"/>
                <a:gd name="connsiteY83" fmla="*/ 199459 h 627459"/>
                <a:gd name="connsiteX84" fmla="*/ 411187 w 650148"/>
                <a:gd name="connsiteY84" fmla="*/ 162164 h 627459"/>
                <a:gd name="connsiteX85" fmla="*/ 431766 w 650148"/>
                <a:gd name="connsiteY85" fmla="*/ 228087 h 627459"/>
                <a:gd name="connsiteX86" fmla="*/ 431766 w 650148"/>
                <a:gd name="connsiteY86" fmla="*/ 228087 h 627459"/>
                <a:gd name="connsiteX87" fmla="*/ 431701 w 650148"/>
                <a:gd name="connsiteY87" fmla="*/ 228087 h 627459"/>
                <a:gd name="connsiteX88" fmla="*/ 335623 w 650148"/>
                <a:gd name="connsiteY88" fmla="*/ 289954 h 627459"/>
                <a:gd name="connsiteX89" fmla="*/ 239545 w 650148"/>
                <a:gd name="connsiteY89" fmla="*/ 228087 h 627459"/>
                <a:gd name="connsiteX90" fmla="*/ 239480 w 650148"/>
                <a:gd name="connsiteY90" fmla="*/ 228087 h 627459"/>
                <a:gd name="connsiteX91" fmla="*/ 239480 w 650148"/>
                <a:gd name="connsiteY91" fmla="*/ 228087 h 627459"/>
                <a:gd name="connsiteX92" fmla="*/ 260027 w 650148"/>
                <a:gd name="connsiteY92" fmla="*/ 162131 h 6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50148" h="627459">
                  <a:moveTo>
                    <a:pt x="645766" y="400963"/>
                  </a:moveTo>
                  <a:lnTo>
                    <a:pt x="335623" y="585263"/>
                  </a:lnTo>
                  <a:lnTo>
                    <a:pt x="19053" y="394341"/>
                  </a:lnTo>
                  <a:lnTo>
                    <a:pt x="214520" y="275510"/>
                  </a:lnTo>
                  <a:lnTo>
                    <a:pt x="184658" y="371392"/>
                  </a:lnTo>
                  <a:cubicBezTo>
                    <a:pt x="182191" y="378858"/>
                    <a:pt x="180957" y="386583"/>
                    <a:pt x="180957" y="394341"/>
                  </a:cubicBezTo>
                  <a:cubicBezTo>
                    <a:pt x="180957" y="452085"/>
                    <a:pt x="250322" y="499085"/>
                    <a:pt x="335623" y="499085"/>
                  </a:cubicBezTo>
                  <a:cubicBezTo>
                    <a:pt x="420925" y="499085"/>
                    <a:pt x="490289" y="452085"/>
                    <a:pt x="490289" y="394341"/>
                  </a:cubicBezTo>
                  <a:cubicBezTo>
                    <a:pt x="490289" y="386583"/>
                    <a:pt x="489055" y="378858"/>
                    <a:pt x="486589" y="371392"/>
                  </a:cubicBezTo>
                  <a:lnTo>
                    <a:pt x="447281" y="245258"/>
                  </a:lnTo>
                  <a:lnTo>
                    <a:pt x="447281" y="245258"/>
                  </a:lnTo>
                  <a:cubicBezTo>
                    <a:pt x="447281" y="245258"/>
                    <a:pt x="400281" y="94455"/>
                    <a:pt x="400281" y="94455"/>
                  </a:cubicBezTo>
                  <a:cubicBezTo>
                    <a:pt x="400281" y="94455"/>
                    <a:pt x="400281" y="94455"/>
                    <a:pt x="400281" y="94455"/>
                  </a:cubicBezTo>
                  <a:lnTo>
                    <a:pt x="400281" y="94455"/>
                  </a:lnTo>
                  <a:lnTo>
                    <a:pt x="379507" y="27719"/>
                  </a:lnTo>
                  <a:cubicBezTo>
                    <a:pt x="379442" y="27525"/>
                    <a:pt x="379377" y="27330"/>
                    <a:pt x="379313" y="27168"/>
                  </a:cubicBezTo>
                  <a:lnTo>
                    <a:pt x="378469" y="25026"/>
                  </a:lnTo>
                  <a:cubicBezTo>
                    <a:pt x="372853" y="10062"/>
                    <a:pt x="355618" y="0"/>
                    <a:pt x="335623" y="0"/>
                  </a:cubicBezTo>
                  <a:cubicBezTo>
                    <a:pt x="315629" y="0"/>
                    <a:pt x="298393" y="10062"/>
                    <a:pt x="292843" y="24863"/>
                  </a:cubicBezTo>
                  <a:lnTo>
                    <a:pt x="292096" y="26616"/>
                  </a:lnTo>
                  <a:lnTo>
                    <a:pt x="270965" y="94455"/>
                  </a:lnTo>
                  <a:lnTo>
                    <a:pt x="270965" y="94455"/>
                  </a:lnTo>
                  <a:cubicBezTo>
                    <a:pt x="270965" y="94455"/>
                    <a:pt x="270965" y="94455"/>
                    <a:pt x="270965" y="94455"/>
                  </a:cubicBezTo>
                  <a:lnTo>
                    <a:pt x="218902" y="261455"/>
                  </a:lnTo>
                  <a:lnTo>
                    <a:pt x="0" y="394341"/>
                  </a:lnTo>
                  <a:lnTo>
                    <a:pt x="0" y="436115"/>
                  </a:lnTo>
                  <a:lnTo>
                    <a:pt x="315239" y="627459"/>
                  </a:lnTo>
                  <a:lnTo>
                    <a:pt x="315271" y="627459"/>
                  </a:lnTo>
                  <a:lnTo>
                    <a:pt x="324685" y="621779"/>
                  </a:lnTo>
                  <a:lnTo>
                    <a:pt x="9738" y="430629"/>
                  </a:lnTo>
                  <a:lnTo>
                    <a:pt x="9738" y="400216"/>
                  </a:lnTo>
                  <a:lnTo>
                    <a:pt x="335623" y="596591"/>
                  </a:lnTo>
                  <a:lnTo>
                    <a:pt x="650148" y="409661"/>
                  </a:lnTo>
                  <a:lnTo>
                    <a:pt x="650148" y="403559"/>
                  </a:lnTo>
                  <a:lnTo>
                    <a:pt x="645766" y="400963"/>
                  </a:lnTo>
                  <a:close/>
                  <a:moveTo>
                    <a:pt x="480551" y="394341"/>
                  </a:moveTo>
                  <a:cubicBezTo>
                    <a:pt x="480551" y="446729"/>
                    <a:pt x="415536" y="489348"/>
                    <a:pt x="335623" y="489348"/>
                  </a:cubicBezTo>
                  <a:cubicBezTo>
                    <a:pt x="255710" y="489348"/>
                    <a:pt x="190695" y="446729"/>
                    <a:pt x="190695" y="394341"/>
                  </a:cubicBezTo>
                  <a:cubicBezTo>
                    <a:pt x="190695" y="387622"/>
                    <a:pt x="191766" y="380935"/>
                    <a:pt x="193908" y="374346"/>
                  </a:cubicBezTo>
                  <a:lnTo>
                    <a:pt x="212734" y="313908"/>
                  </a:lnTo>
                  <a:lnTo>
                    <a:pt x="212734" y="313908"/>
                  </a:lnTo>
                  <a:cubicBezTo>
                    <a:pt x="226010" y="351625"/>
                    <a:pt x="276061" y="379767"/>
                    <a:pt x="335623" y="379767"/>
                  </a:cubicBezTo>
                  <a:cubicBezTo>
                    <a:pt x="395185" y="379767"/>
                    <a:pt x="445204" y="351625"/>
                    <a:pt x="458512" y="313876"/>
                  </a:cubicBezTo>
                  <a:lnTo>
                    <a:pt x="458512" y="313876"/>
                  </a:lnTo>
                  <a:cubicBezTo>
                    <a:pt x="458512" y="313876"/>
                    <a:pt x="477338" y="374314"/>
                    <a:pt x="477338" y="374314"/>
                  </a:cubicBezTo>
                  <a:lnTo>
                    <a:pt x="477338" y="374379"/>
                  </a:lnTo>
                  <a:cubicBezTo>
                    <a:pt x="479480" y="380903"/>
                    <a:pt x="480551" y="387589"/>
                    <a:pt x="480551" y="394308"/>
                  </a:cubicBezTo>
                  <a:close/>
                  <a:moveTo>
                    <a:pt x="452280" y="293913"/>
                  </a:moveTo>
                  <a:lnTo>
                    <a:pt x="452280" y="293913"/>
                  </a:lnTo>
                  <a:cubicBezTo>
                    <a:pt x="452280" y="335883"/>
                    <a:pt x="399956" y="370029"/>
                    <a:pt x="335656" y="370029"/>
                  </a:cubicBezTo>
                  <a:cubicBezTo>
                    <a:pt x="271355" y="370029"/>
                    <a:pt x="219031" y="335883"/>
                    <a:pt x="219031" y="293913"/>
                  </a:cubicBezTo>
                  <a:lnTo>
                    <a:pt x="219031" y="293913"/>
                  </a:lnTo>
                  <a:lnTo>
                    <a:pt x="233638" y="247043"/>
                  </a:lnTo>
                  <a:lnTo>
                    <a:pt x="233638" y="247043"/>
                  </a:lnTo>
                  <a:cubicBezTo>
                    <a:pt x="245940" y="277327"/>
                    <a:pt x="287033" y="299691"/>
                    <a:pt x="335688" y="299691"/>
                  </a:cubicBezTo>
                  <a:cubicBezTo>
                    <a:pt x="384344" y="299691"/>
                    <a:pt x="425436" y="277327"/>
                    <a:pt x="437738" y="247011"/>
                  </a:cubicBezTo>
                  <a:lnTo>
                    <a:pt x="437738" y="247011"/>
                  </a:lnTo>
                  <a:cubicBezTo>
                    <a:pt x="437738" y="247011"/>
                    <a:pt x="452345" y="293913"/>
                    <a:pt x="452345" y="293913"/>
                  </a:cubicBezTo>
                  <a:close/>
                  <a:moveTo>
                    <a:pt x="301152" y="30219"/>
                  </a:moveTo>
                  <a:lnTo>
                    <a:pt x="301152" y="30122"/>
                  </a:lnTo>
                  <a:cubicBezTo>
                    <a:pt x="301152" y="30122"/>
                    <a:pt x="301898" y="28401"/>
                    <a:pt x="301898" y="28401"/>
                  </a:cubicBezTo>
                  <a:cubicBezTo>
                    <a:pt x="306021" y="17398"/>
                    <a:pt x="319913" y="9705"/>
                    <a:pt x="335623" y="9705"/>
                  </a:cubicBezTo>
                  <a:cubicBezTo>
                    <a:pt x="351333" y="9705"/>
                    <a:pt x="365225" y="17398"/>
                    <a:pt x="369413" y="28563"/>
                  </a:cubicBezTo>
                  <a:lnTo>
                    <a:pt x="370062" y="30122"/>
                  </a:lnTo>
                  <a:lnTo>
                    <a:pt x="390478" y="95526"/>
                  </a:lnTo>
                  <a:cubicBezTo>
                    <a:pt x="389569" y="114676"/>
                    <a:pt x="365355" y="130094"/>
                    <a:pt x="335623" y="130094"/>
                  </a:cubicBezTo>
                  <a:cubicBezTo>
                    <a:pt x="305891" y="130094"/>
                    <a:pt x="281677" y="114676"/>
                    <a:pt x="280768" y="95526"/>
                  </a:cubicBezTo>
                  <a:lnTo>
                    <a:pt x="301152" y="30219"/>
                  </a:lnTo>
                  <a:close/>
                  <a:moveTo>
                    <a:pt x="275802" y="111626"/>
                  </a:moveTo>
                  <a:lnTo>
                    <a:pt x="275802" y="111626"/>
                  </a:lnTo>
                  <a:cubicBezTo>
                    <a:pt x="285474" y="128147"/>
                    <a:pt x="308617" y="139832"/>
                    <a:pt x="335623" y="139832"/>
                  </a:cubicBezTo>
                  <a:cubicBezTo>
                    <a:pt x="362629" y="139832"/>
                    <a:pt x="385772" y="128147"/>
                    <a:pt x="395444" y="111626"/>
                  </a:cubicBezTo>
                  <a:lnTo>
                    <a:pt x="395444" y="111626"/>
                  </a:lnTo>
                  <a:cubicBezTo>
                    <a:pt x="395444" y="111626"/>
                    <a:pt x="405734" y="144668"/>
                    <a:pt x="405734" y="144668"/>
                  </a:cubicBezTo>
                  <a:lnTo>
                    <a:pt x="405734" y="144668"/>
                  </a:lnTo>
                  <a:cubicBezTo>
                    <a:pt x="405734" y="144668"/>
                    <a:pt x="405669" y="144668"/>
                    <a:pt x="405669" y="144668"/>
                  </a:cubicBezTo>
                  <a:cubicBezTo>
                    <a:pt x="405669" y="169532"/>
                    <a:pt x="374249" y="189721"/>
                    <a:pt x="335623" y="189721"/>
                  </a:cubicBezTo>
                  <a:cubicBezTo>
                    <a:pt x="296997" y="189721"/>
                    <a:pt x="265577" y="169499"/>
                    <a:pt x="265577" y="144668"/>
                  </a:cubicBezTo>
                  <a:lnTo>
                    <a:pt x="265480" y="144668"/>
                  </a:lnTo>
                  <a:lnTo>
                    <a:pt x="265480" y="144668"/>
                  </a:lnTo>
                  <a:cubicBezTo>
                    <a:pt x="265480" y="144668"/>
                    <a:pt x="275802" y="111658"/>
                    <a:pt x="275802" y="111658"/>
                  </a:cubicBezTo>
                  <a:close/>
                  <a:moveTo>
                    <a:pt x="260027" y="162131"/>
                  </a:moveTo>
                  <a:cubicBezTo>
                    <a:pt x="260027" y="162131"/>
                    <a:pt x="260027" y="162131"/>
                    <a:pt x="260027" y="162131"/>
                  </a:cubicBezTo>
                  <a:cubicBezTo>
                    <a:pt x="270673" y="183814"/>
                    <a:pt x="300535" y="199459"/>
                    <a:pt x="335623" y="199459"/>
                  </a:cubicBezTo>
                  <a:cubicBezTo>
                    <a:pt x="370711" y="199459"/>
                    <a:pt x="400508" y="183814"/>
                    <a:pt x="411187" y="162164"/>
                  </a:cubicBezTo>
                  <a:lnTo>
                    <a:pt x="431766" y="228087"/>
                  </a:lnTo>
                  <a:lnTo>
                    <a:pt x="431766" y="228087"/>
                  </a:lnTo>
                  <a:cubicBezTo>
                    <a:pt x="431766" y="228087"/>
                    <a:pt x="431701" y="228087"/>
                    <a:pt x="431701" y="228087"/>
                  </a:cubicBezTo>
                  <a:cubicBezTo>
                    <a:pt x="431701" y="262202"/>
                    <a:pt x="388596" y="289954"/>
                    <a:pt x="335623" y="289954"/>
                  </a:cubicBezTo>
                  <a:cubicBezTo>
                    <a:pt x="282650" y="289954"/>
                    <a:pt x="239545" y="262202"/>
                    <a:pt x="239545" y="228087"/>
                  </a:cubicBezTo>
                  <a:lnTo>
                    <a:pt x="239480" y="228087"/>
                  </a:lnTo>
                  <a:lnTo>
                    <a:pt x="239480" y="228087"/>
                  </a:lnTo>
                  <a:cubicBezTo>
                    <a:pt x="239480" y="228087"/>
                    <a:pt x="260027" y="162131"/>
                    <a:pt x="260027" y="162131"/>
                  </a:cubicBezTo>
                  <a:close/>
                </a:path>
              </a:pathLst>
            </a:custGeom>
            <a:grpFill/>
            <a:ln w="3246" cap="flat">
              <a:noFill/>
              <a:prstDash val="solid"/>
              <a:miter/>
            </a:ln>
          </p:spPr>
          <p:txBody>
            <a:bodyPr rtlCol="0" anchor="ctr"/>
            <a:lstStyle/>
            <a:p>
              <a:endParaRPr lang="en-US"/>
            </a:p>
          </p:txBody>
        </p:sp>
        <p:sp>
          <p:nvSpPr>
            <p:cNvPr id="221" name="Freeform: Shape 1155"/>
            <p:cNvSpPr/>
            <p:nvPr/>
          </p:nvSpPr>
          <p:spPr>
            <a:xfrm>
              <a:off x="3382740" y="5430694"/>
              <a:ext cx="367335" cy="401287"/>
            </a:xfrm>
            <a:custGeom>
              <a:avLst/>
              <a:gdLst>
                <a:gd name="connsiteX0" fmla="*/ 367335 w 367335"/>
                <a:gd name="connsiteY0" fmla="*/ 139865 h 401287"/>
                <a:gd name="connsiteX1" fmla="*/ 367335 w 367335"/>
                <a:gd name="connsiteY1" fmla="*/ 198810 h 401287"/>
                <a:gd name="connsiteX2" fmla="*/ 31193 w 367335"/>
                <a:gd name="connsiteY2" fmla="*/ 401287 h 401287"/>
                <a:gd name="connsiteX3" fmla="*/ 0 w 367335"/>
                <a:gd name="connsiteY3" fmla="*/ 382234 h 401287"/>
                <a:gd name="connsiteX4" fmla="*/ 9413 w 367335"/>
                <a:gd name="connsiteY4" fmla="*/ 376554 h 401287"/>
                <a:gd name="connsiteX5" fmla="*/ 334877 w 367335"/>
                <a:gd name="connsiteY5" fmla="*/ 180471 h 401287"/>
                <a:gd name="connsiteX6" fmla="*/ 334877 w 367335"/>
                <a:gd name="connsiteY6" fmla="*/ 158334 h 401287"/>
                <a:gd name="connsiteX7" fmla="*/ 330495 w 367335"/>
                <a:gd name="connsiteY7" fmla="*/ 155737 h 401287"/>
                <a:gd name="connsiteX8" fmla="*/ 146713 w 367335"/>
                <a:gd name="connsiteY8" fmla="*/ 46514 h 401287"/>
                <a:gd name="connsiteX9" fmla="*/ 132010 w 367335"/>
                <a:gd name="connsiteY9" fmla="*/ 32 h 401287"/>
                <a:gd name="connsiteX10" fmla="*/ 132010 w 367335"/>
                <a:gd name="connsiteY10" fmla="*/ 0 h 401287"/>
                <a:gd name="connsiteX11" fmla="*/ 367335 w 367335"/>
                <a:gd name="connsiteY11" fmla="*/ 139865 h 40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7335" h="401287">
                  <a:moveTo>
                    <a:pt x="367335" y="139865"/>
                  </a:moveTo>
                  <a:lnTo>
                    <a:pt x="367335" y="198810"/>
                  </a:lnTo>
                  <a:lnTo>
                    <a:pt x="31193" y="401287"/>
                  </a:lnTo>
                  <a:lnTo>
                    <a:pt x="0" y="382234"/>
                  </a:lnTo>
                  <a:lnTo>
                    <a:pt x="9413" y="376554"/>
                  </a:lnTo>
                  <a:lnTo>
                    <a:pt x="334877" y="180471"/>
                  </a:lnTo>
                  <a:lnTo>
                    <a:pt x="334877" y="158334"/>
                  </a:lnTo>
                  <a:lnTo>
                    <a:pt x="330495" y="155737"/>
                  </a:lnTo>
                  <a:lnTo>
                    <a:pt x="146713" y="46514"/>
                  </a:lnTo>
                  <a:lnTo>
                    <a:pt x="132010" y="32"/>
                  </a:lnTo>
                  <a:lnTo>
                    <a:pt x="132010" y="0"/>
                  </a:lnTo>
                  <a:lnTo>
                    <a:pt x="367335" y="139865"/>
                  </a:ln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222" name="Group 54"/>
          <p:cNvGrpSpPr/>
          <p:nvPr/>
        </p:nvGrpSpPr>
        <p:grpSpPr>
          <a:xfrm>
            <a:off x="10541109" y="4368310"/>
            <a:ext cx="598343" cy="554881"/>
            <a:chOff x="4256594" y="1330737"/>
            <a:chExt cx="598343" cy="554881"/>
          </a:xfrm>
          <a:solidFill>
            <a:schemeClr val="tx1"/>
          </a:solidFill>
        </p:grpSpPr>
        <p:sp>
          <p:nvSpPr>
            <p:cNvPr id="223" name="Freeform: Shape 1148"/>
            <p:cNvSpPr/>
            <p:nvPr/>
          </p:nvSpPr>
          <p:spPr>
            <a:xfrm>
              <a:off x="4771778" y="1875881"/>
              <a:ext cx="18371" cy="9737"/>
            </a:xfrm>
            <a:custGeom>
              <a:avLst/>
              <a:gdLst>
                <a:gd name="connsiteX0" fmla="*/ 0 w 18371"/>
                <a:gd name="connsiteY0" fmla="*/ 0 h 9737"/>
                <a:gd name="connsiteX1" fmla="*/ 18372 w 18371"/>
                <a:gd name="connsiteY1" fmla="*/ 0 h 9737"/>
                <a:gd name="connsiteX2" fmla="*/ 18372 w 18371"/>
                <a:gd name="connsiteY2" fmla="*/ 9738 h 9737"/>
                <a:gd name="connsiteX3" fmla="*/ 0 w 18371"/>
                <a:gd name="connsiteY3" fmla="*/ 9738 h 9737"/>
              </a:gdLst>
              <a:ahLst/>
              <a:cxnLst>
                <a:cxn ang="0">
                  <a:pos x="connsiteX0" y="connsiteY0"/>
                </a:cxn>
                <a:cxn ang="0">
                  <a:pos x="connsiteX1" y="connsiteY1"/>
                </a:cxn>
                <a:cxn ang="0">
                  <a:pos x="connsiteX2" y="connsiteY2"/>
                </a:cxn>
                <a:cxn ang="0">
                  <a:pos x="connsiteX3" y="connsiteY3"/>
                </a:cxn>
              </a:cxnLst>
              <a:rect l="l" t="t" r="r" b="b"/>
              <a:pathLst>
                <a:path w="18371" h="9737">
                  <a:moveTo>
                    <a:pt x="0" y="0"/>
                  </a:moveTo>
                  <a:lnTo>
                    <a:pt x="18372" y="0"/>
                  </a:lnTo>
                  <a:lnTo>
                    <a:pt x="18372" y="9738"/>
                  </a:lnTo>
                  <a:lnTo>
                    <a:pt x="0" y="9738"/>
                  </a:lnTo>
                  <a:close/>
                </a:path>
              </a:pathLst>
            </a:custGeom>
            <a:grpFill/>
            <a:ln w="3246" cap="flat">
              <a:noFill/>
              <a:prstDash val="solid"/>
              <a:miter/>
            </a:ln>
          </p:spPr>
          <p:txBody>
            <a:bodyPr rtlCol="0" anchor="ctr"/>
            <a:lstStyle/>
            <a:p>
              <a:endParaRPr lang="en-US"/>
            </a:p>
          </p:txBody>
        </p:sp>
        <p:sp>
          <p:nvSpPr>
            <p:cNvPr id="224" name="Freeform: Shape 1149"/>
            <p:cNvSpPr/>
            <p:nvPr/>
          </p:nvSpPr>
          <p:spPr>
            <a:xfrm>
              <a:off x="4256594" y="1351283"/>
              <a:ext cx="482725" cy="534335"/>
            </a:xfrm>
            <a:custGeom>
              <a:avLst/>
              <a:gdLst>
                <a:gd name="connsiteX0" fmla="*/ 71020 w 482725"/>
                <a:gd name="connsiteY0" fmla="*/ 195694 h 534335"/>
                <a:gd name="connsiteX1" fmla="*/ 28466 w 482725"/>
                <a:gd name="connsiteY1" fmla="*/ 195694 h 534335"/>
                <a:gd name="connsiteX2" fmla="*/ 273302 w 482725"/>
                <a:gd name="connsiteY2" fmla="*/ 6167 h 534335"/>
                <a:gd name="connsiteX3" fmla="*/ 265317 w 482725"/>
                <a:gd name="connsiteY3" fmla="*/ 0 h 534335"/>
                <a:gd name="connsiteX4" fmla="*/ 0 w 482725"/>
                <a:gd name="connsiteY4" fmla="*/ 205431 h 534335"/>
                <a:gd name="connsiteX5" fmla="*/ 61282 w 482725"/>
                <a:gd name="connsiteY5" fmla="*/ 205431 h 534335"/>
                <a:gd name="connsiteX6" fmla="*/ 61282 w 482725"/>
                <a:gd name="connsiteY6" fmla="*/ 524598 h 534335"/>
                <a:gd name="connsiteX7" fmla="*/ 31550 w 482725"/>
                <a:gd name="connsiteY7" fmla="*/ 524598 h 534335"/>
                <a:gd name="connsiteX8" fmla="*/ 31550 w 482725"/>
                <a:gd name="connsiteY8" fmla="*/ 534335 h 534335"/>
                <a:gd name="connsiteX9" fmla="*/ 61282 w 482725"/>
                <a:gd name="connsiteY9" fmla="*/ 534335 h 534335"/>
                <a:gd name="connsiteX10" fmla="*/ 482726 w 482725"/>
                <a:gd name="connsiteY10" fmla="*/ 534335 h 534335"/>
                <a:gd name="connsiteX11" fmla="*/ 482726 w 482725"/>
                <a:gd name="connsiteY11" fmla="*/ 524598 h 534335"/>
                <a:gd name="connsiteX12" fmla="*/ 71020 w 482725"/>
                <a:gd name="connsiteY12" fmla="*/ 524598 h 534335"/>
                <a:gd name="connsiteX13" fmla="*/ 71020 w 482725"/>
                <a:gd name="connsiteY13" fmla="*/ 195694 h 534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725" h="534335">
                  <a:moveTo>
                    <a:pt x="71020" y="195694"/>
                  </a:moveTo>
                  <a:lnTo>
                    <a:pt x="28466" y="195694"/>
                  </a:lnTo>
                  <a:lnTo>
                    <a:pt x="273302" y="6167"/>
                  </a:lnTo>
                  <a:lnTo>
                    <a:pt x="265317" y="0"/>
                  </a:lnTo>
                  <a:lnTo>
                    <a:pt x="0" y="205431"/>
                  </a:lnTo>
                  <a:lnTo>
                    <a:pt x="61282" y="205431"/>
                  </a:lnTo>
                  <a:lnTo>
                    <a:pt x="61282" y="524598"/>
                  </a:lnTo>
                  <a:lnTo>
                    <a:pt x="31550" y="524598"/>
                  </a:lnTo>
                  <a:lnTo>
                    <a:pt x="31550" y="534335"/>
                  </a:lnTo>
                  <a:lnTo>
                    <a:pt x="61282" y="534335"/>
                  </a:lnTo>
                  <a:lnTo>
                    <a:pt x="482726" y="534335"/>
                  </a:lnTo>
                  <a:lnTo>
                    <a:pt x="482726" y="524598"/>
                  </a:lnTo>
                  <a:lnTo>
                    <a:pt x="71020" y="524598"/>
                  </a:lnTo>
                  <a:lnTo>
                    <a:pt x="71020" y="195694"/>
                  </a:lnTo>
                  <a:close/>
                </a:path>
              </a:pathLst>
            </a:custGeom>
            <a:grpFill/>
            <a:ln w="3246" cap="flat">
              <a:noFill/>
              <a:prstDash val="solid"/>
              <a:miter/>
            </a:ln>
          </p:spPr>
          <p:txBody>
            <a:bodyPr rtlCol="0" anchor="ctr"/>
            <a:lstStyle/>
            <a:p>
              <a:endParaRPr lang="en-US"/>
            </a:p>
          </p:txBody>
        </p:sp>
        <p:sp>
          <p:nvSpPr>
            <p:cNvPr id="225" name="Freeform: Shape 1150"/>
            <p:cNvSpPr/>
            <p:nvPr/>
          </p:nvSpPr>
          <p:spPr>
            <a:xfrm>
              <a:off x="4430410" y="1581577"/>
              <a:ext cx="96304" cy="96304"/>
            </a:xfrm>
            <a:custGeom>
              <a:avLst/>
              <a:gdLst>
                <a:gd name="connsiteX0" fmla="*/ 96305 w 96304"/>
                <a:gd name="connsiteY0" fmla="*/ 0 h 96304"/>
                <a:gd name="connsiteX1" fmla="*/ 0 w 96304"/>
                <a:gd name="connsiteY1" fmla="*/ 0 h 96304"/>
                <a:gd name="connsiteX2" fmla="*/ 0 w 96304"/>
                <a:gd name="connsiteY2" fmla="*/ 96305 h 96304"/>
                <a:gd name="connsiteX3" fmla="*/ 96305 w 96304"/>
                <a:gd name="connsiteY3" fmla="*/ 96305 h 96304"/>
                <a:gd name="connsiteX4" fmla="*/ 96305 w 96304"/>
                <a:gd name="connsiteY4" fmla="*/ 0 h 96304"/>
                <a:gd name="connsiteX5" fmla="*/ 86567 w 96304"/>
                <a:gd name="connsiteY5" fmla="*/ 86567 h 96304"/>
                <a:gd name="connsiteX6" fmla="*/ 9738 w 96304"/>
                <a:gd name="connsiteY6" fmla="*/ 86567 h 96304"/>
                <a:gd name="connsiteX7" fmla="*/ 9738 w 96304"/>
                <a:gd name="connsiteY7" fmla="*/ 9738 h 96304"/>
                <a:gd name="connsiteX8" fmla="*/ 86567 w 96304"/>
                <a:gd name="connsiteY8" fmla="*/ 9738 h 96304"/>
                <a:gd name="connsiteX9" fmla="*/ 86567 w 96304"/>
                <a:gd name="connsiteY9" fmla="*/ 86567 h 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304" h="96304">
                  <a:moveTo>
                    <a:pt x="96305" y="0"/>
                  </a:moveTo>
                  <a:lnTo>
                    <a:pt x="0" y="0"/>
                  </a:lnTo>
                  <a:lnTo>
                    <a:pt x="0" y="96305"/>
                  </a:lnTo>
                  <a:lnTo>
                    <a:pt x="96305" y="96305"/>
                  </a:lnTo>
                  <a:lnTo>
                    <a:pt x="96305" y="0"/>
                  </a:lnTo>
                  <a:close/>
                  <a:moveTo>
                    <a:pt x="86567" y="86567"/>
                  </a:moveTo>
                  <a:lnTo>
                    <a:pt x="9738" y="86567"/>
                  </a:lnTo>
                  <a:lnTo>
                    <a:pt x="9738" y="9738"/>
                  </a:lnTo>
                  <a:lnTo>
                    <a:pt x="86567" y="9738"/>
                  </a:lnTo>
                  <a:lnTo>
                    <a:pt x="86567" y="86567"/>
                  </a:lnTo>
                  <a:close/>
                </a:path>
              </a:pathLst>
            </a:custGeom>
            <a:grpFill/>
            <a:ln w="3246" cap="flat">
              <a:noFill/>
              <a:prstDash val="solid"/>
              <a:miter/>
            </a:ln>
          </p:spPr>
          <p:txBody>
            <a:bodyPr rtlCol="0" anchor="ctr"/>
            <a:lstStyle/>
            <a:p>
              <a:endParaRPr lang="en-US"/>
            </a:p>
          </p:txBody>
        </p:sp>
        <p:sp>
          <p:nvSpPr>
            <p:cNvPr id="226" name="Freeform: Shape 767"/>
            <p:cNvSpPr/>
            <p:nvPr/>
          </p:nvSpPr>
          <p:spPr>
            <a:xfrm>
              <a:off x="4551578" y="1581577"/>
              <a:ext cx="96305" cy="96304"/>
            </a:xfrm>
            <a:custGeom>
              <a:avLst/>
              <a:gdLst>
                <a:gd name="connsiteX0" fmla="*/ 96305 w 96305"/>
                <a:gd name="connsiteY0" fmla="*/ 0 h 96304"/>
                <a:gd name="connsiteX1" fmla="*/ 0 w 96305"/>
                <a:gd name="connsiteY1" fmla="*/ 0 h 96304"/>
                <a:gd name="connsiteX2" fmla="*/ 0 w 96305"/>
                <a:gd name="connsiteY2" fmla="*/ 96305 h 96304"/>
                <a:gd name="connsiteX3" fmla="*/ 96305 w 96305"/>
                <a:gd name="connsiteY3" fmla="*/ 96305 h 96304"/>
                <a:gd name="connsiteX4" fmla="*/ 96305 w 96305"/>
                <a:gd name="connsiteY4" fmla="*/ 0 h 96304"/>
                <a:gd name="connsiteX5" fmla="*/ 86568 w 96305"/>
                <a:gd name="connsiteY5" fmla="*/ 86567 h 96304"/>
                <a:gd name="connsiteX6" fmla="*/ 9738 w 96305"/>
                <a:gd name="connsiteY6" fmla="*/ 86567 h 96304"/>
                <a:gd name="connsiteX7" fmla="*/ 9738 w 96305"/>
                <a:gd name="connsiteY7" fmla="*/ 9738 h 96304"/>
                <a:gd name="connsiteX8" fmla="*/ 86568 w 96305"/>
                <a:gd name="connsiteY8" fmla="*/ 9738 h 96304"/>
                <a:gd name="connsiteX9" fmla="*/ 86568 w 96305"/>
                <a:gd name="connsiteY9" fmla="*/ 86567 h 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305" h="96304">
                  <a:moveTo>
                    <a:pt x="96305" y="0"/>
                  </a:moveTo>
                  <a:lnTo>
                    <a:pt x="0" y="0"/>
                  </a:lnTo>
                  <a:lnTo>
                    <a:pt x="0" y="96305"/>
                  </a:lnTo>
                  <a:lnTo>
                    <a:pt x="96305" y="96305"/>
                  </a:lnTo>
                  <a:lnTo>
                    <a:pt x="96305" y="0"/>
                  </a:lnTo>
                  <a:close/>
                  <a:moveTo>
                    <a:pt x="86568" y="86567"/>
                  </a:moveTo>
                  <a:lnTo>
                    <a:pt x="9738" y="86567"/>
                  </a:lnTo>
                  <a:lnTo>
                    <a:pt x="9738" y="9738"/>
                  </a:lnTo>
                  <a:lnTo>
                    <a:pt x="86568" y="9738"/>
                  </a:lnTo>
                  <a:lnTo>
                    <a:pt x="86568" y="86567"/>
                  </a:lnTo>
                  <a:close/>
                </a:path>
              </a:pathLst>
            </a:custGeom>
            <a:grpFill/>
            <a:ln w="3246" cap="flat">
              <a:noFill/>
              <a:prstDash val="solid"/>
              <a:miter/>
            </a:ln>
          </p:spPr>
          <p:txBody>
            <a:bodyPr rtlCol="0" anchor="ctr"/>
            <a:lstStyle/>
            <a:p>
              <a:endParaRPr lang="en-US"/>
            </a:p>
          </p:txBody>
        </p:sp>
        <p:sp>
          <p:nvSpPr>
            <p:cNvPr id="227" name="Freeform: Shape 768"/>
            <p:cNvSpPr/>
            <p:nvPr/>
          </p:nvSpPr>
          <p:spPr>
            <a:xfrm>
              <a:off x="4430410" y="1702746"/>
              <a:ext cx="96304" cy="96304"/>
            </a:xfrm>
            <a:custGeom>
              <a:avLst/>
              <a:gdLst>
                <a:gd name="connsiteX0" fmla="*/ 0 w 96304"/>
                <a:gd name="connsiteY0" fmla="*/ 96305 h 96304"/>
                <a:gd name="connsiteX1" fmla="*/ 96305 w 96304"/>
                <a:gd name="connsiteY1" fmla="*/ 96305 h 96304"/>
                <a:gd name="connsiteX2" fmla="*/ 96305 w 96304"/>
                <a:gd name="connsiteY2" fmla="*/ 0 h 96304"/>
                <a:gd name="connsiteX3" fmla="*/ 0 w 96304"/>
                <a:gd name="connsiteY3" fmla="*/ 0 h 96304"/>
                <a:gd name="connsiteX4" fmla="*/ 0 w 96304"/>
                <a:gd name="connsiteY4" fmla="*/ 96305 h 96304"/>
                <a:gd name="connsiteX5" fmla="*/ 9738 w 96304"/>
                <a:gd name="connsiteY5" fmla="*/ 9738 h 96304"/>
                <a:gd name="connsiteX6" fmla="*/ 86567 w 96304"/>
                <a:gd name="connsiteY6" fmla="*/ 9738 h 96304"/>
                <a:gd name="connsiteX7" fmla="*/ 86567 w 96304"/>
                <a:gd name="connsiteY7" fmla="*/ 86567 h 96304"/>
                <a:gd name="connsiteX8" fmla="*/ 9738 w 96304"/>
                <a:gd name="connsiteY8" fmla="*/ 86567 h 96304"/>
                <a:gd name="connsiteX9" fmla="*/ 9738 w 96304"/>
                <a:gd name="connsiteY9" fmla="*/ 9738 h 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304" h="96304">
                  <a:moveTo>
                    <a:pt x="0" y="96305"/>
                  </a:moveTo>
                  <a:lnTo>
                    <a:pt x="96305" y="96305"/>
                  </a:lnTo>
                  <a:lnTo>
                    <a:pt x="96305" y="0"/>
                  </a:lnTo>
                  <a:lnTo>
                    <a:pt x="0" y="0"/>
                  </a:lnTo>
                  <a:lnTo>
                    <a:pt x="0" y="96305"/>
                  </a:lnTo>
                  <a:close/>
                  <a:moveTo>
                    <a:pt x="9738" y="9738"/>
                  </a:moveTo>
                  <a:lnTo>
                    <a:pt x="86567" y="9738"/>
                  </a:lnTo>
                  <a:lnTo>
                    <a:pt x="86567" y="86567"/>
                  </a:lnTo>
                  <a:lnTo>
                    <a:pt x="9738" y="86567"/>
                  </a:lnTo>
                  <a:lnTo>
                    <a:pt x="9738" y="9738"/>
                  </a:lnTo>
                  <a:close/>
                </a:path>
              </a:pathLst>
            </a:custGeom>
            <a:grpFill/>
            <a:ln w="3246" cap="flat">
              <a:noFill/>
              <a:prstDash val="solid"/>
              <a:miter/>
            </a:ln>
          </p:spPr>
          <p:txBody>
            <a:bodyPr rtlCol="0" anchor="ctr"/>
            <a:lstStyle/>
            <a:p>
              <a:endParaRPr lang="en-US"/>
            </a:p>
          </p:txBody>
        </p:sp>
        <p:sp>
          <p:nvSpPr>
            <p:cNvPr id="228" name="Freeform: Shape 769"/>
            <p:cNvSpPr/>
            <p:nvPr/>
          </p:nvSpPr>
          <p:spPr>
            <a:xfrm>
              <a:off x="4551578" y="1702778"/>
              <a:ext cx="96305" cy="96304"/>
            </a:xfrm>
            <a:custGeom>
              <a:avLst/>
              <a:gdLst>
                <a:gd name="connsiteX0" fmla="*/ 96305 w 96305"/>
                <a:gd name="connsiteY0" fmla="*/ 0 h 96304"/>
                <a:gd name="connsiteX1" fmla="*/ 0 w 96305"/>
                <a:gd name="connsiteY1" fmla="*/ 0 h 96304"/>
                <a:gd name="connsiteX2" fmla="*/ 0 w 96305"/>
                <a:gd name="connsiteY2" fmla="*/ 96305 h 96304"/>
                <a:gd name="connsiteX3" fmla="*/ 96305 w 96305"/>
                <a:gd name="connsiteY3" fmla="*/ 96305 h 96304"/>
                <a:gd name="connsiteX4" fmla="*/ 96305 w 96305"/>
                <a:gd name="connsiteY4" fmla="*/ 0 h 96304"/>
                <a:gd name="connsiteX5" fmla="*/ 86568 w 96305"/>
                <a:gd name="connsiteY5" fmla="*/ 86567 h 96304"/>
                <a:gd name="connsiteX6" fmla="*/ 9738 w 96305"/>
                <a:gd name="connsiteY6" fmla="*/ 86567 h 96304"/>
                <a:gd name="connsiteX7" fmla="*/ 9738 w 96305"/>
                <a:gd name="connsiteY7" fmla="*/ 9738 h 96304"/>
                <a:gd name="connsiteX8" fmla="*/ 86568 w 96305"/>
                <a:gd name="connsiteY8" fmla="*/ 9738 h 96304"/>
                <a:gd name="connsiteX9" fmla="*/ 86568 w 96305"/>
                <a:gd name="connsiteY9" fmla="*/ 86567 h 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305" h="96304">
                  <a:moveTo>
                    <a:pt x="96305" y="0"/>
                  </a:moveTo>
                  <a:lnTo>
                    <a:pt x="0" y="0"/>
                  </a:lnTo>
                  <a:lnTo>
                    <a:pt x="0" y="96305"/>
                  </a:lnTo>
                  <a:lnTo>
                    <a:pt x="96305" y="96305"/>
                  </a:lnTo>
                  <a:lnTo>
                    <a:pt x="96305" y="0"/>
                  </a:lnTo>
                  <a:close/>
                  <a:moveTo>
                    <a:pt x="86568" y="86567"/>
                  </a:moveTo>
                  <a:lnTo>
                    <a:pt x="9738" y="86567"/>
                  </a:lnTo>
                  <a:lnTo>
                    <a:pt x="9738" y="9738"/>
                  </a:lnTo>
                  <a:lnTo>
                    <a:pt x="86568" y="9738"/>
                  </a:lnTo>
                  <a:lnTo>
                    <a:pt x="86568" y="86567"/>
                  </a:lnTo>
                  <a:close/>
                </a:path>
              </a:pathLst>
            </a:custGeom>
            <a:grpFill/>
            <a:ln w="3246" cap="flat">
              <a:noFill/>
              <a:prstDash val="solid"/>
              <a:miter/>
            </a:ln>
          </p:spPr>
          <p:txBody>
            <a:bodyPr rtlCol="0" anchor="ctr"/>
            <a:lstStyle/>
            <a:p>
              <a:endParaRPr lang="en-US"/>
            </a:p>
          </p:txBody>
        </p:sp>
        <p:sp>
          <p:nvSpPr>
            <p:cNvPr id="229" name="Freeform: Shape 369"/>
            <p:cNvSpPr/>
            <p:nvPr/>
          </p:nvSpPr>
          <p:spPr>
            <a:xfrm>
              <a:off x="4521911" y="1330737"/>
              <a:ext cx="333026" cy="554881"/>
            </a:xfrm>
            <a:custGeom>
              <a:avLst/>
              <a:gdLst>
                <a:gd name="connsiteX0" fmla="*/ 249867 w 333026"/>
                <a:gd name="connsiteY0" fmla="*/ 554882 h 554881"/>
                <a:gd name="connsiteX1" fmla="*/ 217408 w 333026"/>
                <a:gd name="connsiteY1" fmla="*/ 554882 h 554881"/>
                <a:gd name="connsiteX2" fmla="*/ 217408 w 333026"/>
                <a:gd name="connsiteY2" fmla="*/ 204879 h 554881"/>
                <a:gd name="connsiteX3" fmla="*/ 238085 w 333026"/>
                <a:gd name="connsiteY3" fmla="*/ 204879 h 554881"/>
                <a:gd name="connsiteX4" fmla="*/ 0 w 333026"/>
                <a:gd name="connsiteY4" fmla="*/ 20546 h 554881"/>
                <a:gd name="connsiteX5" fmla="*/ 26454 w 333026"/>
                <a:gd name="connsiteY5" fmla="*/ 0 h 554881"/>
                <a:gd name="connsiteX6" fmla="*/ 333026 w 333026"/>
                <a:gd name="connsiteY6" fmla="*/ 237338 h 554881"/>
                <a:gd name="connsiteX7" fmla="*/ 249867 w 333026"/>
                <a:gd name="connsiteY7" fmla="*/ 237338 h 554881"/>
                <a:gd name="connsiteX8" fmla="*/ 249867 w 333026"/>
                <a:gd name="connsiteY8" fmla="*/ 554882 h 55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026" h="554881">
                  <a:moveTo>
                    <a:pt x="249867" y="554882"/>
                  </a:moveTo>
                  <a:lnTo>
                    <a:pt x="217408" y="554882"/>
                  </a:lnTo>
                  <a:lnTo>
                    <a:pt x="217408" y="204879"/>
                  </a:lnTo>
                  <a:lnTo>
                    <a:pt x="238085" y="204879"/>
                  </a:lnTo>
                  <a:lnTo>
                    <a:pt x="0" y="20546"/>
                  </a:lnTo>
                  <a:lnTo>
                    <a:pt x="26454" y="0"/>
                  </a:lnTo>
                  <a:lnTo>
                    <a:pt x="333026" y="237338"/>
                  </a:lnTo>
                  <a:lnTo>
                    <a:pt x="249867" y="237338"/>
                  </a:lnTo>
                  <a:lnTo>
                    <a:pt x="249867" y="554882"/>
                  </a:lnTo>
                  <a:close/>
                </a:path>
              </a:pathLst>
            </a:custGeom>
            <a:solidFill>
              <a:schemeClr val="accent6">
                <a:lumMod val="60000"/>
                <a:lumOff val="40000"/>
              </a:schemeClr>
            </a:solidFill>
            <a:ln w="3246" cap="flat">
              <a:noFill/>
              <a:prstDash val="solid"/>
              <a:miter/>
            </a:ln>
          </p:spPr>
          <p:txBody>
            <a:bodyPr rtlCol="0" anchor="ctr"/>
            <a:lstStyle/>
            <a:p>
              <a:endParaRPr lang="en-US"/>
            </a:p>
          </p:txBody>
        </p:sp>
      </p:grpSp>
      <p:grpSp>
        <p:nvGrpSpPr>
          <p:cNvPr id="19" name="Group 78"/>
          <p:cNvGrpSpPr/>
          <p:nvPr/>
        </p:nvGrpSpPr>
        <p:grpSpPr>
          <a:xfrm>
            <a:off x="3859225" y="5470536"/>
            <a:ext cx="598460" cy="546940"/>
            <a:chOff x="1985927" y="1323126"/>
            <a:chExt cx="598460" cy="546940"/>
          </a:xfrm>
          <a:solidFill>
            <a:schemeClr val="tx1"/>
          </a:solidFill>
        </p:grpSpPr>
        <p:sp>
          <p:nvSpPr>
            <p:cNvPr id="204" name="Freeform: Shape 1140"/>
            <p:cNvSpPr/>
            <p:nvPr/>
          </p:nvSpPr>
          <p:spPr>
            <a:xfrm>
              <a:off x="2226758" y="1513734"/>
              <a:ext cx="96715" cy="248261"/>
            </a:xfrm>
            <a:custGeom>
              <a:avLst/>
              <a:gdLst>
                <a:gd name="connsiteX0" fmla="*/ 11745 w 96715"/>
                <a:gd name="connsiteY0" fmla="*/ 248261 h 248261"/>
                <a:gd name="connsiteX1" fmla="*/ 84938 w 96715"/>
                <a:gd name="connsiteY1" fmla="*/ 248261 h 248261"/>
                <a:gd name="connsiteX2" fmla="*/ 96716 w 96715"/>
                <a:gd name="connsiteY2" fmla="*/ 0 h 248261"/>
                <a:gd name="connsiteX3" fmla="*/ 0 w 96715"/>
                <a:gd name="connsiteY3" fmla="*/ 0 h 248261"/>
                <a:gd name="connsiteX4" fmla="*/ 11745 w 96715"/>
                <a:gd name="connsiteY4" fmla="*/ 248261 h 248261"/>
                <a:gd name="connsiteX5" fmla="*/ 75659 w 96715"/>
                <a:gd name="connsiteY5" fmla="*/ 238528 h 248261"/>
                <a:gd name="connsiteX6" fmla="*/ 21024 w 96715"/>
                <a:gd name="connsiteY6" fmla="*/ 238528 h 248261"/>
                <a:gd name="connsiteX7" fmla="*/ 10187 w 96715"/>
                <a:gd name="connsiteY7" fmla="*/ 9733 h 248261"/>
                <a:gd name="connsiteX8" fmla="*/ 86496 w 96715"/>
                <a:gd name="connsiteY8" fmla="*/ 9733 h 248261"/>
                <a:gd name="connsiteX9" fmla="*/ 75659 w 96715"/>
                <a:gd name="connsiteY9" fmla="*/ 238528 h 24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715" h="248261">
                  <a:moveTo>
                    <a:pt x="11745" y="248261"/>
                  </a:moveTo>
                  <a:lnTo>
                    <a:pt x="84938" y="248261"/>
                  </a:lnTo>
                  <a:lnTo>
                    <a:pt x="96716" y="0"/>
                  </a:lnTo>
                  <a:lnTo>
                    <a:pt x="0" y="0"/>
                  </a:lnTo>
                  <a:lnTo>
                    <a:pt x="11745" y="248261"/>
                  </a:lnTo>
                  <a:close/>
                  <a:moveTo>
                    <a:pt x="75659" y="238528"/>
                  </a:moveTo>
                  <a:lnTo>
                    <a:pt x="21024" y="238528"/>
                  </a:lnTo>
                  <a:lnTo>
                    <a:pt x="10187" y="9733"/>
                  </a:lnTo>
                  <a:lnTo>
                    <a:pt x="86496" y="9733"/>
                  </a:lnTo>
                  <a:lnTo>
                    <a:pt x="75659" y="238528"/>
                  </a:lnTo>
                  <a:close/>
                </a:path>
              </a:pathLst>
            </a:custGeom>
            <a:grpFill/>
            <a:ln w="3244" cap="flat">
              <a:noFill/>
              <a:prstDash val="solid"/>
              <a:miter/>
            </a:ln>
          </p:spPr>
          <p:txBody>
            <a:bodyPr rtlCol="0" anchor="ctr"/>
            <a:lstStyle/>
            <a:p>
              <a:endParaRPr lang="en-US"/>
            </a:p>
          </p:txBody>
        </p:sp>
        <p:sp>
          <p:nvSpPr>
            <p:cNvPr id="205" name="Freeform: Shape 1142"/>
            <p:cNvSpPr/>
            <p:nvPr/>
          </p:nvSpPr>
          <p:spPr>
            <a:xfrm>
              <a:off x="1985927" y="1355797"/>
              <a:ext cx="328657" cy="514269"/>
            </a:xfrm>
            <a:custGeom>
              <a:avLst/>
              <a:gdLst>
                <a:gd name="connsiteX0" fmla="*/ 289173 w 328657"/>
                <a:gd name="connsiteY0" fmla="*/ 435301 h 514269"/>
                <a:gd name="connsiteX1" fmla="*/ 250046 w 328657"/>
                <a:gd name="connsiteY1" fmla="*/ 469919 h 514269"/>
                <a:gd name="connsiteX2" fmla="*/ 16871 w 328657"/>
                <a:gd name="connsiteY2" fmla="*/ 469919 h 514269"/>
                <a:gd name="connsiteX3" fmla="*/ 282619 w 328657"/>
                <a:gd name="connsiteY3" fmla="*/ 9733 h 514269"/>
                <a:gd name="connsiteX4" fmla="*/ 277007 w 328657"/>
                <a:gd name="connsiteY4" fmla="*/ 0 h 514269"/>
                <a:gd name="connsiteX5" fmla="*/ 0 w 328657"/>
                <a:gd name="connsiteY5" fmla="*/ 479652 h 514269"/>
                <a:gd name="connsiteX6" fmla="*/ 250046 w 328657"/>
                <a:gd name="connsiteY6" fmla="*/ 479652 h 514269"/>
                <a:gd name="connsiteX7" fmla="*/ 289173 w 328657"/>
                <a:gd name="connsiteY7" fmla="*/ 514269 h 514269"/>
                <a:gd name="connsiteX8" fmla="*/ 328658 w 328657"/>
                <a:gd name="connsiteY8" fmla="*/ 474785 h 514269"/>
                <a:gd name="connsiteX9" fmla="*/ 289173 w 328657"/>
                <a:gd name="connsiteY9" fmla="*/ 435301 h 514269"/>
                <a:gd name="connsiteX10" fmla="*/ 289173 w 328657"/>
                <a:gd name="connsiteY10" fmla="*/ 504504 h 514269"/>
                <a:gd name="connsiteX11" fmla="*/ 259422 w 328657"/>
                <a:gd name="connsiteY11" fmla="*/ 474753 h 514269"/>
                <a:gd name="connsiteX12" fmla="*/ 289173 w 328657"/>
                <a:gd name="connsiteY12" fmla="*/ 445002 h 514269"/>
                <a:gd name="connsiteX13" fmla="*/ 318924 w 328657"/>
                <a:gd name="connsiteY13" fmla="*/ 474753 h 514269"/>
                <a:gd name="connsiteX14" fmla="*/ 289173 w 328657"/>
                <a:gd name="connsiteY14" fmla="*/ 504504 h 51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57" h="514269">
                  <a:moveTo>
                    <a:pt x="289173" y="435301"/>
                  </a:moveTo>
                  <a:cubicBezTo>
                    <a:pt x="269058" y="435301"/>
                    <a:pt x="252447" y="450420"/>
                    <a:pt x="250046" y="469919"/>
                  </a:cubicBezTo>
                  <a:lnTo>
                    <a:pt x="16871" y="469919"/>
                  </a:lnTo>
                  <a:lnTo>
                    <a:pt x="282619" y="9733"/>
                  </a:lnTo>
                  <a:lnTo>
                    <a:pt x="277007" y="0"/>
                  </a:lnTo>
                  <a:lnTo>
                    <a:pt x="0" y="479652"/>
                  </a:lnTo>
                  <a:lnTo>
                    <a:pt x="250046" y="479652"/>
                  </a:lnTo>
                  <a:cubicBezTo>
                    <a:pt x="252447" y="499118"/>
                    <a:pt x="269058" y="514269"/>
                    <a:pt x="289173" y="514269"/>
                  </a:cubicBezTo>
                  <a:cubicBezTo>
                    <a:pt x="310943" y="514269"/>
                    <a:pt x="328658" y="496555"/>
                    <a:pt x="328658" y="474785"/>
                  </a:cubicBezTo>
                  <a:cubicBezTo>
                    <a:pt x="328658" y="453015"/>
                    <a:pt x="310943" y="435301"/>
                    <a:pt x="289173" y="435301"/>
                  </a:cubicBezTo>
                  <a:close/>
                  <a:moveTo>
                    <a:pt x="289173" y="504504"/>
                  </a:moveTo>
                  <a:cubicBezTo>
                    <a:pt x="272789" y="504504"/>
                    <a:pt x="259422" y="491169"/>
                    <a:pt x="259422" y="474753"/>
                  </a:cubicBezTo>
                  <a:cubicBezTo>
                    <a:pt x="259422" y="458336"/>
                    <a:pt x="272756" y="445002"/>
                    <a:pt x="289173" y="445002"/>
                  </a:cubicBezTo>
                  <a:cubicBezTo>
                    <a:pt x="305590" y="445002"/>
                    <a:pt x="318924" y="458336"/>
                    <a:pt x="318924" y="474753"/>
                  </a:cubicBezTo>
                  <a:cubicBezTo>
                    <a:pt x="318924" y="491169"/>
                    <a:pt x="305590" y="504504"/>
                    <a:pt x="289173" y="504504"/>
                  </a:cubicBezTo>
                  <a:close/>
                </a:path>
              </a:pathLst>
            </a:custGeom>
            <a:grpFill/>
            <a:ln w="3244" cap="flat">
              <a:noFill/>
              <a:prstDash val="solid"/>
              <a:miter/>
            </a:ln>
          </p:spPr>
          <p:txBody>
            <a:bodyPr rtlCol="0" anchor="ctr"/>
            <a:lstStyle/>
            <a:p>
              <a:endParaRPr lang="en-US"/>
            </a:p>
          </p:txBody>
        </p:sp>
        <p:sp>
          <p:nvSpPr>
            <p:cNvPr id="206" name="Freeform: Shape 809"/>
            <p:cNvSpPr/>
            <p:nvPr/>
          </p:nvSpPr>
          <p:spPr>
            <a:xfrm>
              <a:off x="2262933" y="1323126"/>
              <a:ext cx="321454" cy="523678"/>
            </a:xfrm>
            <a:custGeom>
              <a:avLst/>
              <a:gdLst>
                <a:gd name="connsiteX0" fmla="*/ 50645 w 321454"/>
                <a:gd name="connsiteY0" fmla="*/ 516346 h 523678"/>
                <a:gd name="connsiteX1" fmla="*/ 51651 w 321454"/>
                <a:gd name="connsiteY1" fmla="*/ 507456 h 523678"/>
                <a:gd name="connsiteX2" fmla="*/ 50645 w 321454"/>
                <a:gd name="connsiteY2" fmla="*/ 498567 h 523678"/>
                <a:gd name="connsiteX3" fmla="*/ 50288 w 321454"/>
                <a:gd name="connsiteY3" fmla="*/ 497172 h 523678"/>
                <a:gd name="connsiteX4" fmla="*/ 48796 w 321454"/>
                <a:gd name="connsiteY4" fmla="*/ 492759 h 523678"/>
                <a:gd name="connsiteX5" fmla="*/ 48147 w 321454"/>
                <a:gd name="connsiteY5" fmla="*/ 491234 h 523678"/>
                <a:gd name="connsiteX6" fmla="*/ 265230 w 321454"/>
                <a:gd name="connsiteY6" fmla="*/ 491234 h 523678"/>
                <a:gd name="connsiteX7" fmla="*/ 5613 w 321454"/>
                <a:gd name="connsiteY7" fmla="*/ 42404 h 523678"/>
                <a:gd name="connsiteX8" fmla="*/ 0 w 321454"/>
                <a:gd name="connsiteY8" fmla="*/ 32671 h 523678"/>
                <a:gd name="connsiteX9" fmla="*/ 941 w 321454"/>
                <a:gd name="connsiteY9" fmla="*/ 31016 h 523678"/>
                <a:gd name="connsiteX10" fmla="*/ 18590 w 321454"/>
                <a:gd name="connsiteY10" fmla="*/ 0 h 523678"/>
                <a:gd name="connsiteX11" fmla="*/ 321455 w 321454"/>
                <a:gd name="connsiteY11" fmla="*/ 523678 h 523678"/>
                <a:gd name="connsiteX12" fmla="*/ 48147 w 321454"/>
                <a:gd name="connsiteY12" fmla="*/ 523678 h 523678"/>
                <a:gd name="connsiteX13" fmla="*/ 48796 w 321454"/>
                <a:gd name="connsiteY13" fmla="*/ 522153 h 523678"/>
                <a:gd name="connsiteX14" fmla="*/ 50288 w 321454"/>
                <a:gd name="connsiteY14" fmla="*/ 517741 h 523678"/>
                <a:gd name="connsiteX15" fmla="*/ 50645 w 321454"/>
                <a:gd name="connsiteY15" fmla="*/ 516346 h 52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454" h="523678">
                  <a:moveTo>
                    <a:pt x="50645" y="516346"/>
                  </a:moveTo>
                  <a:cubicBezTo>
                    <a:pt x="51294" y="513491"/>
                    <a:pt x="51651" y="510506"/>
                    <a:pt x="51651" y="507456"/>
                  </a:cubicBezTo>
                  <a:cubicBezTo>
                    <a:pt x="51651" y="504407"/>
                    <a:pt x="51294" y="501422"/>
                    <a:pt x="50645" y="498567"/>
                  </a:cubicBezTo>
                  <a:cubicBezTo>
                    <a:pt x="50548" y="498112"/>
                    <a:pt x="50418" y="497626"/>
                    <a:pt x="50288" y="497172"/>
                  </a:cubicBezTo>
                  <a:cubicBezTo>
                    <a:pt x="49899" y="495679"/>
                    <a:pt x="49380" y="494187"/>
                    <a:pt x="48796" y="492759"/>
                  </a:cubicBezTo>
                  <a:cubicBezTo>
                    <a:pt x="48601" y="492240"/>
                    <a:pt x="48374" y="491721"/>
                    <a:pt x="48147" y="491234"/>
                  </a:cubicBezTo>
                  <a:lnTo>
                    <a:pt x="265230" y="491234"/>
                  </a:lnTo>
                  <a:lnTo>
                    <a:pt x="5613" y="42404"/>
                  </a:lnTo>
                  <a:lnTo>
                    <a:pt x="0" y="32671"/>
                  </a:lnTo>
                  <a:lnTo>
                    <a:pt x="941" y="31016"/>
                  </a:lnTo>
                  <a:lnTo>
                    <a:pt x="18590" y="0"/>
                  </a:lnTo>
                  <a:lnTo>
                    <a:pt x="321455" y="523678"/>
                  </a:lnTo>
                  <a:lnTo>
                    <a:pt x="48147" y="523678"/>
                  </a:lnTo>
                  <a:cubicBezTo>
                    <a:pt x="48374" y="523192"/>
                    <a:pt x="48601" y="522672"/>
                    <a:pt x="48796" y="522153"/>
                  </a:cubicBezTo>
                  <a:cubicBezTo>
                    <a:pt x="49380" y="520726"/>
                    <a:pt x="49899" y="519233"/>
                    <a:pt x="50288" y="517741"/>
                  </a:cubicBezTo>
                  <a:cubicBezTo>
                    <a:pt x="50418" y="517287"/>
                    <a:pt x="50548" y="516800"/>
                    <a:pt x="50645" y="516346"/>
                  </a:cubicBezTo>
                  <a:close/>
                </a:path>
              </a:pathLst>
            </a:custGeom>
            <a:solidFill>
              <a:schemeClr val="accent1"/>
            </a:solidFill>
            <a:ln w="3244" cap="flat">
              <a:noFill/>
              <a:prstDash val="solid"/>
              <a:miter/>
            </a:ln>
          </p:spPr>
          <p:txBody>
            <a:bodyPr rtlCol="0" anchor="ctr"/>
            <a:lstStyle/>
            <a:p>
              <a:endParaRPr lang="en-US"/>
            </a:p>
          </p:txBody>
        </p:sp>
      </p:grpSp>
      <p:grpSp>
        <p:nvGrpSpPr>
          <p:cNvPr id="207" name="Group 79"/>
          <p:cNvGrpSpPr/>
          <p:nvPr/>
        </p:nvGrpSpPr>
        <p:grpSpPr>
          <a:xfrm>
            <a:off x="5255076" y="5465633"/>
            <a:ext cx="557517" cy="564655"/>
            <a:chOff x="3137461" y="1345544"/>
            <a:chExt cx="557517" cy="564655"/>
          </a:xfrm>
          <a:solidFill>
            <a:schemeClr val="tx1"/>
          </a:solidFill>
        </p:grpSpPr>
        <p:sp>
          <p:nvSpPr>
            <p:cNvPr id="208" name="Freeform: Shape 1136"/>
            <p:cNvSpPr/>
            <p:nvPr/>
          </p:nvSpPr>
          <p:spPr>
            <a:xfrm>
              <a:off x="3137461" y="1345577"/>
              <a:ext cx="525073" cy="531919"/>
            </a:xfrm>
            <a:custGeom>
              <a:avLst/>
              <a:gdLst>
                <a:gd name="connsiteX0" fmla="*/ 448116 w 525073"/>
                <a:gd name="connsiteY0" fmla="*/ 441238 h 531919"/>
                <a:gd name="connsiteX1" fmla="*/ 165464 w 525073"/>
                <a:gd name="connsiteY1" fmla="*/ 441238 h 531919"/>
                <a:gd name="connsiteX2" fmla="*/ 165464 w 525073"/>
                <a:gd name="connsiteY2" fmla="*/ 165464 h 531919"/>
                <a:gd name="connsiteX3" fmla="*/ 369342 w 525073"/>
                <a:gd name="connsiteY3" fmla="*/ 165464 h 531919"/>
                <a:gd name="connsiteX4" fmla="*/ 369342 w 525073"/>
                <a:gd name="connsiteY4" fmla="*/ 155731 h 531919"/>
                <a:gd name="connsiteX5" fmla="*/ 155731 w 525073"/>
                <a:gd name="connsiteY5" fmla="*/ 155731 h 531919"/>
                <a:gd name="connsiteX6" fmla="*/ 155731 w 525073"/>
                <a:gd name="connsiteY6" fmla="*/ 285507 h 531919"/>
                <a:gd name="connsiteX7" fmla="*/ 98046 w 525073"/>
                <a:gd name="connsiteY7" fmla="*/ 285507 h 531919"/>
                <a:gd name="connsiteX8" fmla="*/ 9733 w 525073"/>
                <a:gd name="connsiteY8" fmla="*/ 373787 h 531919"/>
                <a:gd name="connsiteX9" fmla="*/ 9733 w 525073"/>
                <a:gd name="connsiteY9" fmla="*/ 9733 h 531919"/>
                <a:gd name="connsiteX10" fmla="*/ 369342 w 525073"/>
                <a:gd name="connsiteY10" fmla="*/ 9733 h 531919"/>
                <a:gd name="connsiteX11" fmla="*/ 369342 w 525073"/>
                <a:gd name="connsiteY11" fmla="*/ 0 h 531919"/>
                <a:gd name="connsiteX12" fmla="*/ 0 w 525073"/>
                <a:gd name="connsiteY12" fmla="*/ 0 h 531919"/>
                <a:gd name="connsiteX13" fmla="*/ 0 w 525073"/>
                <a:gd name="connsiteY13" fmla="*/ 397277 h 531919"/>
                <a:gd name="connsiteX14" fmla="*/ 102069 w 525073"/>
                <a:gd name="connsiteY14" fmla="*/ 295240 h 531919"/>
                <a:gd name="connsiteX15" fmla="*/ 155731 w 525073"/>
                <a:gd name="connsiteY15" fmla="*/ 295240 h 531919"/>
                <a:gd name="connsiteX16" fmla="*/ 155731 w 525073"/>
                <a:gd name="connsiteY16" fmla="*/ 450971 h 531919"/>
                <a:gd name="connsiteX17" fmla="*/ 444093 w 525073"/>
                <a:gd name="connsiteY17" fmla="*/ 450971 h 531919"/>
                <a:gd name="connsiteX18" fmla="*/ 525074 w 525073"/>
                <a:gd name="connsiteY18" fmla="*/ 531919 h 531919"/>
                <a:gd name="connsiteX19" fmla="*/ 525074 w 525073"/>
                <a:gd name="connsiteY19" fmla="*/ 518163 h 531919"/>
                <a:gd name="connsiteX20" fmla="*/ 448116 w 525073"/>
                <a:gd name="connsiteY20" fmla="*/ 441238 h 53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5073" h="531919">
                  <a:moveTo>
                    <a:pt x="448116" y="441238"/>
                  </a:moveTo>
                  <a:lnTo>
                    <a:pt x="165464" y="441238"/>
                  </a:lnTo>
                  <a:lnTo>
                    <a:pt x="165464" y="165464"/>
                  </a:lnTo>
                  <a:lnTo>
                    <a:pt x="369342" y="165464"/>
                  </a:lnTo>
                  <a:lnTo>
                    <a:pt x="369342" y="155731"/>
                  </a:lnTo>
                  <a:lnTo>
                    <a:pt x="155731" y="155731"/>
                  </a:lnTo>
                  <a:lnTo>
                    <a:pt x="155731" y="285507"/>
                  </a:lnTo>
                  <a:lnTo>
                    <a:pt x="98046" y="285507"/>
                  </a:lnTo>
                  <a:lnTo>
                    <a:pt x="9733" y="373787"/>
                  </a:lnTo>
                  <a:lnTo>
                    <a:pt x="9733" y="9733"/>
                  </a:lnTo>
                  <a:lnTo>
                    <a:pt x="369342" y="9733"/>
                  </a:lnTo>
                  <a:lnTo>
                    <a:pt x="369342" y="0"/>
                  </a:lnTo>
                  <a:lnTo>
                    <a:pt x="0" y="0"/>
                  </a:lnTo>
                  <a:lnTo>
                    <a:pt x="0" y="397277"/>
                  </a:lnTo>
                  <a:lnTo>
                    <a:pt x="102069" y="295240"/>
                  </a:lnTo>
                  <a:lnTo>
                    <a:pt x="155731" y="295240"/>
                  </a:lnTo>
                  <a:lnTo>
                    <a:pt x="155731" y="450971"/>
                  </a:lnTo>
                  <a:lnTo>
                    <a:pt x="444093" y="450971"/>
                  </a:lnTo>
                  <a:lnTo>
                    <a:pt x="525074" y="531919"/>
                  </a:lnTo>
                  <a:lnTo>
                    <a:pt x="525074" y="518163"/>
                  </a:lnTo>
                  <a:lnTo>
                    <a:pt x="448116" y="441238"/>
                  </a:lnTo>
                  <a:close/>
                </a:path>
              </a:pathLst>
            </a:custGeom>
            <a:grpFill/>
            <a:ln w="3244" cap="flat">
              <a:noFill/>
              <a:prstDash val="solid"/>
              <a:miter/>
            </a:ln>
          </p:spPr>
          <p:txBody>
            <a:bodyPr rtlCol="0" anchor="ctr"/>
            <a:lstStyle/>
            <a:p>
              <a:endParaRPr lang="en-US"/>
            </a:p>
          </p:txBody>
        </p:sp>
        <p:sp>
          <p:nvSpPr>
            <p:cNvPr id="209" name="Freeform: Shape 1137"/>
            <p:cNvSpPr/>
            <p:nvPr/>
          </p:nvSpPr>
          <p:spPr>
            <a:xfrm>
              <a:off x="3461057" y="1668070"/>
              <a:ext cx="54700" cy="54700"/>
            </a:xfrm>
            <a:custGeom>
              <a:avLst/>
              <a:gdLst>
                <a:gd name="connsiteX0" fmla="*/ 0 w 54700"/>
                <a:gd name="connsiteY0" fmla="*/ 27350 h 54700"/>
                <a:gd name="connsiteX1" fmla="*/ 27350 w 54700"/>
                <a:gd name="connsiteY1" fmla="*/ 54701 h 54700"/>
                <a:gd name="connsiteX2" fmla="*/ 54701 w 54700"/>
                <a:gd name="connsiteY2" fmla="*/ 27350 h 54700"/>
                <a:gd name="connsiteX3" fmla="*/ 27350 w 54700"/>
                <a:gd name="connsiteY3" fmla="*/ 0 h 54700"/>
                <a:gd name="connsiteX4" fmla="*/ 0 w 54700"/>
                <a:gd name="connsiteY4" fmla="*/ 27350 h 54700"/>
                <a:gd name="connsiteX5" fmla="*/ 44967 w 54700"/>
                <a:gd name="connsiteY5" fmla="*/ 27350 h 54700"/>
                <a:gd name="connsiteX6" fmla="*/ 27350 w 54700"/>
                <a:gd name="connsiteY6" fmla="*/ 44967 h 54700"/>
                <a:gd name="connsiteX7" fmla="*/ 9733 w 54700"/>
                <a:gd name="connsiteY7" fmla="*/ 27350 h 54700"/>
                <a:gd name="connsiteX8" fmla="*/ 27350 w 54700"/>
                <a:gd name="connsiteY8" fmla="*/ 9733 h 54700"/>
                <a:gd name="connsiteX9" fmla="*/ 44967 w 54700"/>
                <a:gd name="connsiteY9" fmla="*/ 27350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00" h="54700">
                  <a:moveTo>
                    <a:pt x="0" y="27350"/>
                  </a:moveTo>
                  <a:cubicBezTo>
                    <a:pt x="0" y="42437"/>
                    <a:pt x="12264" y="54701"/>
                    <a:pt x="27350" y="54701"/>
                  </a:cubicBezTo>
                  <a:cubicBezTo>
                    <a:pt x="42437" y="54701"/>
                    <a:pt x="54701" y="42437"/>
                    <a:pt x="54701" y="27350"/>
                  </a:cubicBezTo>
                  <a:cubicBezTo>
                    <a:pt x="54701" y="12264"/>
                    <a:pt x="42437" y="0"/>
                    <a:pt x="27350" y="0"/>
                  </a:cubicBezTo>
                  <a:cubicBezTo>
                    <a:pt x="12264" y="0"/>
                    <a:pt x="0" y="12264"/>
                    <a:pt x="0" y="27350"/>
                  </a:cubicBezTo>
                  <a:close/>
                  <a:moveTo>
                    <a:pt x="44967" y="27350"/>
                  </a:moveTo>
                  <a:cubicBezTo>
                    <a:pt x="44967" y="37083"/>
                    <a:pt x="37083" y="44967"/>
                    <a:pt x="27350" y="44967"/>
                  </a:cubicBezTo>
                  <a:cubicBezTo>
                    <a:pt x="17617" y="44967"/>
                    <a:pt x="9733" y="37083"/>
                    <a:pt x="9733" y="27350"/>
                  </a:cubicBezTo>
                  <a:cubicBezTo>
                    <a:pt x="9733" y="17617"/>
                    <a:pt x="17617" y="9733"/>
                    <a:pt x="27350" y="9733"/>
                  </a:cubicBezTo>
                  <a:cubicBezTo>
                    <a:pt x="37083" y="9733"/>
                    <a:pt x="44967" y="17617"/>
                    <a:pt x="44967" y="27350"/>
                  </a:cubicBezTo>
                  <a:close/>
                </a:path>
              </a:pathLst>
            </a:custGeom>
            <a:grpFill/>
            <a:ln w="3244" cap="flat">
              <a:noFill/>
              <a:prstDash val="solid"/>
              <a:miter/>
            </a:ln>
          </p:spPr>
          <p:txBody>
            <a:bodyPr rtlCol="0" anchor="ctr"/>
            <a:lstStyle/>
            <a:p>
              <a:endParaRPr lang="en-US"/>
            </a:p>
          </p:txBody>
        </p:sp>
        <p:sp>
          <p:nvSpPr>
            <p:cNvPr id="210" name="Freeform: Shape 1138"/>
            <p:cNvSpPr/>
            <p:nvPr/>
          </p:nvSpPr>
          <p:spPr>
            <a:xfrm>
              <a:off x="3551024" y="1668070"/>
              <a:ext cx="54733" cy="54700"/>
            </a:xfrm>
            <a:custGeom>
              <a:avLst/>
              <a:gdLst>
                <a:gd name="connsiteX0" fmla="*/ 27350 w 54733"/>
                <a:gd name="connsiteY0" fmla="*/ 54701 h 54700"/>
                <a:gd name="connsiteX1" fmla="*/ 54733 w 54733"/>
                <a:gd name="connsiteY1" fmla="*/ 27350 h 54700"/>
                <a:gd name="connsiteX2" fmla="*/ 27350 w 54733"/>
                <a:gd name="connsiteY2" fmla="*/ 0 h 54700"/>
                <a:gd name="connsiteX3" fmla="*/ 0 w 54733"/>
                <a:gd name="connsiteY3" fmla="*/ 27350 h 54700"/>
                <a:gd name="connsiteX4" fmla="*/ 27350 w 54733"/>
                <a:gd name="connsiteY4" fmla="*/ 54701 h 54700"/>
                <a:gd name="connsiteX5" fmla="*/ 27350 w 54733"/>
                <a:gd name="connsiteY5" fmla="*/ 9733 h 54700"/>
                <a:gd name="connsiteX6" fmla="*/ 45000 w 54733"/>
                <a:gd name="connsiteY6" fmla="*/ 27350 h 54700"/>
                <a:gd name="connsiteX7" fmla="*/ 27350 w 54733"/>
                <a:gd name="connsiteY7" fmla="*/ 44967 h 54700"/>
                <a:gd name="connsiteX8" fmla="*/ 9733 w 54733"/>
                <a:gd name="connsiteY8" fmla="*/ 27350 h 54700"/>
                <a:gd name="connsiteX9" fmla="*/ 27350 w 54733"/>
                <a:gd name="connsiteY9" fmla="*/ 9733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3" h="54700">
                  <a:moveTo>
                    <a:pt x="27350" y="54701"/>
                  </a:moveTo>
                  <a:cubicBezTo>
                    <a:pt x="42437" y="54701"/>
                    <a:pt x="54733" y="42437"/>
                    <a:pt x="54733" y="27350"/>
                  </a:cubicBezTo>
                  <a:cubicBezTo>
                    <a:pt x="54733" y="12264"/>
                    <a:pt x="42437" y="0"/>
                    <a:pt x="27350" y="0"/>
                  </a:cubicBezTo>
                  <a:cubicBezTo>
                    <a:pt x="12264" y="0"/>
                    <a:pt x="0" y="12264"/>
                    <a:pt x="0" y="27350"/>
                  </a:cubicBezTo>
                  <a:cubicBezTo>
                    <a:pt x="0" y="42437"/>
                    <a:pt x="12264" y="54701"/>
                    <a:pt x="27350" y="54701"/>
                  </a:cubicBezTo>
                  <a:close/>
                  <a:moveTo>
                    <a:pt x="27350" y="9733"/>
                  </a:moveTo>
                  <a:cubicBezTo>
                    <a:pt x="37084" y="9733"/>
                    <a:pt x="45000" y="17617"/>
                    <a:pt x="45000" y="27350"/>
                  </a:cubicBezTo>
                  <a:cubicBezTo>
                    <a:pt x="45000" y="37083"/>
                    <a:pt x="37084" y="44967"/>
                    <a:pt x="27350" y="44967"/>
                  </a:cubicBezTo>
                  <a:cubicBezTo>
                    <a:pt x="17617" y="44967"/>
                    <a:pt x="9733" y="37083"/>
                    <a:pt x="9733" y="27350"/>
                  </a:cubicBezTo>
                  <a:cubicBezTo>
                    <a:pt x="9733" y="17617"/>
                    <a:pt x="17650" y="9733"/>
                    <a:pt x="27350" y="9733"/>
                  </a:cubicBezTo>
                  <a:close/>
                </a:path>
              </a:pathLst>
            </a:custGeom>
            <a:grpFill/>
            <a:ln w="3244" cap="flat">
              <a:noFill/>
              <a:prstDash val="solid"/>
              <a:miter/>
            </a:ln>
          </p:spPr>
          <p:txBody>
            <a:bodyPr rtlCol="0" anchor="ctr"/>
            <a:lstStyle/>
            <a:p>
              <a:endParaRPr lang="en-US"/>
            </a:p>
          </p:txBody>
        </p:sp>
        <p:sp>
          <p:nvSpPr>
            <p:cNvPr id="211" name="Freeform: Shape 1139"/>
            <p:cNvSpPr/>
            <p:nvPr/>
          </p:nvSpPr>
          <p:spPr>
            <a:xfrm>
              <a:off x="3371058" y="1668070"/>
              <a:ext cx="54732" cy="54700"/>
            </a:xfrm>
            <a:custGeom>
              <a:avLst/>
              <a:gdLst>
                <a:gd name="connsiteX0" fmla="*/ 0 w 54732"/>
                <a:gd name="connsiteY0" fmla="*/ 27350 h 54700"/>
                <a:gd name="connsiteX1" fmla="*/ 27383 w 54732"/>
                <a:gd name="connsiteY1" fmla="*/ 54701 h 54700"/>
                <a:gd name="connsiteX2" fmla="*/ 54733 w 54732"/>
                <a:gd name="connsiteY2" fmla="*/ 27350 h 54700"/>
                <a:gd name="connsiteX3" fmla="*/ 27383 w 54732"/>
                <a:gd name="connsiteY3" fmla="*/ 0 h 54700"/>
                <a:gd name="connsiteX4" fmla="*/ 0 w 54732"/>
                <a:gd name="connsiteY4" fmla="*/ 27350 h 54700"/>
                <a:gd name="connsiteX5" fmla="*/ 45000 w 54732"/>
                <a:gd name="connsiteY5" fmla="*/ 27350 h 54700"/>
                <a:gd name="connsiteX6" fmla="*/ 27383 w 54732"/>
                <a:gd name="connsiteY6" fmla="*/ 44967 h 54700"/>
                <a:gd name="connsiteX7" fmla="*/ 9733 w 54732"/>
                <a:gd name="connsiteY7" fmla="*/ 27350 h 54700"/>
                <a:gd name="connsiteX8" fmla="*/ 27383 w 54732"/>
                <a:gd name="connsiteY8" fmla="*/ 9733 h 54700"/>
                <a:gd name="connsiteX9" fmla="*/ 45000 w 54732"/>
                <a:gd name="connsiteY9" fmla="*/ 27350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2" h="54700">
                  <a:moveTo>
                    <a:pt x="0" y="27350"/>
                  </a:moveTo>
                  <a:cubicBezTo>
                    <a:pt x="0" y="42437"/>
                    <a:pt x="12296" y="54701"/>
                    <a:pt x="27383" y="54701"/>
                  </a:cubicBezTo>
                  <a:cubicBezTo>
                    <a:pt x="42469" y="54701"/>
                    <a:pt x="54733" y="42437"/>
                    <a:pt x="54733" y="27350"/>
                  </a:cubicBezTo>
                  <a:cubicBezTo>
                    <a:pt x="54733" y="12264"/>
                    <a:pt x="42469" y="0"/>
                    <a:pt x="27383" y="0"/>
                  </a:cubicBezTo>
                  <a:cubicBezTo>
                    <a:pt x="12296" y="0"/>
                    <a:pt x="0" y="12264"/>
                    <a:pt x="0" y="27350"/>
                  </a:cubicBezTo>
                  <a:close/>
                  <a:moveTo>
                    <a:pt x="45000" y="27350"/>
                  </a:moveTo>
                  <a:cubicBezTo>
                    <a:pt x="45000" y="37083"/>
                    <a:pt x="37083" y="44967"/>
                    <a:pt x="27383" y="44967"/>
                  </a:cubicBezTo>
                  <a:cubicBezTo>
                    <a:pt x="17682" y="44967"/>
                    <a:pt x="9733" y="37083"/>
                    <a:pt x="9733" y="27350"/>
                  </a:cubicBezTo>
                  <a:cubicBezTo>
                    <a:pt x="9733" y="17617"/>
                    <a:pt x="17650" y="9733"/>
                    <a:pt x="27383" y="9733"/>
                  </a:cubicBezTo>
                  <a:cubicBezTo>
                    <a:pt x="37116" y="9733"/>
                    <a:pt x="45000" y="17617"/>
                    <a:pt x="45000" y="27350"/>
                  </a:cubicBezTo>
                  <a:close/>
                </a:path>
              </a:pathLst>
            </a:custGeom>
            <a:grpFill/>
            <a:ln w="3244" cap="flat">
              <a:noFill/>
              <a:prstDash val="solid"/>
              <a:miter/>
            </a:ln>
          </p:spPr>
          <p:txBody>
            <a:bodyPr rtlCol="0" anchor="ctr"/>
            <a:lstStyle/>
            <a:p>
              <a:endParaRPr lang="en-US"/>
            </a:p>
          </p:txBody>
        </p:sp>
        <p:sp>
          <p:nvSpPr>
            <p:cNvPr id="212" name="Freeform: Shape 810"/>
            <p:cNvSpPr/>
            <p:nvPr/>
          </p:nvSpPr>
          <p:spPr>
            <a:xfrm>
              <a:off x="3506803" y="1345544"/>
              <a:ext cx="188175" cy="564655"/>
            </a:xfrm>
            <a:custGeom>
              <a:avLst/>
              <a:gdLst>
                <a:gd name="connsiteX0" fmla="*/ 188175 w 188175"/>
                <a:gd name="connsiteY0" fmla="*/ 564655 h 564655"/>
                <a:gd name="connsiteX1" fmla="*/ 155731 w 188175"/>
                <a:gd name="connsiteY1" fmla="*/ 531951 h 564655"/>
                <a:gd name="connsiteX2" fmla="*/ 155731 w 188175"/>
                <a:gd name="connsiteY2" fmla="*/ 165464 h 564655"/>
                <a:gd name="connsiteX3" fmla="*/ 0 w 188175"/>
                <a:gd name="connsiteY3" fmla="*/ 165464 h 564655"/>
                <a:gd name="connsiteX4" fmla="*/ 0 w 188175"/>
                <a:gd name="connsiteY4" fmla="*/ 0 h 564655"/>
                <a:gd name="connsiteX5" fmla="*/ 32444 w 188175"/>
                <a:gd name="connsiteY5" fmla="*/ 0 h 564655"/>
                <a:gd name="connsiteX6" fmla="*/ 32444 w 188175"/>
                <a:gd name="connsiteY6" fmla="*/ 133020 h 564655"/>
                <a:gd name="connsiteX7" fmla="*/ 188175 w 188175"/>
                <a:gd name="connsiteY7" fmla="*/ 133020 h 564655"/>
                <a:gd name="connsiteX8" fmla="*/ 188175 w 188175"/>
                <a:gd name="connsiteY8" fmla="*/ 564655 h 56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175" h="564655">
                  <a:moveTo>
                    <a:pt x="188175" y="564655"/>
                  </a:moveTo>
                  <a:lnTo>
                    <a:pt x="155731" y="531951"/>
                  </a:lnTo>
                  <a:lnTo>
                    <a:pt x="155731" y="165464"/>
                  </a:lnTo>
                  <a:lnTo>
                    <a:pt x="0" y="165464"/>
                  </a:lnTo>
                  <a:lnTo>
                    <a:pt x="0" y="0"/>
                  </a:lnTo>
                  <a:lnTo>
                    <a:pt x="32444" y="0"/>
                  </a:lnTo>
                  <a:lnTo>
                    <a:pt x="32444" y="133020"/>
                  </a:lnTo>
                  <a:lnTo>
                    <a:pt x="188175" y="133020"/>
                  </a:lnTo>
                  <a:lnTo>
                    <a:pt x="188175" y="564655"/>
                  </a:lnTo>
                  <a:close/>
                </a:path>
              </a:pathLst>
            </a:custGeom>
            <a:solidFill>
              <a:schemeClr val="accent1"/>
            </a:solidFill>
            <a:ln w="3244" cap="flat">
              <a:noFill/>
              <a:prstDash val="solid"/>
              <a:miter/>
            </a:ln>
          </p:spPr>
          <p:txBody>
            <a:bodyPr rtlCol="0" anchor="ctr"/>
            <a:lstStyle/>
            <a:p>
              <a:endParaRPr lang="en-US"/>
            </a:p>
          </p:txBody>
        </p:sp>
      </p:grpSp>
      <p:grpSp>
        <p:nvGrpSpPr>
          <p:cNvPr id="213" name="Group 82"/>
          <p:cNvGrpSpPr/>
          <p:nvPr/>
        </p:nvGrpSpPr>
        <p:grpSpPr>
          <a:xfrm>
            <a:off x="10574489" y="5439726"/>
            <a:ext cx="625650" cy="568515"/>
            <a:chOff x="5374473" y="1334384"/>
            <a:chExt cx="625650" cy="568515"/>
          </a:xfrm>
          <a:solidFill>
            <a:schemeClr val="tx1"/>
          </a:solidFill>
        </p:grpSpPr>
        <p:sp>
          <p:nvSpPr>
            <p:cNvPr id="230" name="Freeform: Shape 768"/>
            <p:cNvSpPr/>
            <p:nvPr/>
          </p:nvSpPr>
          <p:spPr>
            <a:xfrm>
              <a:off x="5374473" y="1334384"/>
              <a:ext cx="593206" cy="568515"/>
            </a:xfrm>
            <a:custGeom>
              <a:avLst/>
              <a:gdLst>
                <a:gd name="connsiteX0" fmla="*/ 593206 w 593206"/>
                <a:gd name="connsiteY0" fmla="*/ 253420 h 568515"/>
                <a:gd name="connsiteX1" fmla="*/ 544832 w 593206"/>
                <a:gd name="connsiteY1" fmla="*/ 253420 h 568515"/>
                <a:gd name="connsiteX2" fmla="*/ 544832 w 593206"/>
                <a:gd name="connsiteY2" fmla="*/ 164134 h 568515"/>
                <a:gd name="connsiteX3" fmla="*/ 69463 w 593206"/>
                <a:gd name="connsiteY3" fmla="*/ 164134 h 568515"/>
                <a:gd name="connsiteX4" fmla="*/ 69463 w 593206"/>
                <a:gd name="connsiteY4" fmla="*/ 253420 h 568515"/>
                <a:gd name="connsiteX5" fmla="*/ 9733 w 593206"/>
                <a:gd name="connsiteY5" fmla="*/ 253420 h 568515"/>
                <a:gd name="connsiteX6" fmla="*/ 9733 w 593206"/>
                <a:gd name="connsiteY6" fmla="*/ 9733 h 568515"/>
                <a:gd name="connsiteX7" fmla="*/ 202937 w 593206"/>
                <a:gd name="connsiteY7" fmla="*/ 9733 h 568515"/>
                <a:gd name="connsiteX8" fmla="*/ 194632 w 593206"/>
                <a:gd name="connsiteY8" fmla="*/ 0 h 568515"/>
                <a:gd name="connsiteX9" fmla="*/ 0 w 593206"/>
                <a:gd name="connsiteY9" fmla="*/ 0 h 568515"/>
                <a:gd name="connsiteX10" fmla="*/ 0 w 593206"/>
                <a:gd name="connsiteY10" fmla="*/ 568516 h 568515"/>
                <a:gd name="connsiteX11" fmla="*/ 593206 w 593206"/>
                <a:gd name="connsiteY11" fmla="*/ 568516 h 568515"/>
                <a:gd name="connsiteX12" fmla="*/ 593206 w 593206"/>
                <a:gd name="connsiteY12" fmla="*/ 558783 h 568515"/>
                <a:gd name="connsiteX13" fmla="*/ 9733 w 593206"/>
                <a:gd name="connsiteY13" fmla="*/ 558783 h 568515"/>
                <a:gd name="connsiteX14" fmla="*/ 9733 w 593206"/>
                <a:gd name="connsiteY14" fmla="*/ 263153 h 568515"/>
                <a:gd name="connsiteX15" fmla="*/ 167866 w 593206"/>
                <a:gd name="connsiteY15" fmla="*/ 263153 h 568515"/>
                <a:gd name="connsiteX16" fmla="*/ 240572 w 593206"/>
                <a:gd name="connsiteY16" fmla="*/ 335860 h 568515"/>
                <a:gd name="connsiteX17" fmla="*/ 373431 w 593206"/>
                <a:gd name="connsiteY17" fmla="*/ 335860 h 568515"/>
                <a:gd name="connsiteX18" fmla="*/ 446430 w 593206"/>
                <a:gd name="connsiteY18" fmla="*/ 263153 h 568515"/>
                <a:gd name="connsiteX19" fmla="*/ 593206 w 593206"/>
                <a:gd name="connsiteY19" fmla="*/ 263153 h 568515"/>
                <a:gd name="connsiteX20" fmla="*/ 593206 w 593206"/>
                <a:gd name="connsiteY20" fmla="*/ 253420 h 568515"/>
                <a:gd name="connsiteX21" fmla="*/ 442406 w 593206"/>
                <a:gd name="connsiteY21" fmla="*/ 253420 h 568515"/>
                <a:gd name="connsiteX22" fmla="*/ 369408 w 593206"/>
                <a:gd name="connsiteY22" fmla="*/ 326127 h 568515"/>
                <a:gd name="connsiteX23" fmla="*/ 244628 w 593206"/>
                <a:gd name="connsiteY23" fmla="*/ 326127 h 568515"/>
                <a:gd name="connsiteX24" fmla="*/ 171889 w 593206"/>
                <a:gd name="connsiteY24" fmla="*/ 253420 h 568515"/>
                <a:gd name="connsiteX25" fmla="*/ 79196 w 593206"/>
                <a:gd name="connsiteY25" fmla="*/ 253420 h 568515"/>
                <a:gd name="connsiteX26" fmla="*/ 79196 w 593206"/>
                <a:gd name="connsiteY26" fmla="*/ 173867 h 568515"/>
                <a:gd name="connsiteX27" fmla="*/ 535099 w 593206"/>
                <a:gd name="connsiteY27" fmla="*/ 173867 h 568515"/>
                <a:gd name="connsiteX28" fmla="*/ 535099 w 593206"/>
                <a:gd name="connsiteY28" fmla="*/ 253420 h 568515"/>
                <a:gd name="connsiteX29" fmla="*/ 442406 w 593206"/>
                <a:gd name="connsiteY29" fmla="*/ 253420 h 568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93206" h="568515">
                  <a:moveTo>
                    <a:pt x="593206" y="253420"/>
                  </a:moveTo>
                  <a:lnTo>
                    <a:pt x="544832" y="253420"/>
                  </a:lnTo>
                  <a:lnTo>
                    <a:pt x="544832" y="164134"/>
                  </a:lnTo>
                  <a:lnTo>
                    <a:pt x="69463" y="164134"/>
                  </a:lnTo>
                  <a:lnTo>
                    <a:pt x="69463" y="253420"/>
                  </a:lnTo>
                  <a:lnTo>
                    <a:pt x="9733" y="253420"/>
                  </a:lnTo>
                  <a:lnTo>
                    <a:pt x="9733" y="9733"/>
                  </a:lnTo>
                  <a:lnTo>
                    <a:pt x="202937" y="9733"/>
                  </a:lnTo>
                  <a:lnTo>
                    <a:pt x="194632" y="0"/>
                  </a:lnTo>
                  <a:lnTo>
                    <a:pt x="0" y="0"/>
                  </a:lnTo>
                  <a:lnTo>
                    <a:pt x="0" y="568516"/>
                  </a:lnTo>
                  <a:lnTo>
                    <a:pt x="593206" y="568516"/>
                  </a:lnTo>
                  <a:lnTo>
                    <a:pt x="593206" y="558783"/>
                  </a:lnTo>
                  <a:lnTo>
                    <a:pt x="9733" y="558783"/>
                  </a:lnTo>
                  <a:lnTo>
                    <a:pt x="9733" y="263153"/>
                  </a:lnTo>
                  <a:lnTo>
                    <a:pt x="167866" y="263153"/>
                  </a:lnTo>
                  <a:lnTo>
                    <a:pt x="240572" y="335860"/>
                  </a:lnTo>
                  <a:lnTo>
                    <a:pt x="373431" y="335860"/>
                  </a:lnTo>
                  <a:lnTo>
                    <a:pt x="446430" y="263153"/>
                  </a:lnTo>
                  <a:lnTo>
                    <a:pt x="593206" y="263153"/>
                  </a:lnTo>
                  <a:lnTo>
                    <a:pt x="593206" y="253420"/>
                  </a:lnTo>
                  <a:close/>
                  <a:moveTo>
                    <a:pt x="442406" y="253420"/>
                  </a:moveTo>
                  <a:lnTo>
                    <a:pt x="369408" y="326127"/>
                  </a:lnTo>
                  <a:lnTo>
                    <a:pt x="244628" y="326127"/>
                  </a:lnTo>
                  <a:lnTo>
                    <a:pt x="171889" y="253420"/>
                  </a:lnTo>
                  <a:lnTo>
                    <a:pt x="79196" y="253420"/>
                  </a:lnTo>
                  <a:lnTo>
                    <a:pt x="79196" y="173867"/>
                  </a:lnTo>
                  <a:lnTo>
                    <a:pt x="535099" y="173867"/>
                  </a:lnTo>
                  <a:lnTo>
                    <a:pt x="535099" y="253420"/>
                  </a:lnTo>
                  <a:lnTo>
                    <a:pt x="442406" y="253420"/>
                  </a:lnTo>
                  <a:close/>
                </a:path>
              </a:pathLst>
            </a:custGeom>
            <a:grpFill/>
            <a:ln w="3244" cap="flat">
              <a:noFill/>
              <a:prstDash val="solid"/>
              <a:miter/>
            </a:ln>
          </p:spPr>
          <p:txBody>
            <a:bodyPr rtlCol="0" anchor="ctr"/>
            <a:lstStyle/>
            <a:p>
              <a:endParaRPr lang="en-US"/>
            </a:p>
          </p:txBody>
        </p:sp>
        <p:sp>
          <p:nvSpPr>
            <p:cNvPr id="231" name="Freeform: Shape 769"/>
            <p:cNvSpPr/>
            <p:nvPr/>
          </p:nvSpPr>
          <p:spPr>
            <a:xfrm>
              <a:off x="5790016" y="1759562"/>
              <a:ext cx="124422" cy="9733"/>
            </a:xfrm>
            <a:custGeom>
              <a:avLst/>
              <a:gdLst>
                <a:gd name="connsiteX0" fmla="*/ 0 w 124422"/>
                <a:gd name="connsiteY0" fmla="*/ 0 h 9733"/>
                <a:gd name="connsiteX1" fmla="*/ 124423 w 124422"/>
                <a:gd name="connsiteY1" fmla="*/ 0 h 9733"/>
                <a:gd name="connsiteX2" fmla="*/ 124423 w 124422"/>
                <a:gd name="connsiteY2" fmla="*/ 9733 h 9733"/>
                <a:gd name="connsiteX3" fmla="*/ 0 w 124422"/>
                <a:gd name="connsiteY3" fmla="*/ 9733 h 9733"/>
              </a:gdLst>
              <a:ahLst/>
              <a:cxnLst>
                <a:cxn ang="0">
                  <a:pos x="connsiteX0" y="connsiteY0"/>
                </a:cxn>
                <a:cxn ang="0">
                  <a:pos x="connsiteX1" y="connsiteY1"/>
                </a:cxn>
                <a:cxn ang="0">
                  <a:pos x="connsiteX2" y="connsiteY2"/>
                </a:cxn>
                <a:cxn ang="0">
                  <a:pos x="connsiteX3" y="connsiteY3"/>
                </a:cxn>
              </a:cxnLst>
              <a:rect l="l" t="t" r="r" b="b"/>
              <a:pathLst>
                <a:path w="124422" h="9733">
                  <a:moveTo>
                    <a:pt x="0" y="0"/>
                  </a:moveTo>
                  <a:lnTo>
                    <a:pt x="124423" y="0"/>
                  </a:lnTo>
                  <a:lnTo>
                    <a:pt x="124423" y="9733"/>
                  </a:lnTo>
                  <a:lnTo>
                    <a:pt x="0" y="9733"/>
                  </a:lnTo>
                  <a:close/>
                </a:path>
              </a:pathLst>
            </a:custGeom>
            <a:grpFill/>
            <a:ln w="3244" cap="flat">
              <a:noFill/>
              <a:prstDash val="solid"/>
              <a:miter/>
            </a:ln>
          </p:spPr>
          <p:txBody>
            <a:bodyPr rtlCol="0" anchor="ctr"/>
            <a:lstStyle/>
            <a:p>
              <a:endParaRPr lang="en-US"/>
            </a:p>
          </p:txBody>
        </p:sp>
        <p:sp>
          <p:nvSpPr>
            <p:cNvPr id="232" name="Freeform: Shape 770"/>
            <p:cNvSpPr/>
            <p:nvPr/>
          </p:nvSpPr>
          <p:spPr>
            <a:xfrm>
              <a:off x="5448803" y="1407642"/>
              <a:ext cx="124422" cy="9733"/>
            </a:xfrm>
            <a:custGeom>
              <a:avLst/>
              <a:gdLst>
                <a:gd name="connsiteX0" fmla="*/ 0 w 124422"/>
                <a:gd name="connsiteY0" fmla="*/ 0 h 9733"/>
                <a:gd name="connsiteX1" fmla="*/ 124423 w 124422"/>
                <a:gd name="connsiteY1" fmla="*/ 0 h 9733"/>
                <a:gd name="connsiteX2" fmla="*/ 124423 w 124422"/>
                <a:gd name="connsiteY2" fmla="*/ 9733 h 9733"/>
                <a:gd name="connsiteX3" fmla="*/ 0 w 124422"/>
                <a:gd name="connsiteY3" fmla="*/ 9733 h 9733"/>
              </a:gdLst>
              <a:ahLst/>
              <a:cxnLst>
                <a:cxn ang="0">
                  <a:pos x="connsiteX0" y="connsiteY0"/>
                </a:cxn>
                <a:cxn ang="0">
                  <a:pos x="connsiteX1" y="connsiteY1"/>
                </a:cxn>
                <a:cxn ang="0">
                  <a:pos x="connsiteX2" y="connsiteY2"/>
                </a:cxn>
                <a:cxn ang="0">
                  <a:pos x="connsiteX3" y="connsiteY3"/>
                </a:cxn>
              </a:cxnLst>
              <a:rect l="l" t="t" r="r" b="b"/>
              <a:pathLst>
                <a:path w="124422" h="9733">
                  <a:moveTo>
                    <a:pt x="0" y="0"/>
                  </a:moveTo>
                  <a:lnTo>
                    <a:pt x="124423" y="0"/>
                  </a:lnTo>
                  <a:lnTo>
                    <a:pt x="124423" y="9733"/>
                  </a:lnTo>
                  <a:lnTo>
                    <a:pt x="0" y="9733"/>
                  </a:lnTo>
                  <a:close/>
                </a:path>
              </a:pathLst>
            </a:custGeom>
            <a:grpFill/>
            <a:ln w="3244" cap="flat">
              <a:noFill/>
              <a:prstDash val="solid"/>
              <a:miter/>
            </a:ln>
          </p:spPr>
          <p:txBody>
            <a:bodyPr rtlCol="0" anchor="ctr"/>
            <a:lstStyle/>
            <a:p>
              <a:endParaRPr lang="en-US"/>
            </a:p>
          </p:txBody>
        </p:sp>
        <p:sp>
          <p:nvSpPr>
            <p:cNvPr id="233" name="Freeform: Shape 771"/>
            <p:cNvSpPr/>
            <p:nvPr/>
          </p:nvSpPr>
          <p:spPr>
            <a:xfrm>
              <a:off x="5745892" y="1812608"/>
              <a:ext cx="168546" cy="9733"/>
            </a:xfrm>
            <a:custGeom>
              <a:avLst/>
              <a:gdLst>
                <a:gd name="connsiteX0" fmla="*/ 0 w 168546"/>
                <a:gd name="connsiteY0" fmla="*/ 0 h 9733"/>
                <a:gd name="connsiteX1" fmla="*/ 168546 w 168546"/>
                <a:gd name="connsiteY1" fmla="*/ 0 h 9733"/>
                <a:gd name="connsiteX2" fmla="*/ 168546 w 168546"/>
                <a:gd name="connsiteY2" fmla="*/ 9733 h 9733"/>
                <a:gd name="connsiteX3" fmla="*/ 0 w 168546"/>
                <a:gd name="connsiteY3" fmla="*/ 9733 h 9733"/>
              </a:gdLst>
              <a:ahLst/>
              <a:cxnLst>
                <a:cxn ang="0">
                  <a:pos x="connsiteX0" y="connsiteY0"/>
                </a:cxn>
                <a:cxn ang="0">
                  <a:pos x="connsiteX1" y="connsiteY1"/>
                </a:cxn>
                <a:cxn ang="0">
                  <a:pos x="connsiteX2" y="connsiteY2"/>
                </a:cxn>
                <a:cxn ang="0">
                  <a:pos x="connsiteX3" y="connsiteY3"/>
                </a:cxn>
              </a:cxnLst>
              <a:rect l="l" t="t" r="r" b="b"/>
              <a:pathLst>
                <a:path w="168546" h="9733">
                  <a:moveTo>
                    <a:pt x="0" y="0"/>
                  </a:moveTo>
                  <a:lnTo>
                    <a:pt x="168546" y="0"/>
                  </a:lnTo>
                  <a:lnTo>
                    <a:pt x="168546" y="9733"/>
                  </a:lnTo>
                  <a:lnTo>
                    <a:pt x="0" y="9733"/>
                  </a:lnTo>
                  <a:close/>
                </a:path>
              </a:pathLst>
            </a:custGeom>
            <a:grpFill/>
            <a:ln w="3244" cap="flat">
              <a:noFill/>
              <a:prstDash val="solid"/>
              <a:miter/>
            </a:ln>
          </p:spPr>
          <p:txBody>
            <a:bodyPr rtlCol="0" anchor="ctr"/>
            <a:lstStyle/>
            <a:p>
              <a:endParaRPr lang="en-US"/>
            </a:p>
          </p:txBody>
        </p:sp>
        <p:sp>
          <p:nvSpPr>
            <p:cNvPr id="234" name="Freeform: Shape 812"/>
            <p:cNvSpPr/>
            <p:nvPr/>
          </p:nvSpPr>
          <p:spPr>
            <a:xfrm>
              <a:off x="5569105" y="1334384"/>
              <a:ext cx="431018" cy="568483"/>
            </a:xfrm>
            <a:custGeom>
              <a:avLst/>
              <a:gdLst>
                <a:gd name="connsiteX0" fmla="*/ 431018 w 431018"/>
                <a:gd name="connsiteY0" fmla="*/ 568483 h 568483"/>
                <a:gd name="connsiteX1" fmla="*/ 398574 w 431018"/>
                <a:gd name="connsiteY1" fmla="*/ 568483 h 568483"/>
                <a:gd name="connsiteX2" fmla="*/ 398574 w 431018"/>
                <a:gd name="connsiteY2" fmla="*/ 94347 h 568483"/>
                <a:gd name="connsiteX3" fmla="*/ 80623 w 431018"/>
                <a:gd name="connsiteY3" fmla="*/ 94347 h 568483"/>
                <a:gd name="connsiteX4" fmla="*/ 0 w 431018"/>
                <a:gd name="connsiteY4" fmla="*/ 0 h 568483"/>
                <a:gd name="connsiteX5" fmla="*/ 42664 w 431018"/>
                <a:gd name="connsiteY5" fmla="*/ 0 h 568483"/>
                <a:gd name="connsiteX6" fmla="*/ 95580 w 431018"/>
                <a:gd name="connsiteY6" fmla="*/ 61903 h 568483"/>
                <a:gd name="connsiteX7" fmla="*/ 431018 w 431018"/>
                <a:gd name="connsiteY7" fmla="*/ 61903 h 568483"/>
                <a:gd name="connsiteX8" fmla="*/ 431018 w 431018"/>
                <a:gd name="connsiteY8" fmla="*/ 568483 h 568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018" h="568483">
                  <a:moveTo>
                    <a:pt x="431018" y="568483"/>
                  </a:moveTo>
                  <a:lnTo>
                    <a:pt x="398574" y="568483"/>
                  </a:lnTo>
                  <a:lnTo>
                    <a:pt x="398574" y="94347"/>
                  </a:lnTo>
                  <a:lnTo>
                    <a:pt x="80623" y="94347"/>
                  </a:lnTo>
                  <a:lnTo>
                    <a:pt x="0" y="0"/>
                  </a:lnTo>
                  <a:lnTo>
                    <a:pt x="42664" y="0"/>
                  </a:lnTo>
                  <a:lnTo>
                    <a:pt x="95580" y="61903"/>
                  </a:lnTo>
                  <a:lnTo>
                    <a:pt x="431018" y="61903"/>
                  </a:lnTo>
                  <a:lnTo>
                    <a:pt x="431018" y="568483"/>
                  </a:lnTo>
                  <a:close/>
                </a:path>
              </a:pathLst>
            </a:custGeom>
            <a:solidFill>
              <a:schemeClr val="accent1"/>
            </a:solidFill>
            <a:ln w="3244" cap="flat">
              <a:noFill/>
              <a:prstDash val="solid"/>
              <a:miter/>
            </a:ln>
          </p:spPr>
          <p:txBody>
            <a:bodyPr rtlCol="0" anchor="ctr"/>
            <a:lstStyle/>
            <a:p>
              <a:endParaRPr lang="en-US"/>
            </a:p>
          </p:txBody>
        </p:sp>
      </p:grpSp>
      <p:grpSp>
        <p:nvGrpSpPr>
          <p:cNvPr id="235" name="Group 84"/>
          <p:cNvGrpSpPr/>
          <p:nvPr/>
        </p:nvGrpSpPr>
        <p:grpSpPr>
          <a:xfrm>
            <a:off x="9150637" y="5407585"/>
            <a:ext cx="639470" cy="633078"/>
            <a:chOff x="1960945" y="2601970"/>
            <a:chExt cx="639470" cy="633078"/>
          </a:xfrm>
          <a:solidFill>
            <a:schemeClr val="tx1"/>
          </a:solidFill>
        </p:grpSpPr>
        <p:sp>
          <p:nvSpPr>
            <p:cNvPr id="236" name="Freeform: Shape 1120"/>
            <p:cNvSpPr/>
            <p:nvPr/>
          </p:nvSpPr>
          <p:spPr>
            <a:xfrm>
              <a:off x="2219945" y="2602002"/>
              <a:ext cx="169454" cy="633046"/>
            </a:xfrm>
            <a:custGeom>
              <a:avLst/>
              <a:gdLst>
                <a:gd name="connsiteX0" fmla="*/ 84744 w 169454"/>
                <a:gd name="connsiteY0" fmla="*/ 0 h 633046"/>
                <a:gd name="connsiteX1" fmla="*/ 0 w 169454"/>
                <a:gd name="connsiteY1" fmla="*/ 84581 h 633046"/>
                <a:gd name="connsiteX2" fmla="*/ 0 w 169454"/>
                <a:gd name="connsiteY2" fmla="*/ 495614 h 633046"/>
                <a:gd name="connsiteX3" fmla="*/ 84744 w 169454"/>
                <a:gd name="connsiteY3" fmla="*/ 633047 h 633046"/>
                <a:gd name="connsiteX4" fmla="*/ 168741 w 169454"/>
                <a:gd name="connsiteY4" fmla="*/ 496782 h 633046"/>
                <a:gd name="connsiteX5" fmla="*/ 169455 w 169454"/>
                <a:gd name="connsiteY5" fmla="*/ 495614 h 633046"/>
                <a:gd name="connsiteX6" fmla="*/ 169455 w 169454"/>
                <a:gd name="connsiteY6" fmla="*/ 84581 h 633046"/>
                <a:gd name="connsiteX7" fmla="*/ 84711 w 169454"/>
                <a:gd name="connsiteY7" fmla="*/ 0 h 633046"/>
                <a:gd name="connsiteX8" fmla="*/ 58140 w 169454"/>
                <a:gd name="connsiteY8" fmla="*/ 571371 h 633046"/>
                <a:gd name="connsiteX9" fmla="*/ 13464 w 169454"/>
                <a:gd name="connsiteY9" fmla="*/ 498891 h 633046"/>
                <a:gd name="connsiteX10" fmla="*/ 156055 w 169454"/>
                <a:gd name="connsiteY10" fmla="*/ 498891 h 633046"/>
                <a:gd name="connsiteX11" fmla="*/ 111283 w 169454"/>
                <a:gd name="connsiteY11" fmla="*/ 571501 h 633046"/>
                <a:gd name="connsiteX12" fmla="*/ 111283 w 169454"/>
                <a:gd name="connsiteY12" fmla="*/ 569100 h 633046"/>
                <a:gd name="connsiteX13" fmla="*/ 58140 w 169454"/>
                <a:gd name="connsiteY13" fmla="*/ 569100 h 633046"/>
                <a:gd name="connsiteX14" fmla="*/ 58140 w 169454"/>
                <a:gd name="connsiteY14" fmla="*/ 571338 h 633046"/>
                <a:gd name="connsiteX15" fmla="*/ 9766 w 169454"/>
                <a:gd name="connsiteY15" fmla="*/ 489158 h 633046"/>
                <a:gd name="connsiteX16" fmla="*/ 9766 w 169454"/>
                <a:gd name="connsiteY16" fmla="*/ 120465 h 633046"/>
                <a:gd name="connsiteX17" fmla="*/ 159754 w 169454"/>
                <a:gd name="connsiteY17" fmla="*/ 120465 h 633046"/>
                <a:gd name="connsiteX18" fmla="*/ 159754 w 169454"/>
                <a:gd name="connsiteY18" fmla="*/ 489158 h 633046"/>
                <a:gd name="connsiteX19" fmla="*/ 9766 w 169454"/>
                <a:gd name="connsiteY19" fmla="*/ 489158 h 633046"/>
                <a:gd name="connsiteX20" fmla="*/ 62779 w 169454"/>
                <a:gd name="connsiteY20" fmla="*/ 578866 h 633046"/>
                <a:gd name="connsiteX21" fmla="*/ 106773 w 169454"/>
                <a:gd name="connsiteY21" fmla="*/ 578866 h 633046"/>
                <a:gd name="connsiteX22" fmla="*/ 84776 w 169454"/>
                <a:gd name="connsiteY22" fmla="*/ 614554 h 633046"/>
                <a:gd name="connsiteX23" fmla="*/ 62779 w 169454"/>
                <a:gd name="connsiteY23" fmla="*/ 578866 h 633046"/>
                <a:gd name="connsiteX24" fmla="*/ 159754 w 169454"/>
                <a:gd name="connsiteY24" fmla="*/ 110731 h 633046"/>
                <a:gd name="connsiteX25" fmla="*/ 9766 w 169454"/>
                <a:gd name="connsiteY25" fmla="*/ 110731 h 633046"/>
                <a:gd name="connsiteX26" fmla="*/ 9766 w 169454"/>
                <a:gd name="connsiteY26" fmla="*/ 84581 h 633046"/>
                <a:gd name="connsiteX27" fmla="*/ 84776 w 169454"/>
                <a:gd name="connsiteY27" fmla="*/ 9733 h 633046"/>
                <a:gd name="connsiteX28" fmla="*/ 159787 w 169454"/>
                <a:gd name="connsiteY28" fmla="*/ 84581 h 633046"/>
                <a:gd name="connsiteX29" fmla="*/ 159787 w 169454"/>
                <a:gd name="connsiteY29" fmla="*/ 110731 h 633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9454" h="633046">
                  <a:moveTo>
                    <a:pt x="84744" y="0"/>
                  </a:moveTo>
                  <a:cubicBezTo>
                    <a:pt x="38024" y="0"/>
                    <a:pt x="0" y="37959"/>
                    <a:pt x="0" y="84581"/>
                  </a:cubicBezTo>
                  <a:lnTo>
                    <a:pt x="0" y="495614"/>
                  </a:lnTo>
                  <a:lnTo>
                    <a:pt x="84744" y="633047"/>
                  </a:lnTo>
                  <a:lnTo>
                    <a:pt x="168741" y="496782"/>
                  </a:lnTo>
                  <a:lnTo>
                    <a:pt x="169455" y="495614"/>
                  </a:lnTo>
                  <a:lnTo>
                    <a:pt x="169455" y="84581"/>
                  </a:lnTo>
                  <a:cubicBezTo>
                    <a:pt x="169455" y="37927"/>
                    <a:pt x="131463" y="0"/>
                    <a:pt x="84711" y="0"/>
                  </a:cubicBezTo>
                  <a:close/>
                  <a:moveTo>
                    <a:pt x="58140" y="571371"/>
                  </a:moveTo>
                  <a:lnTo>
                    <a:pt x="13464" y="498891"/>
                  </a:lnTo>
                  <a:lnTo>
                    <a:pt x="156055" y="498891"/>
                  </a:lnTo>
                  <a:lnTo>
                    <a:pt x="111283" y="571501"/>
                  </a:lnTo>
                  <a:lnTo>
                    <a:pt x="111283" y="569100"/>
                  </a:lnTo>
                  <a:lnTo>
                    <a:pt x="58140" y="569100"/>
                  </a:lnTo>
                  <a:lnTo>
                    <a:pt x="58140" y="571338"/>
                  </a:lnTo>
                  <a:close/>
                  <a:moveTo>
                    <a:pt x="9766" y="489158"/>
                  </a:moveTo>
                  <a:lnTo>
                    <a:pt x="9766" y="120465"/>
                  </a:lnTo>
                  <a:lnTo>
                    <a:pt x="159754" y="120465"/>
                  </a:lnTo>
                  <a:lnTo>
                    <a:pt x="159754" y="489158"/>
                  </a:lnTo>
                  <a:lnTo>
                    <a:pt x="9766" y="489158"/>
                  </a:lnTo>
                  <a:close/>
                  <a:moveTo>
                    <a:pt x="62779" y="578866"/>
                  </a:moveTo>
                  <a:lnTo>
                    <a:pt x="106773" y="578866"/>
                  </a:lnTo>
                  <a:lnTo>
                    <a:pt x="84776" y="614554"/>
                  </a:lnTo>
                  <a:lnTo>
                    <a:pt x="62779" y="578866"/>
                  </a:lnTo>
                  <a:close/>
                  <a:moveTo>
                    <a:pt x="159754" y="110731"/>
                  </a:moveTo>
                  <a:lnTo>
                    <a:pt x="9766" y="110731"/>
                  </a:lnTo>
                  <a:lnTo>
                    <a:pt x="9766" y="84581"/>
                  </a:lnTo>
                  <a:cubicBezTo>
                    <a:pt x="9766" y="43313"/>
                    <a:pt x="43410" y="9733"/>
                    <a:pt x="84776" y="9733"/>
                  </a:cubicBezTo>
                  <a:cubicBezTo>
                    <a:pt x="126142" y="9733"/>
                    <a:pt x="159787" y="43313"/>
                    <a:pt x="159787" y="84581"/>
                  </a:cubicBezTo>
                  <a:lnTo>
                    <a:pt x="159787" y="110731"/>
                  </a:lnTo>
                  <a:close/>
                </a:path>
              </a:pathLst>
            </a:custGeom>
            <a:grpFill/>
            <a:ln w="3244" cap="flat">
              <a:noFill/>
              <a:prstDash val="solid"/>
              <a:miter/>
            </a:ln>
          </p:spPr>
          <p:txBody>
            <a:bodyPr rtlCol="0" anchor="ctr"/>
            <a:lstStyle/>
            <a:p>
              <a:endParaRPr lang="en-US"/>
            </a:p>
          </p:txBody>
        </p:sp>
        <p:sp>
          <p:nvSpPr>
            <p:cNvPr id="237" name="Freeform: Shape 1121"/>
            <p:cNvSpPr/>
            <p:nvPr/>
          </p:nvSpPr>
          <p:spPr>
            <a:xfrm>
              <a:off x="1960945" y="2601970"/>
              <a:ext cx="208841" cy="624092"/>
            </a:xfrm>
            <a:custGeom>
              <a:avLst/>
              <a:gdLst>
                <a:gd name="connsiteX0" fmla="*/ 124455 w 208841"/>
                <a:gd name="connsiteY0" fmla="*/ 32 h 624092"/>
                <a:gd name="connsiteX1" fmla="*/ 39387 w 208841"/>
                <a:gd name="connsiteY1" fmla="*/ 84614 h 624092"/>
                <a:gd name="connsiteX2" fmla="*/ 39387 w 208841"/>
                <a:gd name="connsiteY2" fmla="*/ 109823 h 624092"/>
                <a:gd name="connsiteX3" fmla="*/ 34780 w 208841"/>
                <a:gd name="connsiteY3" fmla="*/ 109823 h 624092"/>
                <a:gd name="connsiteX4" fmla="*/ 0 w 208841"/>
                <a:gd name="connsiteY4" fmla="*/ 145511 h 624092"/>
                <a:gd name="connsiteX5" fmla="*/ 0 w 208841"/>
                <a:gd name="connsiteY5" fmla="*/ 275060 h 624092"/>
                <a:gd name="connsiteX6" fmla="*/ 9733 w 208841"/>
                <a:gd name="connsiteY6" fmla="*/ 275060 h 624092"/>
                <a:gd name="connsiteX7" fmla="*/ 9733 w 208841"/>
                <a:gd name="connsiteY7" fmla="*/ 145511 h 624092"/>
                <a:gd name="connsiteX8" fmla="*/ 34780 w 208841"/>
                <a:gd name="connsiteY8" fmla="*/ 119556 h 624092"/>
                <a:gd name="connsiteX9" fmla="*/ 39387 w 208841"/>
                <a:gd name="connsiteY9" fmla="*/ 119556 h 624092"/>
                <a:gd name="connsiteX10" fmla="*/ 39387 w 208841"/>
                <a:gd name="connsiteY10" fmla="*/ 516930 h 624092"/>
                <a:gd name="connsiteX11" fmla="*/ 41950 w 208841"/>
                <a:gd name="connsiteY11" fmla="*/ 518293 h 624092"/>
                <a:gd name="connsiteX12" fmla="*/ 119589 w 208841"/>
                <a:gd name="connsiteY12" fmla="*/ 624092 h 624092"/>
                <a:gd name="connsiteX13" fmla="*/ 129322 w 208841"/>
                <a:gd name="connsiteY13" fmla="*/ 624092 h 624092"/>
                <a:gd name="connsiteX14" fmla="*/ 206279 w 208841"/>
                <a:gd name="connsiteY14" fmla="*/ 518293 h 624092"/>
                <a:gd name="connsiteX15" fmla="*/ 208842 w 208841"/>
                <a:gd name="connsiteY15" fmla="*/ 516897 h 624092"/>
                <a:gd name="connsiteX16" fmla="*/ 208842 w 208841"/>
                <a:gd name="connsiteY16" fmla="*/ 84581 h 624092"/>
                <a:gd name="connsiteX17" fmla="*/ 124455 w 208841"/>
                <a:gd name="connsiteY17" fmla="*/ 0 h 624092"/>
                <a:gd name="connsiteX18" fmla="*/ 49120 w 208841"/>
                <a:gd name="connsiteY18" fmla="*/ 119588 h 624092"/>
                <a:gd name="connsiteX19" fmla="*/ 199109 w 208841"/>
                <a:gd name="connsiteY19" fmla="*/ 119588 h 624092"/>
                <a:gd name="connsiteX20" fmla="*/ 199109 w 208841"/>
                <a:gd name="connsiteY20" fmla="*/ 409346 h 624092"/>
                <a:gd name="connsiteX21" fmla="*/ 49120 w 208841"/>
                <a:gd name="connsiteY21" fmla="*/ 409346 h 624092"/>
                <a:gd name="connsiteX22" fmla="*/ 49120 w 208841"/>
                <a:gd name="connsiteY22" fmla="*/ 119588 h 624092"/>
                <a:gd name="connsiteX23" fmla="*/ 124455 w 208841"/>
                <a:gd name="connsiteY23" fmla="*/ 489417 h 624092"/>
                <a:gd name="connsiteX24" fmla="*/ 109401 w 208841"/>
                <a:gd name="connsiteY24" fmla="*/ 474363 h 624092"/>
                <a:gd name="connsiteX25" fmla="*/ 124455 w 208841"/>
                <a:gd name="connsiteY25" fmla="*/ 459309 h 624092"/>
                <a:gd name="connsiteX26" fmla="*/ 139509 w 208841"/>
                <a:gd name="connsiteY26" fmla="*/ 474363 h 624092"/>
                <a:gd name="connsiteX27" fmla="*/ 124455 w 208841"/>
                <a:gd name="connsiteY27" fmla="*/ 489417 h 624092"/>
                <a:gd name="connsiteX28" fmla="*/ 129322 w 208841"/>
                <a:gd name="connsiteY28" fmla="*/ 584738 h 624092"/>
                <a:gd name="connsiteX29" fmla="*/ 129322 w 208841"/>
                <a:gd name="connsiteY29" fmla="*/ 498664 h 624092"/>
                <a:gd name="connsiteX30" fmla="*/ 149242 w 208841"/>
                <a:gd name="connsiteY30" fmla="*/ 474363 h 624092"/>
                <a:gd name="connsiteX31" fmla="*/ 124455 w 208841"/>
                <a:gd name="connsiteY31" fmla="*/ 449576 h 624092"/>
                <a:gd name="connsiteX32" fmla="*/ 99668 w 208841"/>
                <a:gd name="connsiteY32" fmla="*/ 474363 h 624092"/>
                <a:gd name="connsiteX33" fmla="*/ 119589 w 208841"/>
                <a:gd name="connsiteY33" fmla="*/ 498664 h 624092"/>
                <a:gd name="connsiteX34" fmla="*/ 119589 w 208841"/>
                <a:gd name="connsiteY34" fmla="*/ 584900 h 624092"/>
                <a:gd name="connsiteX35" fmla="*/ 49120 w 208841"/>
                <a:gd name="connsiteY35" fmla="*/ 511187 h 624092"/>
                <a:gd name="connsiteX36" fmla="*/ 49120 w 208841"/>
                <a:gd name="connsiteY36" fmla="*/ 419079 h 624092"/>
                <a:gd name="connsiteX37" fmla="*/ 199109 w 208841"/>
                <a:gd name="connsiteY37" fmla="*/ 419079 h 624092"/>
                <a:gd name="connsiteX38" fmla="*/ 199109 w 208841"/>
                <a:gd name="connsiteY38" fmla="*/ 511187 h 624092"/>
                <a:gd name="connsiteX39" fmla="*/ 129322 w 208841"/>
                <a:gd name="connsiteY39" fmla="*/ 584738 h 624092"/>
                <a:gd name="connsiteX40" fmla="*/ 199109 w 208841"/>
                <a:gd name="connsiteY40" fmla="*/ 109855 h 624092"/>
                <a:gd name="connsiteX41" fmla="*/ 49120 w 208841"/>
                <a:gd name="connsiteY41" fmla="*/ 109855 h 624092"/>
                <a:gd name="connsiteX42" fmla="*/ 49120 w 208841"/>
                <a:gd name="connsiteY42" fmla="*/ 84646 h 624092"/>
                <a:gd name="connsiteX43" fmla="*/ 124455 w 208841"/>
                <a:gd name="connsiteY43" fmla="*/ 9798 h 624092"/>
                <a:gd name="connsiteX44" fmla="*/ 199109 w 208841"/>
                <a:gd name="connsiteY44" fmla="*/ 84646 h 624092"/>
                <a:gd name="connsiteX45" fmla="*/ 199109 w 208841"/>
                <a:gd name="connsiteY45" fmla="*/ 109855 h 62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08841" h="624092">
                  <a:moveTo>
                    <a:pt x="124455" y="32"/>
                  </a:moveTo>
                  <a:cubicBezTo>
                    <a:pt x="77541" y="32"/>
                    <a:pt x="39387" y="37992"/>
                    <a:pt x="39387" y="84614"/>
                  </a:cubicBezTo>
                  <a:lnTo>
                    <a:pt x="39387" y="109823"/>
                  </a:lnTo>
                  <a:lnTo>
                    <a:pt x="34780" y="109823"/>
                  </a:lnTo>
                  <a:cubicBezTo>
                    <a:pt x="15930" y="109823"/>
                    <a:pt x="0" y="126175"/>
                    <a:pt x="0" y="145511"/>
                  </a:cubicBezTo>
                  <a:lnTo>
                    <a:pt x="0" y="275060"/>
                  </a:lnTo>
                  <a:lnTo>
                    <a:pt x="9733" y="275060"/>
                  </a:lnTo>
                  <a:lnTo>
                    <a:pt x="9733" y="145511"/>
                  </a:lnTo>
                  <a:cubicBezTo>
                    <a:pt x="9733" y="131463"/>
                    <a:pt x="21186" y="119556"/>
                    <a:pt x="34780" y="119556"/>
                  </a:cubicBezTo>
                  <a:lnTo>
                    <a:pt x="39387" y="119556"/>
                  </a:lnTo>
                  <a:lnTo>
                    <a:pt x="39387" y="516930"/>
                  </a:lnTo>
                  <a:lnTo>
                    <a:pt x="41950" y="518293"/>
                  </a:lnTo>
                  <a:cubicBezTo>
                    <a:pt x="42696" y="518682"/>
                    <a:pt x="115857" y="558426"/>
                    <a:pt x="119589" y="624092"/>
                  </a:cubicBezTo>
                  <a:lnTo>
                    <a:pt x="129322" y="624092"/>
                  </a:lnTo>
                  <a:cubicBezTo>
                    <a:pt x="133020" y="558555"/>
                    <a:pt x="205565" y="518682"/>
                    <a:pt x="206279" y="518293"/>
                  </a:cubicBezTo>
                  <a:lnTo>
                    <a:pt x="208842" y="516897"/>
                  </a:lnTo>
                  <a:lnTo>
                    <a:pt x="208842" y="84581"/>
                  </a:lnTo>
                  <a:cubicBezTo>
                    <a:pt x="208842" y="37927"/>
                    <a:pt x="170980" y="0"/>
                    <a:pt x="124455" y="0"/>
                  </a:cubicBezTo>
                  <a:close/>
                  <a:moveTo>
                    <a:pt x="49120" y="119588"/>
                  </a:moveTo>
                  <a:lnTo>
                    <a:pt x="199109" y="119588"/>
                  </a:lnTo>
                  <a:lnTo>
                    <a:pt x="199109" y="409346"/>
                  </a:lnTo>
                  <a:lnTo>
                    <a:pt x="49120" y="409346"/>
                  </a:lnTo>
                  <a:lnTo>
                    <a:pt x="49120" y="119588"/>
                  </a:lnTo>
                  <a:close/>
                  <a:moveTo>
                    <a:pt x="124455" y="489417"/>
                  </a:moveTo>
                  <a:cubicBezTo>
                    <a:pt x="116020" y="489417"/>
                    <a:pt x="109401" y="482799"/>
                    <a:pt x="109401" y="474363"/>
                  </a:cubicBezTo>
                  <a:cubicBezTo>
                    <a:pt x="109401" y="465928"/>
                    <a:pt x="116020" y="459309"/>
                    <a:pt x="124455" y="459309"/>
                  </a:cubicBezTo>
                  <a:cubicBezTo>
                    <a:pt x="132891" y="459309"/>
                    <a:pt x="139509" y="465928"/>
                    <a:pt x="139509" y="474363"/>
                  </a:cubicBezTo>
                  <a:cubicBezTo>
                    <a:pt x="139509" y="482799"/>
                    <a:pt x="132891" y="489417"/>
                    <a:pt x="124455" y="489417"/>
                  </a:cubicBezTo>
                  <a:close/>
                  <a:moveTo>
                    <a:pt x="129322" y="584738"/>
                  </a:moveTo>
                  <a:lnTo>
                    <a:pt x="129322" y="498664"/>
                  </a:lnTo>
                  <a:cubicBezTo>
                    <a:pt x="140677" y="496393"/>
                    <a:pt x="149242" y="486368"/>
                    <a:pt x="149242" y="474363"/>
                  </a:cubicBezTo>
                  <a:cubicBezTo>
                    <a:pt x="149242" y="460477"/>
                    <a:pt x="138341" y="449576"/>
                    <a:pt x="124455" y="449576"/>
                  </a:cubicBezTo>
                  <a:cubicBezTo>
                    <a:pt x="110569" y="449576"/>
                    <a:pt x="99668" y="460477"/>
                    <a:pt x="99668" y="474363"/>
                  </a:cubicBezTo>
                  <a:cubicBezTo>
                    <a:pt x="99668" y="486368"/>
                    <a:pt x="108266" y="496393"/>
                    <a:pt x="119589" y="498664"/>
                  </a:cubicBezTo>
                  <a:lnTo>
                    <a:pt x="119589" y="584900"/>
                  </a:lnTo>
                  <a:cubicBezTo>
                    <a:pt x="100609" y="543145"/>
                    <a:pt x="59924" y="517449"/>
                    <a:pt x="49120" y="511187"/>
                  </a:cubicBezTo>
                  <a:lnTo>
                    <a:pt x="49120" y="419079"/>
                  </a:lnTo>
                  <a:lnTo>
                    <a:pt x="199109" y="419079"/>
                  </a:lnTo>
                  <a:lnTo>
                    <a:pt x="199109" y="511187"/>
                  </a:lnTo>
                  <a:cubicBezTo>
                    <a:pt x="188402" y="517449"/>
                    <a:pt x="148172" y="543080"/>
                    <a:pt x="129322" y="584738"/>
                  </a:cubicBezTo>
                  <a:close/>
                  <a:moveTo>
                    <a:pt x="199109" y="109855"/>
                  </a:moveTo>
                  <a:lnTo>
                    <a:pt x="49120" y="109855"/>
                  </a:lnTo>
                  <a:lnTo>
                    <a:pt x="49120" y="84646"/>
                  </a:lnTo>
                  <a:cubicBezTo>
                    <a:pt x="49120" y="43378"/>
                    <a:pt x="82927" y="9798"/>
                    <a:pt x="124455" y="9798"/>
                  </a:cubicBezTo>
                  <a:cubicBezTo>
                    <a:pt x="165983" y="9798"/>
                    <a:pt x="199109" y="43378"/>
                    <a:pt x="199109" y="84646"/>
                  </a:cubicBezTo>
                  <a:lnTo>
                    <a:pt x="199109" y="109855"/>
                  </a:lnTo>
                  <a:close/>
                </a:path>
              </a:pathLst>
            </a:custGeom>
            <a:grpFill/>
            <a:ln w="3244" cap="flat">
              <a:noFill/>
              <a:prstDash val="solid"/>
              <a:miter/>
            </a:ln>
          </p:spPr>
          <p:txBody>
            <a:bodyPr rtlCol="0" anchor="ctr"/>
            <a:lstStyle/>
            <a:p>
              <a:endParaRPr lang="en-US"/>
            </a:p>
          </p:txBody>
        </p:sp>
        <p:sp>
          <p:nvSpPr>
            <p:cNvPr id="238" name="Freeform: Shape 1122"/>
            <p:cNvSpPr/>
            <p:nvPr/>
          </p:nvSpPr>
          <p:spPr>
            <a:xfrm>
              <a:off x="2439558" y="2602002"/>
              <a:ext cx="128413" cy="628666"/>
            </a:xfrm>
            <a:custGeom>
              <a:avLst/>
              <a:gdLst>
                <a:gd name="connsiteX0" fmla="*/ 128413 w 128413"/>
                <a:gd name="connsiteY0" fmla="*/ 9733 h 628666"/>
                <a:gd name="connsiteX1" fmla="*/ 128413 w 128413"/>
                <a:gd name="connsiteY1" fmla="*/ 0 h 628666"/>
                <a:gd name="connsiteX2" fmla="*/ 0 w 128413"/>
                <a:gd name="connsiteY2" fmla="*/ 0 h 628666"/>
                <a:gd name="connsiteX3" fmla="*/ 0 w 128413"/>
                <a:gd name="connsiteY3" fmla="*/ 628667 h 628666"/>
                <a:gd name="connsiteX4" fmla="*/ 128413 w 128413"/>
                <a:gd name="connsiteY4" fmla="*/ 628667 h 628666"/>
                <a:gd name="connsiteX5" fmla="*/ 128413 w 128413"/>
                <a:gd name="connsiteY5" fmla="*/ 618934 h 628666"/>
                <a:gd name="connsiteX6" fmla="*/ 9733 w 128413"/>
                <a:gd name="connsiteY6" fmla="*/ 618934 h 628666"/>
                <a:gd name="connsiteX7" fmla="*/ 9733 w 128413"/>
                <a:gd name="connsiteY7" fmla="*/ 558912 h 628666"/>
                <a:gd name="connsiteX8" fmla="*/ 24852 w 128413"/>
                <a:gd name="connsiteY8" fmla="*/ 558912 h 628666"/>
                <a:gd name="connsiteX9" fmla="*/ 24852 w 128413"/>
                <a:gd name="connsiteY9" fmla="*/ 549179 h 628666"/>
                <a:gd name="connsiteX10" fmla="*/ 9733 w 128413"/>
                <a:gd name="connsiteY10" fmla="*/ 549179 h 628666"/>
                <a:gd name="connsiteX11" fmla="*/ 9733 w 128413"/>
                <a:gd name="connsiteY11" fmla="*/ 479198 h 628666"/>
                <a:gd name="connsiteX12" fmla="*/ 24852 w 128413"/>
                <a:gd name="connsiteY12" fmla="*/ 479198 h 628666"/>
                <a:gd name="connsiteX13" fmla="*/ 24852 w 128413"/>
                <a:gd name="connsiteY13" fmla="*/ 469464 h 628666"/>
                <a:gd name="connsiteX14" fmla="*/ 9733 w 128413"/>
                <a:gd name="connsiteY14" fmla="*/ 469464 h 628666"/>
                <a:gd name="connsiteX15" fmla="*/ 9733 w 128413"/>
                <a:gd name="connsiteY15" fmla="*/ 399483 h 628666"/>
                <a:gd name="connsiteX16" fmla="*/ 24852 w 128413"/>
                <a:gd name="connsiteY16" fmla="*/ 399483 h 628666"/>
                <a:gd name="connsiteX17" fmla="*/ 24852 w 128413"/>
                <a:gd name="connsiteY17" fmla="*/ 389750 h 628666"/>
                <a:gd name="connsiteX18" fmla="*/ 9733 w 128413"/>
                <a:gd name="connsiteY18" fmla="*/ 389750 h 628666"/>
                <a:gd name="connsiteX19" fmla="*/ 9733 w 128413"/>
                <a:gd name="connsiteY19" fmla="*/ 319735 h 628666"/>
                <a:gd name="connsiteX20" fmla="*/ 24852 w 128413"/>
                <a:gd name="connsiteY20" fmla="*/ 319735 h 628666"/>
                <a:gd name="connsiteX21" fmla="*/ 24852 w 128413"/>
                <a:gd name="connsiteY21" fmla="*/ 310002 h 628666"/>
                <a:gd name="connsiteX22" fmla="*/ 9733 w 128413"/>
                <a:gd name="connsiteY22" fmla="*/ 310002 h 628666"/>
                <a:gd name="connsiteX23" fmla="*/ 9733 w 128413"/>
                <a:gd name="connsiteY23" fmla="*/ 240053 h 628666"/>
                <a:gd name="connsiteX24" fmla="*/ 24852 w 128413"/>
                <a:gd name="connsiteY24" fmla="*/ 240053 h 628666"/>
                <a:gd name="connsiteX25" fmla="*/ 24852 w 128413"/>
                <a:gd name="connsiteY25" fmla="*/ 230320 h 628666"/>
                <a:gd name="connsiteX26" fmla="*/ 9733 w 128413"/>
                <a:gd name="connsiteY26" fmla="*/ 230320 h 628666"/>
                <a:gd name="connsiteX27" fmla="*/ 9733 w 128413"/>
                <a:gd name="connsiteY27" fmla="*/ 160306 h 628666"/>
                <a:gd name="connsiteX28" fmla="*/ 24852 w 128413"/>
                <a:gd name="connsiteY28" fmla="*/ 160306 h 628666"/>
                <a:gd name="connsiteX29" fmla="*/ 24852 w 128413"/>
                <a:gd name="connsiteY29" fmla="*/ 150573 h 628666"/>
                <a:gd name="connsiteX30" fmla="*/ 9733 w 128413"/>
                <a:gd name="connsiteY30" fmla="*/ 150573 h 628666"/>
                <a:gd name="connsiteX31" fmla="*/ 9733 w 128413"/>
                <a:gd name="connsiteY31" fmla="*/ 80591 h 628666"/>
                <a:gd name="connsiteX32" fmla="*/ 24852 w 128413"/>
                <a:gd name="connsiteY32" fmla="*/ 80591 h 628666"/>
                <a:gd name="connsiteX33" fmla="*/ 24852 w 128413"/>
                <a:gd name="connsiteY33" fmla="*/ 70858 h 628666"/>
                <a:gd name="connsiteX34" fmla="*/ 9733 w 128413"/>
                <a:gd name="connsiteY34" fmla="*/ 70858 h 628666"/>
                <a:gd name="connsiteX35" fmla="*/ 9733 w 128413"/>
                <a:gd name="connsiteY35" fmla="*/ 9733 h 628666"/>
                <a:gd name="connsiteX36" fmla="*/ 128413 w 128413"/>
                <a:gd name="connsiteY36" fmla="*/ 9733 h 62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8413" h="628666">
                  <a:moveTo>
                    <a:pt x="128413" y="9733"/>
                  </a:moveTo>
                  <a:lnTo>
                    <a:pt x="128413" y="0"/>
                  </a:lnTo>
                  <a:lnTo>
                    <a:pt x="0" y="0"/>
                  </a:lnTo>
                  <a:lnTo>
                    <a:pt x="0" y="628667"/>
                  </a:lnTo>
                  <a:lnTo>
                    <a:pt x="128413" y="628667"/>
                  </a:lnTo>
                  <a:lnTo>
                    <a:pt x="128413" y="618934"/>
                  </a:lnTo>
                  <a:lnTo>
                    <a:pt x="9733" y="618934"/>
                  </a:lnTo>
                  <a:lnTo>
                    <a:pt x="9733" y="558912"/>
                  </a:lnTo>
                  <a:lnTo>
                    <a:pt x="24852" y="558912"/>
                  </a:lnTo>
                  <a:lnTo>
                    <a:pt x="24852" y="549179"/>
                  </a:lnTo>
                  <a:lnTo>
                    <a:pt x="9733" y="549179"/>
                  </a:lnTo>
                  <a:lnTo>
                    <a:pt x="9733" y="479198"/>
                  </a:lnTo>
                  <a:lnTo>
                    <a:pt x="24852" y="479198"/>
                  </a:lnTo>
                  <a:lnTo>
                    <a:pt x="24852" y="469464"/>
                  </a:lnTo>
                  <a:lnTo>
                    <a:pt x="9733" y="469464"/>
                  </a:lnTo>
                  <a:lnTo>
                    <a:pt x="9733" y="399483"/>
                  </a:lnTo>
                  <a:lnTo>
                    <a:pt x="24852" y="399483"/>
                  </a:lnTo>
                  <a:lnTo>
                    <a:pt x="24852" y="389750"/>
                  </a:lnTo>
                  <a:lnTo>
                    <a:pt x="9733" y="389750"/>
                  </a:lnTo>
                  <a:lnTo>
                    <a:pt x="9733" y="319735"/>
                  </a:lnTo>
                  <a:lnTo>
                    <a:pt x="24852" y="319735"/>
                  </a:lnTo>
                  <a:lnTo>
                    <a:pt x="24852" y="310002"/>
                  </a:lnTo>
                  <a:lnTo>
                    <a:pt x="9733" y="310002"/>
                  </a:lnTo>
                  <a:lnTo>
                    <a:pt x="9733" y="240053"/>
                  </a:lnTo>
                  <a:lnTo>
                    <a:pt x="24852" y="240053"/>
                  </a:lnTo>
                  <a:lnTo>
                    <a:pt x="24852" y="230320"/>
                  </a:lnTo>
                  <a:lnTo>
                    <a:pt x="9733" y="230320"/>
                  </a:lnTo>
                  <a:lnTo>
                    <a:pt x="9733" y="160306"/>
                  </a:lnTo>
                  <a:lnTo>
                    <a:pt x="24852" y="160306"/>
                  </a:lnTo>
                  <a:lnTo>
                    <a:pt x="24852" y="150573"/>
                  </a:lnTo>
                  <a:lnTo>
                    <a:pt x="9733" y="150573"/>
                  </a:lnTo>
                  <a:lnTo>
                    <a:pt x="9733" y="80591"/>
                  </a:lnTo>
                  <a:lnTo>
                    <a:pt x="24852" y="80591"/>
                  </a:lnTo>
                  <a:lnTo>
                    <a:pt x="24852" y="70858"/>
                  </a:lnTo>
                  <a:lnTo>
                    <a:pt x="9733" y="70858"/>
                  </a:lnTo>
                  <a:lnTo>
                    <a:pt x="9733" y="9733"/>
                  </a:lnTo>
                  <a:lnTo>
                    <a:pt x="128413" y="9733"/>
                  </a:lnTo>
                  <a:close/>
                </a:path>
              </a:pathLst>
            </a:custGeom>
            <a:grpFill/>
            <a:ln w="3244" cap="flat">
              <a:noFill/>
              <a:prstDash val="solid"/>
              <a:miter/>
            </a:ln>
          </p:spPr>
          <p:txBody>
            <a:bodyPr rtlCol="0" anchor="ctr"/>
            <a:lstStyle/>
            <a:p>
              <a:endParaRPr lang="en-US"/>
            </a:p>
          </p:txBody>
        </p:sp>
        <p:sp>
          <p:nvSpPr>
            <p:cNvPr id="239" name="Freeform: Shape 814"/>
            <p:cNvSpPr/>
            <p:nvPr/>
          </p:nvSpPr>
          <p:spPr>
            <a:xfrm>
              <a:off x="2567972" y="2602002"/>
              <a:ext cx="32443" cy="628666"/>
            </a:xfrm>
            <a:custGeom>
              <a:avLst/>
              <a:gdLst>
                <a:gd name="connsiteX0" fmla="*/ 0 w 32443"/>
                <a:gd name="connsiteY0" fmla="*/ 0 h 628666"/>
                <a:gd name="connsiteX1" fmla="*/ 32444 w 32443"/>
                <a:gd name="connsiteY1" fmla="*/ 0 h 628666"/>
                <a:gd name="connsiteX2" fmla="*/ 32444 w 32443"/>
                <a:gd name="connsiteY2" fmla="*/ 628667 h 628666"/>
                <a:gd name="connsiteX3" fmla="*/ 0 w 32443"/>
                <a:gd name="connsiteY3" fmla="*/ 628667 h 628666"/>
              </a:gdLst>
              <a:ahLst/>
              <a:cxnLst>
                <a:cxn ang="0">
                  <a:pos x="connsiteX0" y="connsiteY0"/>
                </a:cxn>
                <a:cxn ang="0">
                  <a:pos x="connsiteX1" y="connsiteY1"/>
                </a:cxn>
                <a:cxn ang="0">
                  <a:pos x="connsiteX2" y="connsiteY2"/>
                </a:cxn>
                <a:cxn ang="0">
                  <a:pos x="connsiteX3" y="connsiteY3"/>
                </a:cxn>
              </a:cxnLst>
              <a:rect l="l" t="t" r="r" b="b"/>
              <a:pathLst>
                <a:path w="32443" h="628666">
                  <a:moveTo>
                    <a:pt x="0" y="0"/>
                  </a:moveTo>
                  <a:lnTo>
                    <a:pt x="32444" y="0"/>
                  </a:lnTo>
                  <a:lnTo>
                    <a:pt x="32444" y="628667"/>
                  </a:lnTo>
                  <a:lnTo>
                    <a:pt x="0" y="628667"/>
                  </a:lnTo>
                  <a:close/>
                </a:path>
              </a:pathLst>
            </a:custGeom>
            <a:solidFill>
              <a:schemeClr val="accent1"/>
            </a:solidFill>
            <a:ln w="3244" cap="flat">
              <a:noFill/>
              <a:prstDash val="solid"/>
              <a:miter/>
            </a:ln>
          </p:spPr>
          <p:txBody>
            <a:bodyPr rtlCol="0" anchor="ctr"/>
            <a:lstStyle/>
            <a:p>
              <a:endParaRPr lang="en-US"/>
            </a:p>
          </p:txBody>
        </p:sp>
      </p:grpSp>
      <p:grpSp>
        <p:nvGrpSpPr>
          <p:cNvPr id="240" name="Group 87"/>
          <p:cNvGrpSpPr/>
          <p:nvPr/>
        </p:nvGrpSpPr>
        <p:grpSpPr>
          <a:xfrm>
            <a:off x="7785399" y="5407585"/>
            <a:ext cx="640249" cy="628699"/>
            <a:chOff x="5367271" y="2601970"/>
            <a:chExt cx="640249" cy="628699"/>
          </a:xfrm>
          <a:solidFill>
            <a:schemeClr val="tx1"/>
          </a:solidFill>
        </p:grpSpPr>
        <p:sp>
          <p:nvSpPr>
            <p:cNvPr id="241" name="Freeform: Shape 1107"/>
            <p:cNvSpPr/>
            <p:nvPr/>
          </p:nvSpPr>
          <p:spPr>
            <a:xfrm>
              <a:off x="5367271" y="2601970"/>
              <a:ext cx="607773" cy="628699"/>
            </a:xfrm>
            <a:custGeom>
              <a:avLst/>
              <a:gdLst>
                <a:gd name="connsiteX0" fmla="*/ 607773 w 607773"/>
                <a:gd name="connsiteY0" fmla="*/ 628699 h 628699"/>
                <a:gd name="connsiteX1" fmla="*/ 607384 w 607773"/>
                <a:gd name="connsiteY1" fmla="*/ 618966 h 628699"/>
                <a:gd name="connsiteX2" fmla="*/ 379108 w 607773"/>
                <a:gd name="connsiteY2" fmla="*/ 618966 h 628699"/>
                <a:gd name="connsiteX3" fmla="*/ 379108 w 607773"/>
                <a:gd name="connsiteY3" fmla="*/ 549114 h 628699"/>
                <a:gd name="connsiteX4" fmla="*/ 604529 w 607773"/>
                <a:gd name="connsiteY4" fmla="*/ 549114 h 628699"/>
                <a:gd name="connsiteX5" fmla="*/ 604140 w 607773"/>
                <a:gd name="connsiteY5" fmla="*/ 539381 h 628699"/>
                <a:gd name="connsiteX6" fmla="*/ 379108 w 607773"/>
                <a:gd name="connsiteY6" fmla="*/ 539381 h 628699"/>
                <a:gd name="connsiteX7" fmla="*/ 379108 w 607773"/>
                <a:gd name="connsiteY7" fmla="*/ 429039 h 628699"/>
                <a:gd name="connsiteX8" fmla="*/ 409054 w 607773"/>
                <a:gd name="connsiteY8" fmla="*/ 429039 h 628699"/>
                <a:gd name="connsiteX9" fmla="*/ 409054 w 607773"/>
                <a:gd name="connsiteY9" fmla="*/ 339429 h 628699"/>
                <a:gd name="connsiteX10" fmla="*/ 294397 w 607773"/>
                <a:gd name="connsiteY10" fmla="*/ 339429 h 628699"/>
                <a:gd name="connsiteX11" fmla="*/ 294689 w 607773"/>
                <a:gd name="connsiteY11" fmla="*/ 339267 h 628699"/>
                <a:gd name="connsiteX12" fmla="*/ 318373 w 607773"/>
                <a:gd name="connsiteY12" fmla="*/ 306952 h 628699"/>
                <a:gd name="connsiteX13" fmla="*/ 310035 w 607773"/>
                <a:gd name="connsiteY13" fmla="*/ 271199 h 628699"/>
                <a:gd name="connsiteX14" fmla="*/ 235057 w 607773"/>
                <a:gd name="connsiteY14" fmla="*/ 257605 h 628699"/>
                <a:gd name="connsiteX15" fmla="*/ 205695 w 607773"/>
                <a:gd name="connsiteY15" fmla="*/ 298744 h 628699"/>
                <a:gd name="connsiteX16" fmla="*/ 167638 w 607773"/>
                <a:gd name="connsiteY16" fmla="*/ 231780 h 628699"/>
                <a:gd name="connsiteX17" fmla="*/ 169390 w 607773"/>
                <a:gd name="connsiteY17" fmla="*/ 139509 h 628699"/>
                <a:gd name="connsiteX18" fmla="*/ 239729 w 607773"/>
                <a:gd name="connsiteY18" fmla="*/ 139509 h 628699"/>
                <a:gd name="connsiteX19" fmla="*/ 239599 w 607773"/>
                <a:gd name="connsiteY19" fmla="*/ 144181 h 628699"/>
                <a:gd name="connsiteX20" fmla="*/ 239599 w 607773"/>
                <a:gd name="connsiteY20" fmla="*/ 194534 h 628699"/>
                <a:gd name="connsiteX21" fmla="*/ 249332 w 607773"/>
                <a:gd name="connsiteY21" fmla="*/ 194534 h 628699"/>
                <a:gd name="connsiteX22" fmla="*/ 249332 w 607773"/>
                <a:gd name="connsiteY22" fmla="*/ 144181 h 628699"/>
                <a:gd name="connsiteX23" fmla="*/ 249462 w 607773"/>
                <a:gd name="connsiteY23" fmla="*/ 139509 h 628699"/>
                <a:gd name="connsiteX24" fmla="*/ 519006 w 607773"/>
                <a:gd name="connsiteY24" fmla="*/ 139509 h 628699"/>
                <a:gd name="connsiteX25" fmla="*/ 519136 w 607773"/>
                <a:gd name="connsiteY25" fmla="*/ 144181 h 628699"/>
                <a:gd name="connsiteX26" fmla="*/ 519136 w 607773"/>
                <a:gd name="connsiteY26" fmla="*/ 194534 h 628699"/>
                <a:gd name="connsiteX27" fmla="*/ 528869 w 607773"/>
                <a:gd name="connsiteY27" fmla="*/ 194534 h 628699"/>
                <a:gd name="connsiteX28" fmla="*/ 528869 w 607773"/>
                <a:gd name="connsiteY28" fmla="*/ 144181 h 628699"/>
                <a:gd name="connsiteX29" fmla="*/ 528739 w 607773"/>
                <a:gd name="connsiteY29" fmla="*/ 139509 h 628699"/>
                <a:gd name="connsiteX30" fmla="*/ 587788 w 607773"/>
                <a:gd name="connsiteY30" fmla="*/ 139509 h 628699"/>
                <a:gd name="connsiteX31" fmla="*/ 587398 w 607773"/>
                <a:gd name="connsiteY31" fmla="*/ 129776 h 628699"/>
                <a:gd name="connsiteX32" fmla="*/ 528123 w 607773"/>
                <a:gd name="connsiteY32" fmla="*/ 129776 h 628699"/>
                <a:gd name="connsiteX33" fmla="*/ 384234 w 607773"/>
                <a:gd name="connsiteY33" fmla="*/ 0 h 628699"/>
                <a:gd name="connsiteX34" fmla="*/ 240345 w 607773"/>
                <a:gd name="connsiteY34" fmla="*/ 129776 h 628699"/>
                <a:gd name="connsiteX35" fmla="*/ 159852 w 607773"/>
                <a:gd name="connsiteY35" fmla="*/ 129776 h 628699"/>
                <a:gd name="connsiteX36" fmla="*/ 158002 w 607773"/>
                <a:gd name="connsiteY36" fmla="*/ 226297 h 628699"/>
                <a:gd name="connsiteX37" fmla="*/ 71312 w 607773"/>
                <a:gd name="connsiteY37" fmla="*/ 247872 h 628699"/>
                <a:gd name="connsiteX38" fmla="*/ 61092 w 607773"/>
                <a:gd name="connsiteY38" fmla="*/ 294916 h 628699"/>
                <a:gd name="connsiteX39" fmla="*/ 90389 w 607773"/>
                <a:gd name="connsiteY39" fmla="*/ 336120 h 628699"/>
                <a:gd name="connsiteX40" fmla="*/ 96359 w 607773"/>
                <a:gd name="connsiteY40" fmla="*/ 339396 h 628699"/>
                <a:gd name="connsiteX41" fmla="*/ 0 w 607773"/>
                <a:gd name="connsiteY41" fmla="*/ 339396 h 628699"/>
                <a:gd name="connsiteX42" fmla="*/ 0 w 607773"/>
                <a:gd name="connsiteY42" fmla="*/ 429007 h 628699"/>
                <a:gd name="connsiteX43" fmla="*/ 29946 w 607773"/>
                <a:gd name="connsiteY43" fmla="*/ 429007 h 628699"/>
                <a:gd name="connsiteX44" fmla="*/ 29946 w 607773"/>
                <a:gd name="connsiteY44" fmla="*/ 628667 h 628699"/>
                <a:gd name="connsiteX45" fmla="*/ 379108 w 607773"/>
                <a:gd name="connsiteY45" fmla="*/ 628667 h 628699"/>
                <a:gd name="connsiteX46" fmla="*/ 607773 w 607773"/>
                <a:gd name="connsiteY46" fmla="*/ 628667 h 628699"/>
                <a:gd name="connsiteX47" fmla="*/ 384234 w 607773"/>
                <a:gd name="connsiteY47" fmla="*/ 9766 h 628699"/>
                <a:gd name="connsiteX48" fmla="*/ 518358 w 607773"/>
                <a:gd name="connsiteY48" fmla="*/ 129808 h 628699"/>
                <a:gd name="connsiteX49" fmla="*/ 250143 w 607773"/>
                <a:gd name="connsiteY49" fmla="*/ 129808 h 628699"/>
                <a:gd name="connsiteX50" fmla="*/ 384234 w 607773"/>
                <a:gd name="connsiteY50" fmla="*/ 9766 h 628699"/>
                <a:gd name="connsiteX51" fmla="*/ 399321 w 607773"/>
                <a:gd name="connsiteY51" fmla="*/ 349195 h 628699"/>
                <a:gd name="connsiteX52" fmla="*/ 399321 w 607773"/>
                <a:gd name="connsiteY52" fmla="*/ 419338 h 628699"/>
                <a:gd name="connsiteX53" fmla="*/ 239339 w 607773"/>
                <a:gd name="connsiteY53" fmla="*/ 419338 h 628699"/>
                <a:gd name="connsiteX54" fmla="*/ 239339 w 607773"/>
                <a:gd name="connsiteY54" fmla="*/ 349195 h 628699"/>
                <a:gd name="connsiteX55" fmla="*/ 399321 w 607773"/>
                <a:gd name="connsiteY55" fmla="*/ 349195 h 628699"/>
                <a:gd name="connsiteX56" fmla="*/ 239988 w 607773"/>
                <a:gd name="connsiteY56" fmla="*/ 266041 h 628699"/>
                <a:gd name="connsiteX57" fmla="*/ 302216 w 607773"/>
                <a:gd name="connsiteY57" fmla="*/ 277071 h 628699"/>
                <a:gd name="connsiteX58" fmla="*/ 308802 w 607773"/>
                <a:gd name="connsiteY58" fmla="*/ 305071 h 628699"/>
                <a:gd name="connsiteX59" fmla="*/ 289692 w 607773"/>
                <a:gd name="connsiteY59" fmla="*/ 330896 h 628699"/>
                <a:gd name="connsiteX60" fmla="*/ 253128 w 607773"/>
                <a:gd name="connsiteY60" fmla="*/ 339429 h 628699"/>
                <a:gd name="connsiteX61" fmla="*/ 209523 w 607773"/>
                <a:gd name="connsiteY61" fmla="*/ 339429 h 628699"/>
                <a:gd name="connsiteX62" fmla="*/ 209329 w 607773"/>
                <a:gd name="connsiteY62" fmla="*/ 334854 h 628699"/>
                <a:gd name="connsiteX63" fmla="*/ 209361 w 607773"/>
                <a:gd name="connsiteY63" fmla="*/ 332453 h 628699"/>
                <a:gd name="connsiteX64" fmla="*/ 239956 w 607773"/>
                <a:gd name="connsiteY64" fmla="*/ 266008 h 628699"/>
                <a:gd name="connsiteX65" fmla="*/ 95515 w 607773"/>
                <a:gd name="connsiteY65" fmla="*/ 327911 h 628699"/>
                <a:gd name="connsiteX66" fmla="*/ 70631 w 607773"/>
                <a:gd name="connsiteY66" fmla="*/ 293034 h 628699"/>
                <a:gd name="connsiteX67" fmla="*/ 79228 w 607773"/>
                <a:gd name="connsiteY67" fmla="*/ 253582 h 628699"/>
                <a:gd name="connsiteX68" fmla="*/ 127862 w 607773"/>
                <a:gd name="connsiteY68" fmla="*/ 229411 h 628699"/>
                <a:gd name="connsiteX69" fmla="*/ 160143 w 607773"/>
                <a:gd name="connsiteY69" fmla="*/ 238496 h 628699"/>
                <a:gd name="connsiteX70" fmla="*/ 199271 w 607773"/>
                <a:gd name="connsiteY70" fmla="*/ 339461 h 628699"/>
                <a:gd name="connsiteX71" fmla="*/ 140223 w 607773"/>
                <a:gd name="connsiteY71" fmla="*/ 339461 h 628699"/>
                <a:gd name="connsiteX72" fmla="*/ 95483 w 607773"/>
                <a:gd name="connsiteY72" fmla="*/ 327879 h 628699"/>
                <a:gd name="connsiteX73" fmla="*/ 9733 w 607773"/>
                <a:gd name="connsiteY73" fmla="*/ 349227 h 628699"/>
                <a:gd name="connsiteX74" fmla="*/ 169715 w 607773"/>
                <a:gd name="connsiteY74" fmla="*/ 349227 h 628699"/>
                <a:gd name="connsiteX75" fmla="*/ 169715 w 607773"/>
                <a:gd name="connsiteY75" fmla="*/ 419371 h 628699"/>
                <a:gd name="connsiteX76" fmla="*/ 9733 w 607773"/>
                <a:gd name="connsiteY76" fmla="*/ 419371 h 628699"/>
                <a:gd name="connsiteX77" fmla="*/ 9733 w 607773"/>
                <a:gd name="connsiteY77" fmla="*/ 349227 h 628699"/>
                <a:gd name="connsiteX78" fmla="*/ 39679 w 607773"/>
                <a:gd name="connsiteY78" fmla="*/ 618999 h 628699"/>
                <a:gd name="connsiteX79" fmla="*/ 39679 w 607773"/>
                <a:gd name="connsiteY79" fmla="*/ 429072 h 628699"/>
                <a:gd name="connsiteX80" fmla="*/ 169715 w 607773"/>
                <a:gd name="connsiteY80" fmla="*/ 429072 h 628699"/>
                <a:gd name="connsiteX81" fmla="*/ 169715 w 607773"/>
                <a:gd name="connsiteY81" fmla="*/ 618999 h 628699"/>
                <a:gd name="connsiteX82" fmla="*/ 39679 w 607773"/>
                <a:gd name="connsiteY82" fmla="*/ 618999 h 628699"/>
                <a:gd name="connsiteX83" fmla="*/ 179448 w 607773"/>
                <a:gd name="connsiteY83" fmla="*/ 618999 h 628699"/>
                <a:gd name="connsiteX84" fmla="*/ 179448 w 607773"/>
                <a:gd name="connsiteY84" fmla="*/ 349227 h 628699"/>
                <a:gd name="connsiteX85" fmla="*/ 229606 w 607773"/>
                <a:gd name="connsiteY85" fmla="*/ 349227 h 628699"/>
                <a:gd name="connsiteX86" fmla="*/ 229606 w 607773"/>
                <a:gd name="connsiteY86" fmla="*/ 618999 h 628699"/>
                <a:gd name="connsiteX87" fmla="*/ 179448 w 607773"/>
                <a:gd name="connsiteY87" fmla="*/ 618999 h 628699"/>
                <a:gd name="connsiteX88" fmla="*/ 239339 w 607773"/>
                <a:gd name="connsiteY88" fmla="*/ 618999 h 628699"/>
                <a:gd name="connsiteX89" fmla="*/ 239339 w 607773"/>
                <a:gd name="connsiteY89" fmla="*/ 429072 h 628699"/>
                <a:gd name="connsiteX90" fmla="*/ 369375 w 607773"/>
                <a:gd name="connsiteY90" fmla="*/ 429072 h 628699"/>
                <a:gd name="connsiteX91" fmla="*/ 369375 w 607773"/>
                <a:gd name="connsiteY91" fmla="*/ 618999 h 628699"/>
                <a:gd name="connsiteX92" fmla="*/ 239339 w 607773"/>
                <a:gd name="connsiteY92" fmla="*/ 618999 h 62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7773" h="628699">
                  <a:moveTo>
                    <a:pt x="607773" y="628699"/>
                  </a:moveTo>
                  <a:lnTo>
                    <a:pt x="607384" y="618966"/>
                  </a:lnTo>
                  <a:lnTo>
                    <a:pt x="379108" y="618966"/>
                  </a:lnTo>
                  <a:lnTo>
                    <a:pt x="379108" y="549114"/>
                  </a:lnTo>
                  <a:lnTo>
                    <a:pt x="604529" y="549114"/>
                  </a:lnTo>
                  <a:lnTo>
                    <a:pt x="604140" y="539381"/>
                  </a:lnTo>
                  <a:lnTo>
                    <a:pt x="379108" y="539381"/>
                  </a:lnTo>
                  <a:lnTo>
                    <a:pt x="379108" y="429039"/>
                  </a:lnTo>
                  <a:lnTo>
                    <a:pt x="409054" y="429039"/>
                  </a:lnTo>
                  <a:lnTo>
                    <a:pt x="409054" y="339429"/>
                  </a:lnTo>
                  <a:lnTo>
                    <a:pt x="294397" y="339429"/>
                  </a:lnTo>
                  <a:cubicBezTo>
                    <a:pt x="294397" y="339429"/>
                    <a:pt x="294592" y="339331"/>
                    <a:pt x="294689" y="339267"/>
                  </a:cubicBezTo>
                  <a:cubicBezTo>
                    <a:pt x="307309" y="331772"/>
                    <a:pt x="315713" y="320319"/>
                    <a:pt x="318373" y="306952"/>
                  </a:cubicBezTo>
                  <a:cubicBezTo>
                    <a:pt x="320871" y="294429"/>
                    <a:pt x="317886" y="281743"/>
                    <a:pt x="310035" y="271199"/>
                  </a:cubicBezTo>
                  <a:cubicBezTo>
                    <a:pt x="293424" y="249040"/>
                    <a:pt x="259779" y="242941"/>
                    <a:pt x="235057" y="257605"/>
                  </a:cubicBezTo>
                  <a:cubicBezTo>
                    <a:pt x="218997" y="267046"/>
                    <a:pt x="210335" y="284469"/>
                    <a:pt x="205695" y="298744"/>
                  </a:cubicBezTo>
                  <a:cubicBezTo>
                    <a:pt x="201737" y="280056"/>
                    <a:pt x="191647" y="248196"/>
                    <a:pt x="167638" y="231780"/>
                  </a:cubicBezTo>
                  <a:lnTo>
                    <a:pt x="169390" y="139509"/>
                  </a:lnTo>
                  <a:lnTo>
                    <a:pt x="239729" y="139509"/>
                  </a:lnTo>
                  <a:cubicBezTo>
                    <a:pt x="239664" y="141066"/>
                    <a:pt x="239599" y="142624"/>
                    <a:pt x="239599" y="144181"/>
                  </a:cubicBezTo>
                  <a:lnTo>
                    <a:pt x="239599" y="194534"/>
                  </a:lnTo>
                  <a:lnTo>
                    <a:pt x="249332" y="194534"/>
                  </a:lnTo>
                  <a:lnTo>
                    <a:pt x="249332" y="144181"/>
                  </a:lnTo>
                  <a:cubicBezTo>
                    <a:pt x="249332" y="142624"/>
                    <a:pt x="249397" y="141066"/>
                    <a:pt x="249462" y="139509"/>
                  </a:cubicBezTo>
                  <a:lnTo>
                    <a:pt x="519006" y="139509"/>
                  </a:lnTo>
                  <a:cubicBezTo>
                    <a:pt x="519071" y="141066"/>
                    <a:pt x="519136" y="142624"/>
                    <a:pt x="519136" y="144181"/>
                  </a:cubicBezTo>
                  <a:lnTo>
                    <a:pt x="519136" y="194534"/>
                  </a:lnTo>
                  <a:lnTo>
                    <a:pt x="528869" y="194534"/>
                  </a:lnTo>
                  <a:lnTo>
                    <a:pt x="528869" y="144181"/>
                  </a:lnTo>
                  <a:cubicBezTo>
                    <a:pt x="528869" y="142624"/>
                    <a:pt x="528804" y="141066"/>
                    <a:pt x="528739" y="139509"/>
                  </a:cubicBezTo>
                  <a:lnTo>
                    <a:pt x="587788" y="139509"/>
                  </a:lnTo>
                  <a:lnTo>
                    <a:pt x="587398" y="129776"/>
                  </a:lnTo>
                  <a:lnTo>
                    <a:pt x="528123" y="129776"/>
                  </a:lnTo>
                  <a:cubicBezTo>
                    <a:pt x="520856" y="57004"/>
                    <a:pt x="459082" y="0"/>
                    <a:pt x="384234" y="0"/>
                  </a:cubicBezTo>
                  <a:cubicBezTo>
                    <a:pt x="309386" y="0"/>
                    <a:pt x="247613" y="57004"/>
                    <a:pt x="240345" y="129776"/>
                  </a:cubicBezTo>
                  <a:lnTo>
                    <a:pt x="159852" y="129776"/>
                  </a:lnTo>
                  <a:lnTo>
                    <a:pt x="158002" y="226297"/>
                  </a:lnTo>
                  <a:cubicBezTo>
                    <a:pt x="127927" y="212313"/>
                    <a:pt x="90519" y="221073"/>
                    <a:pt x="71312" y="247872"/>
                  </a:cubicBezTo>
                  <a:cubicBezTo>
                    <a:pt x="61417" y="261790"/>
                    <a:pt x="57783" y="278499"/>
                    <a:pt x="61092" y="294916"/>
                  </a:cubicBezTo>
                  <a:cubicBezTo>
                    <a:pt x="64531" y="311949"/>
                    <a:pt x="74946" y="326581"/>
                    <a:pt x="90389" y="336120"/>
                  </a:cubicBezTo>
                  <a:cubicBezTo>
                    <a:pt x="92303" y="337288"/>
                    <a:pt x="94315" y="338391"/>
                    <a:pt x="96359" y="339396"/>
                  </a:cubicBezTo>
                  <a:lnTo>
                    <a:pt x="0" y="339396"/>
                  </a:lnTo>
                  <a:lnTo>
                    <a:pt x="0" y="429007"/>
                  </a:lnTo>
                  <a:lnTo>
                    <a:pt x="29946" y="429007"/>
                  </a:lnTo>
                  <a:lnTo>
                    <a:pt x="29946" y="628667"/>
                  </a:lnTo>
                  <a:lnTo>
                    <a:pt x="379108" y="628667"/>
                  </a:lnTo>
                  <a:cubicBezTo>
                    <a:pt x="379108" y="628667"/>
                    <a:pt x="607773" y="628667"/>
                    <a:pt x="607773" y="628667"/>
                  </a:cubicBezTo>
                  <a:close/>
                  <a:moveTo>
                    <a:pt x="384234" y="9766"/>
                  </a:moveTo>
                  <a:cubicBezTo>
                    <a:pt x="453729" y="9766"/>
                    <a:pt x="511123" y="62422"/>
                    <a:pt x="518358" y="129808"/>
                  </a:cubicBezTo>
                  <a:lnTo>
                    <a:pt x="250143" y="129808"/>
                  </a:lnTo>
                  <a:cubicBezTo>
                    <a:pt x="257378" y="62422"/>
                    <a:pt x="314739" y="9766"/>
                    <a:pt x="384234" y="9766"/>
                  </a:cubicBezTo>
                  <a:close/>
                  <a:moveTo>
                    <a:pt x="399321" y="349195"/>
                  </a:moveTo>
                  <a:lnTo>
                    <a:pt x="399321" y="419338"/>
                  </a:lnTo>
                  <a:lnTo>
                    <a:pt x="239339" y="419338"/>
                  </a:lnTo>
                  <a:lnTo>
                    <a:pt x="239339" y="349195"/>
                  </a:lnTo>
                  <a:lnTo>
                    <a:pt x="399321" y="349195"/>
                  </a:lnTo>
                  <a:close/>
                  <a:moveTo>
                    <a:pt x="239988" y="266041"/>
                  </a:moveTo>
                  <a:cubicBezTo>
                    <a:pt x="260590" y="253809"/>
                    <a:pt x="288525" y="258773"/>
                    <a:pt x="302216" y="277071"/>
                  </a:cubicBezTo>
                  <a:cubicBezTo>
                    <a:pt x="308413" y="285345"/>
                    <a:pt x="310749" y="295305"/>
                    <a:pt x="308802" y="305071"/>
                  </a:cubicBezTo>
                  <a:cubicBezTo>
                    <a:pt x="306693" y="315680"/>
                    <a:pt x="299912" y="324862"/>
                    <a:pt x="289692" y="330896"/>
                  </a:cubicBezTo>
                  <a:cubicBezTo>
                    <a:pt x="280186" y="336509"/>
                    <a:pt x="267468" y="339429"/>
                    <a:pt x="253128" y="339429"/>
                  </a:cubicBezTo>
                  <a:lnTo>
                    <a:pt x="209523" y="339429"/>
                  </a:lnTo>
                  <a:cubicBezTo>
                    <a:pt x="209394" y="338228"/>
                    <a:pt x="209329" y="336671"/>
                    <a:pt x="209329" y="334854"/>
                  </a:cubicBezTo>
                  <a:cubicBezTo>
                    <a:pt x="209329" y="334076"/>
                    <a:pt x="209361" y="333264"/>
                    <a:pt x="209361" y="332453"/>
                  </a:cubicBezTo>
                  <a:cubicBezTo>
                    <a:pt x="209945" y="315063"/>
                    <a:pt x="216596" y="279732"/>
                    <a:pt x="239956" y="266008"/>
                  </a:cubicBezTo>
                  <a:close/>
                  <a:moveTo>
                    <a:pt x="95515" y="327911"/>
                  </a:moveTo>
                  <a:cubicBezTo>
                    <a:pt x="82375" y="319800"/>
                    <a:pt x="73551" y="307407"/>
                    <a:pt x="70631" y="293034"/>
                  </a:cubicBezTo>
                  <a:cubicBezTo>
                    <a:pt x="67840" y="279278"/>
                    <a:pt x="70890" y="265262"/>
                    <a:pt x="79228" y="253582"/>
                  </a:cubicBezTo>
                  <a:cubicBezTo>
                    <a:pt x="90454" y="237912"/>
                    <a:pt x="108980" y="229411"/>
                    <a:pt x="127862" y="229411"/>
                  </a:cubicBezTo>
                  <a:cubicBezTo>
                    <a:pt x="138990" y="229411"/>
                    <a:pt x="150216" y="232364"/>
                    <a:pt x="160143" y="238496"/>
                  </a:cubicBezTo>
                  <a:cubicBezTo>
                    <a:pt x="195540" y="260330"/>
                    <a:pt x="201315" y="324991"/>
                    <a:pt x="199271" y="339461"/>
                  </a:cubicBezTo>
                  <a:lnTo>
                    <a:pt x="140223" y="339461"/>
                  </a:lnTo>
                  <a:cubicBezTo>
                    <a:pt x="122444" y="339137"/>
                    <a:pt x="107390" y="335244"/>
                    <a:pt x="95483" y="327879"/>
                  </a:cubicBezTo>
                  <a:close/>
                  <a:moveTo>
                    <a:pt x="9733" y="349227"/>
                  </a:moveTo>
                  <a:lnTo>
                    <a:pt x="169715" y="349227"/>
                  </a:lnTo>
                  <a:lnTo>
                    <a:pt x="169715" y="419371"/>
                  </a:lnTo>
                  <a:lnTo>
                    <a:pt x="9733" y="419371"/>
                  </a:lnTo>
                  <a:lnTo>
                    <a:pt x="9733" y="349227"/>
                  </a:lnTo>
                  <a:close/>
                  <a:moveTo>
                    <a:pt x="39679" y="618999"/>
                  </a:moveTo>
                  <a:lnTo>
                    <a:pt x="39679" y="429072"/>
                  </a:lnTo>
                  <a:lnTo>
                    <a:pt x="169715" y="429072"/>
                  </a:lnTo>
                  <a:lnTo>
                    <a:pt x="169715" y="618999"/>
                  </a:lnTo>
                  <a:lnTo>
                    <a:pt x="39679" y="618999"/>
                  </a:lnTo>
                  <a:close/>
                  <a:moveTo>
                    <a:pt x="179448" y="618999"/>
                  </a:moveTo>
                  <a:lnTo>
                    <a:pt x="179448" y="349227"/>
                  </a:lnTo>
                  <a:lnTo>
                    <a:pt x="229606" y="349227"/>
                  </a:lnTo>
                  <a:lnTo>
                    <a:pt x="229606" y="618999"/>
                  </a:lnTo>
                  <a:lnTo>
                    <a:pt x="179448" y="618999"/>
                  </a:lnTo>
                  <a:close/>
                  <a:moveTo>
                    <a:pt x="239339" y="618999"/>
                  </a:moveTo>
                  <a:lnTo>
                    <a:pt x="239339" y="429072"/>
                  </a:lnTo>
                  <a:lnTo>
                    <a:pt x="369375" y="429072"/>
                  </a:lnTo>
                  <a:lnTo>
                    <a:pt x="369375" y="618999"/>
                  </a:lnTo>
                  <a:lnTo>
                    <a:pt x="239339" y="618999"/>
                  </a:lnTo>
                  <a:close/>
                </a:path>
              </a:pathLst>
            </a:custGeom>
            <a:grpFill/>
            <a:ln w="3244" cap="flat">
              <a:noFill/>
              <a:prstDash val="solid"/>
              <a:miter/>
            </a:ln>
          </p:spPr>
          <p:txBody>
            <a:bodyPr rtlCol="0" anchor="ctr"/>
            <a:lstStyle/>
            <a:p>
              <a:endParaRPr lang="en-US"/>
            </a:p>
          </p:txBody>
        </p:sp>
        <p:sp>
          <p:nvSpPr>
            <p:cNvPr id="242" name="Freeform: Shape 818"/>
            <p:cNvSpPr/>
            <p:nvPr/>
          </p:nvSpPr>
          <p:spPr>
            <a:xfrm>
              <a:off x="5954669" y="2731778"/>
              <a:ext cx="52851" cy="498890"/>
            </a:xfrm>
            <a:custGeom>
              <a:avLst/>
              <a:gdLst>
                <a:gd name="connsiteX0" fmla="*/ 52851 w 52851"/>
                <a:gd name="connsiteY0" fmla="*/ 498891 h 498890"/>
                <a:gd name="connsiteX1" fmla="*/ 20375 w 52851"/>
                <a:gd name="connsiteY1" fmla="*/ 498891 h 498890"/>
                <a:gd name="connsiteX2" fmla="*/ 19986 w 52851"/>
                <a:gd name="connsiteY2" fmla="*/ 489158 h 498890"/>
                <a:gd name="connsiteX3" fmla="*/ 17131 w 52851"/>
                <a:gd name="connsiteY3" fmla="*/ 419306 h 498890"/>
                <a:gd name="connsiteX4" fmla="*/ 16741 w 52851"/>
                <a:gd name="connsiteY4" fmla="*/ 409573 h 498890"/>
                <a:gd name="connsiteX5" fmla="*/ 389 w 52851"/>
                <a:gd name="connsiteY5" fmla="*/ 9733 h 498890"/>
                <a:gd name="connsiteX6" fmla="*/ 0 w 52851"/>
                <a:gd name="connsiteY6" fmla="*/ 0 h 498890"/>
                <a:gd name="connsiteX7" fmla="*/ 32476 w 52851"/>
                <a:gd name="connsiteY7" fmla="*/ 0 h 498890"/>
                <a:gd name="connsiteX8" fmla="*/ 52851 w 52851"/>
                <a:gd name="connsiteY8" fmla="*/ 498891 h 49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51" h="498890">
                  <a:moveTo>
                    <a:pt x="52851" y="498891"/>
                  </a:moveTo>
                  <a:lnTo>
                    <a:pt x="20375" y="498891"/>
                  </a:lnTo>
                  <a:lnTo>
                    <a:pt x="19986" y="489158"/>
                  </a:lnTo>
                  <a:lnTo>
                    <a:pt x="17131" y="419306"/>
                  </a:lnTo>
                  <a:lnTo>
                    <a:pt x="16741" y="409573"/>
                  </a:lnTo>
                  <a:lnTo>
                    <a:pt x="389" y="9733"/>
                  </a:lnTo>
                  <a:lnTo>
                    <a:pt x="0" y="0"/>
                  </a:lnTo>
                  <a:lnTo>
                    <a:pt x="32476" y="0"/>
                  </a:lnTo>
                  <a:lnTo>
                    <a:pt x="52851" y="498891"/>
                  </a:lnTo>
                  <a:close/>
                </a:path>
              </a:pathLst>
            </a:custGeom>
            <a:solidFill>
              <a:schemeClr val="accent1"/>
            </a:solidFill>
            <a:ln w="3244" cap="flat">
              <a:noFill/>
              <a:prstDash val="solid"/>
              <a:miter/>
            </a:ln>
          </p:spPr>
          <p:txBody>
            <a:bodyPr rtlCol="0" anchor="ctr"/>
            <a:lstStyle/>
            <a:p>
              <a:endParaRPr lang="en-US"/>
            </a:p>
          </p:txBody>
        </p:sp>
      </p:grpSp>
      <p:grpSp>
        <p:nvGrpSpPr>
          <p:cNvPr id="243" name="Group 322"/>
          <p:cNvGrpSpPr/>
          <p:nvPr/>
        </p:nvGrpSpPr>
        <p:grpSpPr>
          <a:xfrm>
            <a:off x="2440321" y="5462374"/>
            <a:ext cx="642553" cy="630451"/>
            <a:chOff x="823881" y="3898431"/>
            <a:chExt cx="642553" cy="630451"/>
          </a:xfrm>
          <a:solidFill>
            <a:schemeClr val="tx1"/>
          </a:solidFill>
        </p:grpSpPr>
        <p:sp>
          <p:nvSpPr>
            <p:cNvPr id="244" name="Freeform: Shape 1113"/>
            <p:cNvSpPr/>
            <p:nvPr/>
          </p:nvSpPr>
          <p:spPr>
            <a:xfrm>
              <a:off x="823881" y="3898431"/>
              <a:ext cx="642553" cy="396076"/>
            </a:xfrm>
            <a:custGeom>
              <a:avLst/>
              <a:gdLst>
                <a:gd name="connsiteX0" fmla="*/ 563552 w 642553"/>
                <a:gd name="connsiteY0" fmla="*/ 0 h 396076"/>
                <a:gd name="connsiteX1" fmla="*/ 518617 w 642553"/>
                <a:gd name="connsiteY1" fmla="*/ 25988 h 396076"/>
                <a:gd name="connsiteX2" fmla="*/ 523873 w 642553"/>
                <a:gd name="connsiteY2" fmla="*/ 35137 h 396076"/>
                <a:gd name="connsiteX3" fmla="*/ 213352 w 642553"/>
                <a:gd name="connsiteY3" fmla="*/ 214357 h 396076"/>
                <a:gd name="connsiteX4" fmla="*/ 223896 w 642553"/>
                <a:gd name="connsiteY4" fmla="*/ 232623 h 396076"/>
                <a:gd name="connsiteX5" fmla="*/ 223896 w 642553"/>
                <a:gd name="connsiteY5" fmla="*/ 232623 h 396076"/>
                <a:gd name="connsiteX6" fmla="*/ 150151 w 642553"/>
                <a:gd name="connsiteY6" fmla="*/ 275222 h 396076"/>
                <a:gd name="connsiteX7" fmla="*/ 133896 w 642553"/>
                <a:gd name="connsiteY7" fmla="*/ 247158 h 396076"/>
                <a:gd name="connsiteX8" fmla="*/ 166211 w 642553"/>
                <a:gd name="connsiteY8" fmla="*/ 228503 h 396076"/>
                <a:gd name="connsiteX9" fmla="*/ 161344 w 642553"/>
                <a:gd name="connsiteY9" fmla="*/ 220068 h 396076"/>
                <a:gd name="connsiteX10" fmla="*/ 88280 w 642553"/>
                <a:gd name="connsiteY10" fmla="*/ 262245 h 396076"/>
                <a:gd name="connsiteX11" fmla="*/ 93147 w 642553"/>
                <a:gd name="connsiteY11" fmla="*/ 270680 h 396076"/>
                <a:gd name="connsiteX12" fmla="*/ 125461 w 642553"/>
                <a:gd name="connsiteY12" fmla="*/ 252025 h 396076"/>
                <a:gd name="connsiteX13" fmla="*/ 141715 w 642553"/>
                <a:gd name="connsiteY13" fmla="*/ 280089 h 396076"/>
                <a:gd name="connsiteX14" fmla="*/ 77801 w 642553"/>
                <a:gd name="connsiteY14" fmla="*/ 317010 h 396076"/>
                <a:gd name="connsiteX15" fmla="*/ 83089 w 642553"/>
                <a:gd name="connsiteY15" fmla="*/ 326159 h 396076"/>
                <a:gd name="connsiteX16" fmla="*/ 54960 w 642553"/>
                <a:gd name="connsiteY16" fmla="*/ 342381 h 396076"/>
                <a:gd name="connsiteX17" fmla="*/ 38479 w 642553"/>
                <a:gd name="connsiteY17" fmla="*/ 313831 h 396076"/>
                <a:gd name="connsiteX18" fmla="*/ 0 w 642553"/>
                <a:gd name="connsiteY18" fmla="*/ 351011 h 396076"/>
                <a:gd name="connsiteX19" fmla="*/ 17812 w 642553"/>
                <a:gd name="connsiteY19" fmla="*/ 381866 h 396076"/>
                <a:gd name="connsiteX20" fmla="*/ 65796 w 642553"/>
                <a:gd name="connsiteY20" fmla="*/ 396076 h 396076"/>
                <a:gd name="connsiteX21" fmla="*/ 109077 w 642553"/>
                <a:gd name="connsiteY21" fmla="*/ 371127 h 396076"/>
                <a:gd name="connsiteX22" fmla="*/ 114333 w 642553"/>
                <a:gd name="connsiteY22" fmla="*/ 380211 h 396076"/>
                <a:gd name="connsiteX23" fmla="*/ 260395 w 642553"/>
                <a:gd name="connsiteY23" fmla="*/ 295857 h 396076"/>
                <a:gd name="connsiteX24" fmla="*/ 270972 w 642553"/>
                <a:gd name="connsiteY24" fmla="*/ 314155 h 396076"/>
                <a:gd name="connsiteX25" fmla="*/ 304552 w 642553"/>
                <a:gd name="connsiteY25" fmla="*/ 294786 h 396076"/>
                <a:gd name="connsiteX26" fmla="*/ 299588 w 642553"/>
                <a:gd name="connsiteY26" fmla="*/ 286383 h 396076"/>
                <a:gd name="connsiteX27" fmla="*/ 274541 w 642553"/>
                <a:gd name="connsiteY27" fmla="*/ 300853 h 396076"/>
                <a:gd name="connsiteX28" fmla="*/ 268831 w 642553"/>
                <a:gd name="connsiteY28" fmla="*/ 290990 h 396076"/>
                <a:gd name="connsiteX29" fmla="*/ 264548 w 642553"/>
                <a:gd name="connsiteY29" fmla="*/ 283593 h 396076"/>
                <a:gd name="connsiteX30" fmla="*/ 232331 w 642553"/>
                <a:gd name="connsiteY30" fmla="*/ 227757 h 396076"/>
                <a:gd name="connsiteX31" fmla="*/ 232331 w 642553"/>
                <a:gd name="connsiteY31" fmla="*/ 227757 h 396076"/>
                <a:gd name="connsiteX32" fmla="*/ 232331 w 642553"/>
                <a:gd name="connsiteY32" fmla="*/ 227757 h 396076"/>
                <a:gd name="connsiteX33" fmla="*/ 226686 w 642553"/>
                <a:gd name="connsiteY33" fmla="*/ 217926 h 396076"/>
                <a:gd name="connsiteX34" fmla="*/ 528772 w 642553"/>
                <a:gd name="connsiteY34" fmla="*/ 43572 h 396076"/>
                <a:gd name="connsiteX35" fmla="*/ 533898 w 642553"/>
                <a:gd name="connsiteY35" fmla="*/ 52462 h 396076"/>
                <a:gd name="connsiteX36" fmla="*/ 576562 w 642553"/>
                <a:gd name="connsiteY36" fmla="*/ 126467 h 396076"/>
                <a:gd name="connsiteX37" fmla="*/ 592752 w 642553"/>
                <a:gd name="connsiteY37" fmla="*/ 154596 h 396076"/>
                <a:gd name="connsiteX38" fmla="*/ 597586 w 642553"/>
                <a:gd name="connsiteY38" fmla="*/ 162966 h 396076"/>
                <a:gd name="connsiteX39" fmla="*/ 642553 w 642553"/>
                <a:gd name="connsiteY39" fmla="*/ 137011 h 396076"/>
                <a:gd name="connsiteX40" fmla="*/ 563584 w 642553"/>
                <a:gd name="connsiteY40" fmla="*/ 0 h 396076"/>
                <a:gd name="connsiteX41" fmla="*/ 64531 w 642553"/>
                <a:gd name="connsiteY41" fmla="*/ 385532 h 396076"/>
                <a:gd name="connsiteX42" fmla="*/ 24301 w 642553"/>
                <a:gd name="connsiteY42" fmla="*/ 373625 h 396076"/>
                <a:gd name="connsiteX43" fmla="*/ 12231 w 642553"/>
                <a:gd name="connsiteY43" fmla="*/ 352699 h 396076"/>
                <a:gd name="connsiteX44" fmla="*/ 36305 w 642553"/>
                <a:gd name="connsiteY44" fmla="*/ 329436 h 396076"/>
                <a:gd name="connsiteX45" fmla="*/ 51424 w 642553"/>
                <a:gd name="connsiteY45" fmla="*/ 355619 h 396076"/>
                <a:gd name="connsiteX46" fmla="*/ 87988 w 642553"/>
                <a:gd name="connsiteY46" fmla="*/ 334562 h 396076"/>
                <a:gd name="connsiteX47" fmla="*/ 104210 w 642553"/>
                <a:gd name="connsiteY47" fmla="*/ 362659 h 396076"/>
                <a:gd name="connsiteX48" fmla="*/ 64564 w 642553"/>
                <a:gd name="connsiteY48" fmla="*/ 385499 h 396076"/>
                <a:gd name="connsiteX49" fmla="*/ 91103 w 642553"/>
                <a:gd name="connsiteY49" fmla="*/ 320546 h 396076"/>
                <a:gd name="connsiteX50" fmla="*/ 228763 w 642553"/>
                <a:gd name="connsiteY50" fmla="*/ 241059 h 396076"/>
                <a:gd name="connsiteX51" fmla="*/ 237685 w 642553"/>
                <a:gd name="connsiteY51" fmla="*/ 256502 h 396076"/>
                <a:gd name="connsiteX52" fmla="*/ 255529 w 642553"/>
                <a:gd name="connsiteY52" fmla="*/ 287454 h 396076"/>
                <a:gd name="connsiteX53" fmla="*/ 117901 w 642553"/>
                <a:gd name="connsiteY53" fmla="*/ 366909 h 396076"/>
                <a:gd name="connsiteX54" fmla="*/ 91135 w 642553"/>
                <a:gd name="connsiteY54" fmla="*/ 320546 h 396076"/>
                <a:gd name="connsiteX55" fmla="*/ 587398 w 642553"/>
                <a:gd name="connsiteY55" fmla="*/ 125818 h 396076"/>
                <a:gd name="connsiteX56" fmla="*/ 587463 w 642553"/>
                <a:gd name="connsiteY56" fmla="*/ 125818 h 396076"/>
                <a:gd name="connsiteX57" fmla="*/ 548693 w 642553"/>
                <a:gd name="connsiteY57" fmla="*/ 58659 h 396076"/>
                <a:gd name="connsiteX58" fmla="*/ 531919 w 642553"/>
                <a:gd name="connsiteY58" fmla="*/ 29524 h 396076"/>
                <a:gd name="connsiteX59" fmla="*/ 559983 w 642553"/>
                <a:gd name="connsiteY59" fmla="*/ 13302 h 396076"/>
                <a:gd name="connsiteX60" fmla="*/ 629219 w 642553"/>
                <a:gd name="connsiteY60" fmla="*/ 133442 h 396076"/>
                <a:gd name="connsiteX61" fmla="*/ 601122 w 642553"/>
                <a:gd name="connsiteY61" fmla="*/ 149664 h 396076"/>
                <a:gd name="connsiteX62" fmla="*/ 587398 w 642553"/>
                <a:gd name="connsiteY62" fmla="*/ 125818 h 39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42553" h="396076">
                  <a:moveTo>
                    <a:pt x="563552" y="0"/>
                  </a:moveTo>
                  <a:lnTo>
                    <a:pt x="518617" y="25988"/>
                  </a:lnTo>
                  <a:lnTo>
                    <a:pt x="523873" y="35137"/>
                  </a:lnTo>
                  <a:lnTo>
                    <a:pt x="213352" y="214357"/>
                  </a:lnTo>
                  <a:lnTo>
                    <a:pt x="223896" y="232623"/>
                  </a:lnTo>
                  <a:lnTo>
                    <a:pt x="223896" y="232623"/>
                  </a:lnTo>
                  <a:cubicBezTo>
                    <a:pt x="223896" y="232623"/>
                    <a:pt x="150151" y="275222"/>
                    <a:pt x="150151" y="275222"/>
                  </a:cubicBezTo>
                  <a:lnTo>
                    <a:pt x="133896" y="247158"/>
                  </a:lnTo>
                  <a:lnTo>
                    <a:pt x="166211" y="228503"/>
                  </a:lnTo>
                  <a:lnTo>
                    <a:pt x="161344" y="220068"/>
                  </a:lnTo>
                  <a:lnTo>
                    <a:pt x="88280" y="262245"/>
                  </a:lnTo>
                  <a:lnTo>
                    <a:pt x="93147" y="270680"/>
                  </a:lnTo>
                  <a:lnTo>
                    <a:pt x="125461" y="252025"/>
                  </a:lnTo>
                  <a:lnTo>
                    <a:pt x="141715" y="280089"/>
                  </a:lnTo>
                  <a:lnTo>
                    <a:pt x="77801" y="317010"/>
                  </a:lnTo>
                  <a:lnTo>
                    <a:pt x="83089" y="326159"/>
                  </a:lnTo>
                  <a:lnTo>
                    <a:pt x="54960" y="342381"/>
                  </a:lnTo>
                  <a:lnTo>
                    <a:pt x="38479" y="313831"/>
                  </a:lnTo>
                  <a:lnTo>
                    <a:pt x="0" y="351011"/>
                  </a:lnTo>
                  <a:lnTo>
                    <a:pt x="17812" y="381866"/>
                  </a:lnTo>
                  <a:lnTo>
                    <a:pt x="65796" y="396076"/>
                  </a:lnTo>
                  <a:lnTo>
                    <a:pt x="109077" y="371127"/>
                  </a:lnTo>
                  <a:lnTo>
                    <a:pt x="114333" y="380211"/>
                  </a:lnTo>
                  <a:lnTo>
                    <a:pt x="260395" y="295857"/>
                  </a:lnTo>
                  <a:lnTo>
                    <a:pt x="270972" y="314155"/>
                  </a:lnTo>
                  <a:lnTo>
                    <a:pt x="304552" y="294786"/>
                  </a:lnTo>
                  <a:lnTo>
                    <a:pt x="299588" y="286383"/>
                  </a:lnTo>
                  <a:lnTo>
                    <a:pt x="274541" y="300853"/>
                  </a:lnTo>
                  <a:lnTo>
                    <a:pt x="268831" y="290990"/>
                  </a:lnTo>
                  <a:lnTo>
                    <a:pt x="264548" y="283593"/>
                  </a:lnTo>
                  <a:lnTo>
                    <a:pt x="232331" y="227757"/>
                  </a:lnTo>
                  <a:lnTo>
                    <a:pt x="232331" y="227757"/>
                  </a:lnTo>
                  <a:cubicBezTo>
                    <a:pt x="232331" y="227757"/>
                    <a:pt x="232331" y="227757"/>
                    <a:pt x="232331" y="227757"/>
                  </a:cubicBezTo>
                  <a:lnTo>
                    <a:pt x="226686" y="217926"/>
                  </a:lnTo>
                  <a:lnTo>
                    <a:pt x="528772" y="43572"/>
                  </a:lnTo>
                  <a:lnTo>
                    <a:pt x="533898" y="52462"/>
                  </a:lnTo>
                  <a:lnTo>
                    <a:pt x="576562" y="126467"/>
                  </a:lnTo>
                  <a:lnTo>
                    <a:pt x="592752" y="154596"/>
                  </a:lnTo>
                  <a:lnTo>
                    <a:pt x="597586" y="162966"/>
                  </a:lnTo>
                  <a:lnTo>
                    <a:pt x="642553" y="137011"/>
                  </a:lnTo>
                  <a:lnTo>
                    <a:pt x="563584" y="0"/>
                  </a:lnTo>
                  <a:close/>
                  <a:moveTo>
                    <a:pt x="64531" y="385532"/>
                  </a:moveTo>
                  <a:lnTo>
                    <a:pt x="24301" y="373625"/>
                  </a:lnTo>
                  <a:lnTo>
                    <a:pt x="12231" y="352699"/>
                  </a:lnTo>
                  <a:lnTo>
                    <a:pt x="36305" y="329436"/>
                  </a:lnTo>
                  <a:lnTo>
                    <a:pt x="51424" y="355619"/>
                  </a:lnTo>
                  <a:lnTo>
                    <a:pt x="87988" y="334562"/>
                  </a:lnTo>
                  <a:lnTo>
                    <a:pt x="104210" y="362659"/>
                  </a:lnTo>
                  <a:lnTo>
                    <a:pt x="64564" y="385499"/>
                  </a:lnTo>
                  <a:close/>
                  <a:moveTo>
                    <a:pt x="91103" y="320546"/>
                  </a:moveTo>
                  <a:lnTo>
                    <a:pt x="228763" y="241059"/>
                  </a:lnTo>
                  <a:lnTo>
                    <a:pt x="237685" y="256502"/>
                  </a:lnTo>
                  <a:lnTo>
                    <a:pt x="255529" y="287454"/>
                  </a:lnTo>
                  <a:lnTo>
                    <a:pt x="117901" y="366909"/>
                  </a:lnTo>
                  <a:lnTo>
                    <a:pt x="91135" y="320546"/>
                  </a:lnTo>
                  <a:close/>
                  <a:moveTo>
                    <a:pt x="587398" y="125818"/>
                  </a:moveTo>
                  <a:lnTo>
                    <a:pt x="587463" y="125818"/>
                  </a:lnTo>
                  <a:cubicBezTo>
                    <a:pt x="587463" y="125818"/>
                    <a:pt x="548693" y="58659"/>
                    <a:pt x="548693" y="58659"/>
                  </a:cubicBezTo>
                  <a:lnTo>
                    <a:pt x="531919" y="29524"/>
                  </a:lnTo>
                  <a:lnTo>
                    <a:pt x="559983" y="13302"/>
                  </a:lnTo>
                  <a:lnTo>
                    <a:pt x="629219" y="133442"/>
                  </a:lnTo>
                  <a:lnTo>
                    <a:pt x="601122" y="149664"/>
                  </a:lnTo>
                  <a:lnTo>
                    <a:pt x="587398" y="125818"/>
                  </a:lnTo>
                  <a:close/>
                </a:path>
              </a:pathLst>
            </a:custGeom>
            <a:grpFill/>
            <a:ln w="3244" cap="flat">
              <a:noFill/>
              <a:prstDash val="solid"/>
              <a:miter/>
            </a:ln>
          </p:spPr>
          <p:txBody>
            <a:bodyPr rtlCol="0" anchor="ctr"/>
            <a:lstStyle/>
            <a:p>
              <a:endParaRPr lang="en-US"/>
            </a:p>
          </p:txBody>
        </p:sp>
        <p:sp>
          <p:nvSpPr>
            <p:cNvPr id="245" name="Freeform: Shape 1114"/>
            <p:cNvSpPr/>
            <p:nvPr/>
          </p:nvSpPr>
          <p:spPr>
            <a:xfrm>
              <a:off x="1344250" y="4119829"/>
              <a:ext cx="49639" cy="49639"/>
            </a:xfrm>
            <a:custGeom>
              <a:avLst/>
              <a:gdLst>
                <a:gd name="connsiteX0" fmla="*/ 24820 w 49639"/>
                <a:gd name="connsiteY0" fmla="*/ 0 h 49639"/>
                <a:gd name="connsiteX1" fmla="*/ 0 w 49639"/>
                <a:gd name="connsiteY1" fmla="*/ 24820 h 49639"/>
                <a:gd name="connsiteX2" fmla="*/ 24820 w 49639"/>
                <a:gd name="connsiteY2" fmla="*/ 49639 h 49639"/>
                <a:gd name="connsiteX3" fmla="*/ 49639 w 49639"/>
                <a:gd name="connsiteY3" fmla="*/ 24820 h 49639"/>
                <a:gd name="connsiteX4" fmla="*/ 24820 w 49639"/>
                <a:gd name="connsiteY4" fmla="*/ 0 h 49639"/>
                <a:gd name="connsiteX5" fmla="*/ 24820 w 49639"/>
                <a:gd name="connsiteY5" fmla="*/ 39939 h 49639"/>
                <a:gd name="connsiteX6" fmla="*/ 9733 w 49639"/>
                <a:gd name="connsiteY6" fmla="*/ 24852 h 49639"/>
                <a:gd name="connsiteX7" fmla="*/ 24820 w 49639"/>
                <a:gd name="connsiteY7" fmla="*/ 9766 h 49639"/>
                <a:gd name="connsiteX8" fmla="*/ 39906 w 49639"/>
                <a:gd name="connsiteY8" fmla="*/ 24852 h 49639"/>
                <a:gd name="connsiteX9" fmla="*/ 24820 w 49639"/>
                <a:gd name="connsiteY9" fmla="*/ 39939 h 4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39" h="49639">
                  <a:moveTo>
                    <a:pt x="24820" y="0"/>
                  </a:moveTo>
                  <a:cubicBezTo>
                    <a:pt x="11128" y="0"/>
                    <a:pt x="0" y="11128"/>
                    <a:pt x="0" y="24820"/>
                  </a:cubicBezTo>
                  <a:cubicBezTo>
                    <a:pt x="0" y="38511"/>
                    <a:pt x="11128" y="49639"/>
                    <a:pt x="24820" y="49639"/>
                  </a:cubicBezTo>
                  <a:cubicBezTo>
                    <a:pt x="38511" y="49639"/>
                    <a:pt x="49639" y="38511"/>
                    <a:pt x="49639" y="24820"/>
                  </a:cubicBezTo>
                  <a:cubicBezTo>
                    <a:pt x="49639" y="11128"/>
                    <a:pt x="38511" y="0"/>
                    <a:pt x="24820" y="0"/>
                  </a:cubicBezTo>
                  <a:close/>
                  <a:moveTo>
                    <a:pt x="24820" y="39939"/>
                  </a:moveTo>
                  <a:cubicBezTo>
                    <a:pt x="16482" y="39939"/>
                    <a:pt x="9733" y="33158"/>
                    <a:pt x="9733" y="24852"/>
                  </a:cubicBezTo>
                  <a:cubicBezTo>
                    <a:pt x="9733" y="16547"/>
                    <a:pt x="16514" y="9766"/>
                    <a:pt x="24820" y="9766"/>
                  </a:cubicBezTo>
                  <a:cubicBezTo>
                    <a:pt x="33125" y="9766"/>
                    <a:pt x="39906" y="16547"/>
                    <a:pt x="39906" y="24852"/>
                  </a:cubicBezTo>
                  <a:cubicBezTo>
                    <a:pt x="39906" y="33158"/>
                    <a:pt x="33125" y="39939"/>
                    <a:pt x="24820" y="39939"/>
                  </a:cubicBezTo>
                  <a:close/>
                </a:path>
              </a:pathLst>
            </a:custGeom>
            <a:grpFill/>
            <a:ln w="3244" cap="flat">
              <a:noFill/>
              <a:prstDash val="solid"/>
              <a:miter/>
            </a:ln>
          </p:spPr>
          <p:txBody>
            <a:bodyPr rtlCol="0" anchor="ctr"/>
            <a:lstStyle/>
            <a:p>
              <a:endParaRPr lang="en-US"/>
            </a:p>
          </p:txBody>
        </p:sp>
        <p:sp>
          <p:nvSpPr>
            <p:cNvPr id="246" name="Freeform: Shape 1115"/>
            <p:cNvSpPr/>
            <p:nvPr/>
          </p:nvSpPr>
          <p:spPr>
            <a:xfrm>
              <a:off x="1264373" y="4229652"/>
              <a:ext cx="59632" cy="59632"/>
            </a:xfrm>
            <a:custGeom>
              <a:avLst/>
              <a:gdLst>
                <a:gd name="connsiteX0" fmla="*/ 29816 w 59632"/>
                <a:gd name="connsiteY0" fmla="*/ 0 h 59632"/>
                <a:gd name="connsiteX1" fmla="*/ 0 w 59632"/>
                <a:gd name="connsiteY1" fmla="*/ 29816 h 59632"/>
                <a:gd name="connsiteX2" fmla="*/ 29816 w 59632"/>
                <a:gd name="connsiteY2" fmla="*/ 59632 h 59632"/>
                <a:gd name="connsiteX3" fmla="*/ 59632 w 59632"/>
                <a:gd name="connsiteY3" fmla="*/ 29816 h 59632"/>
                <a:gd name="connsiteX4" fmla="*/ 29816 w 59632"/>
                <a:gd name="connsiteY4" fmla="*/ 0 h 59632"/>
                <a:gd name="connsiteX5" fmla="*/ 29816 w 59632"/>
                <a:gd name="connsiteY5" fmla="*/ 49899 h 59632"/>
                <a:gd name="connsiteX6" fmla="*/ 9733 w 59632"/>
                <a:gd name="connsiteY6" fmla="*/ 29816 h 59632"/>
                <a:gd name="connsiteX7" fmla="*/ 29816 w 59632"/>
                <a:gd name="connsiteY7" fmla="*/ 9733 h 59632"/>
                <a:gd name="connsiteX8" fmla="*/ 49899 w 59632"/>
                <a:gd name="connsiteY8" fmla="*/ 29816 h 59632"/>
                <a:gd name="connsiteX9" fmla="*/ 29816 w 59632"/>
                <a:gd name="connsiteY9" fmla="*/ 49899 h 59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32" h="59632">
                  <a:moveTo>
                    <a:pt x="29816" y="0"/>
                  </a:moveTo>
                  <a:cubicBezTo>
                    <a:pt x="13367" y="0"/>
                    <a:pt x="0" y="13367"/>
                    <a:pt x="0" y="29816"/>
                  </a:cubicBezTo>
                  <a:cubicBezTo>
                    <a:pt x="0" y="46265"/>
                    <a:pt x="13367" y="59632"/>
                    <a:pt x="29816" y="59632"/>
                  </a:cubicBezTo>
                  <a:cubicBezTo>
                    <a:pt x="46265" y="59632"/>
                    <a:pt x="59632" y="46265"/>
                    <a:pt x="59632" y="29816"/>
                  </a:cubicBezTo>
                  <a:cubicBezTo>
                    <a:pt x="59632" y="13367"/>
                    <a:pt x="46265" y="0"/>
                    <a:pt x="29816" y="0"/>
                  </a:cubicBezTo>
                  <a:close/>
                  <a:moveTo>
                    <a:pt x="29816" y="49899"/>
                  </a:moveTo>
                  <a:cubicBezTo>
                    <a:pt x="18753" y="49899"/>
                    <a:pt x="9733" y="40879"/>
                    <a:pt x="9733" y="29816"/>
                  </a:cubicBezTo>
                  <a:cubicBezTo>
                    <a:pt x="9733" y="18753"/>
                    <a:pt x="18753" y="9733"/>
                    <a:pt x="29816" y="9733"/>
                  </a:cubicBezTo>
                  <a:cubicBezTo>
                    <a:pt x="40879" y="9733"/>
                    <a:pt x="49899" y="18753"/>
                    <a:pt x="49899" y="29816"/>
                  </a:cubicBezTo>
                  <a:cubicBezTo>
                    <a:pt x="49899" y="40879"/>
                    <a:pt x="40879" y="49899"/>
                    <a:pt x="29816" y="49899"/>
                  </a:cubicBezTo>
                  <a:close/>
                </a:path>
              </a:pathLst>
            </a:custGeom>
            <a:grpFill/>
            <a:ln w="3244" cap="flat">
              <a:noFill/>
              <a:prstDash val="solid"/>
              <a:miter/>
            </a:ln>
          </p:spPr>
          <p:txBody>
            <a:bodyPr rtlCol="0" anchor="ctr"/>
            <a:lstStyle/>
            <a:p>
              <a:endParaRPr lang="en-US"/>
            </a:p>
          </p:txBody>
        </p:sp>
        <p:sp>
          <p:nvSpPr>
            <p:cNvPr id="247" name="Freeform: Shape 1116"/>
            <p:cNvSpPr/>
            <p:nvPr/>
          </p:nvSpPr>
          <p:spPr>
            <a:xfrm>
              <a:off x="944929" y="3900215"/>
              <a:ext cx="69624" cy="69624"/>
            </a:xfrm>
            <a:custGeom>
              <a:avLst/>
              <a:gdLst>
                <a:gd name="connsiteX0" fmla="*/ 34812 w 69624"/>
                <a:gd name="connsiteY0" fmla="*/ 69625 h 69624"/>
                <a:gd name="connsiteX1" fmla="*/ 69625 w 69624"/>
                <a:gd name="connsiteY1" fmla="*/ 34813 h 69624"/>
                <a:gd name="connsiteX2" fmla="*/ 34812 w 69624"/>
                <a:gd name="connsiteY2" fmla="*/ 0 h 69624"/>
                <a:gd name="connsiteX3" fmla="*/ 0 w 69624"/>
                <a:gd name="connsiteY3" fmla="*/ 34813 h 69624"/>
                <a:gd name="connsiteX4" fmla="*/ 34812 w 69624"/>
                <a:gd name="connsiteY4" fmla="*/ 69625 h 69624"/>
                <a:gd name="connsiteX5" fmla="*/ 34812 w 69624"/>
                <a:gd name="connsiteY5" fmla="*/ 9733 h 69624"/>
                <a:gd name="connsiteX6" fmla="*/ 59892 w 69624"/>
                <a:gd name="connsiteY6" fmla="*/ 34813 h 69624"/>
                <a:gd name="connsiteX7" fmla="*/ 34812 w 69624"/>
                <a:gd name="connsiteY7" fmla="*/ 59892 h 69624"/>
                <a:gd name="connsiteX8" fmla="*/ 9733 w 69624"/>
                <a:gd name="connsiteY8" fmla="*/ 34813 h 69624"/>
                <a:gd name="connsiteX9" fmla="*/ 34812 w 69624"/>
                <a:gd name="connsiteY9" fmla="*/ 9733 h 6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624" h="69624">
                  <a:moveTo>
                    <a:pt x="34812" y="69625"/>
                  </a:moveTo>
                  <a:cubicBezTo>
                    <a:pt x="54019" y="69625"/>
                    <a:pt x="69625" y="54019"/>
                    <a:pt x="69625" y="34813"/>
                  </a:cubicBezTo>
                  <a:cubicBezTo>
                    <a:pt x="69625" y="15606"/>
                    <a:pt x="54019" y="0"/>
                    <a:pt x="34812" y="0"/>
                  </a:cubicBezTo>
                  <a:cubicBezTo>
                    <a:pt x="15606" y="0"/>
                    <a:pt x="0" y="15606"/>
                    <a:pt x="0" y="34813"/>
                  </a:cubicBezTo>
                  <a:cubicBezTo>
                    <a:pt x="0" y="54019"/>
                    <a:pt x="15606" y="69625"/>
                    <a:pt x="34812" y="69625"/>
                  </a:cubicBezTo>
                  <a:close/>
                  <a:moveTo>
                    <a:pt x="34812" y="9733"/>
                  </a:moveTo>
                  <a:cubicBezTo>
                    <a:pt x="48634" y="9733"/>
                    <a:pt x="59892" y="20991"/>
                    <a:pt x="59892" y="34813"/>
                  </a:cubicBezTo>
                  <a:cubicBezTo>
                    <a:pt x="59892" y="48634"/>
                    <a:pt x="48634" y="59892"/>
                    <a:pt x="34812" y="59892"/>
                  </a:cubicBezTo>
                  <a:cubicBezTo>
                    <a:pt x="20991" y="59892"/>
                    <a:pt x="9733" y="48634"/>
                    <a:pt x="9733" y="34813"/>
                  </a:cubicBezTo>
                  <a:cubicBezTo>
                    <a:pt x="9733" y="20991"/>
                    <a:pt x="20991" y="9733"/>
                    <a:pt x="34812" y="9733"/>
                  </a:cubicBezTo>
                  <a:close/>
                </a:path>
              </a:pathLst>
            </a:custGeom>
            <a:grpFill/>
            <a:ln w="3244" cap="flat">
              <a:noFill/>
              <a:prstDash val="solid"/>
              <a:miter/>
            </a:ln>
          </p:spPr>
          <p:txBody>
            <a:bodyPr rtlCol="0" anchor="ctr"/>
            <a:lstStyle/>
            <a:p>
              <a:endParaRPr lang="en-US"/>
            </a:p>
          </p:txBody>
        </p:sp>
        <p:sp>
          <p:nvSpPr>
            <p:cNvPr id="248" name="Freeform: Shape 1117"/>
            <p:cNvSpPr/>
            <p:nvPr/>
          </p:nvSpPr>
          <p:spPr>
            <a:xfrm>
              <a:off x="1155685" y="4347034"/>
              <a:ext cx="143564" cy="181848"/>
            </a:xfrm>
            <a:custGeom>
              <a:avLst/>
              <a:gdLst>
                <a:gd name="connsiteX0" fmla="*/ 0 w 143564"/>
                <a:gd name="connsiteY0" fmla="*/ 15703 h 181848"/>
                <a:gd name="connsiteX1" fmla="*/ 123482 w 143564"/>
                <a:gd name="connsiteY1" fmla="*/ 172115 h 181848"/>
                <a:gd name="connsiteX2" fmla="*/ 0 w 143564"/>
                <a:gd name="connsiteY2" fmla="*/ 172115 h 181848"/>
                <a:gd name="connsiteX3" fmla="*/ 0 w 143564"/>
                <a:gd name="connsiteY3" fmla="*/ 181848 h 181848"/>
                <a:gd name="connsiteX4" fmla="*/ 143565 w 143564"/>
                <a:gd name="connsiteY4" fmla="*/ 181848 h 181848"/>
                <a:gd name="connsiteX5" fmla="*/ 0 w 143564"/>
                <a:gd name="connsiteY5" fmla="*/ 0 h 181848"/>
                <a:gd name="connsiteX6" fmla="*/ 0 w 143564"/>
                <a:gd name="connsiteY6" fmla="*/ 15703 h 18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64" h="181848">
                  <a:moveTo>
                    <a:pt x="0" y="15703"/>
                  </a:moveTo>
                  <a:lnTo>
                    <a:pt x="123482" y="172115"/>
                  </a:lnTo>
                  <a:lnTo>
                    <a:pt x="0" y="172115"/>
                  </a:lnTo>
                  <a:lnTo>
                    <a:pt x="0" y="181848"/>
                  </a:lnTo>
                  <a:lnTo>
                    <a:pt x="143565" y="181848"/>
                  </a:lnTo>
                  <a:lnTo>
                    <a:pt x="0" y="0"/>
                  </a:lnTo>
                  <a:lnTo>
                    <a:pt x="0" y="15703"/>
                  </a:lnTo>
                  <a:close/>
                </a:path>
              </a:pathLst>
            </a:custGeom>
            <a:grpFill/>
            <a:ln w="3244" cap="flat">
              <a:noFill/>
              <a:prstDash val="solid"/>
              <a:miter/>
            </a:ln>
          </p:spPr>
          <p:txBody>
            <a:bodyPr rtlCol="0" anchor="ctr"/>
            <a:lstStyle/>
            <a:p>
              <a:endParaRPr lang="en-US"/>
            </a:p>
          </p:txBody>
        </p:sp>
        <p:sp>
          <p:nvSpPr>
            <p:cNvPr id="249" name="Freeform: Shape 1118"/>
            <p:cNvSpPr/>
            <p:nvPr/>
          </p:nvSpPr>
          <p:spPr>
            <a:xfrm>
              <a:off x="979677" y="4347034"/>
              <a:ext cx="143564" cy="181848"/>
            </a:xfrm>
            <a:custGeom>
              <a:avLst/>
              <a:gdLst>
                <a:gd name="connsiteX0" fmla="*/ 143565 w 143564"/>
                <a:gd name="connsiteY0" fmla="*/ 181848 h 181848"/>
                <a:gd name="connsiteX1" fmla="*/ 143565 w 143564"/>
                <a:gd name="connsiteY1" fmla="*/ 172115 h 181848"/>
                <a:gd name="connsiteX2" fmla="*/ 20083 w 143564"/>
                <a:gd name="connsiteY2" fmla="*/ 172115 h 181848"/>
                <a:gd name="connsiteX3" fmla="*/ 143565 w 143564"/>
                <a:gd name="connsiteY3" fmla="*/ 15703 h 181848"/>
                <a:gd name="connsiteX4" fmla="*/ 143565 w 143564"/>
                <a:gd name="connsiteY4" fmla="*/ 0 h 181848"/>
                <a:gd name="connsiteX5" fmla="*/ 0 w 143564"/>
                <a:gd name="connsiteY5" fmla="*/ 181848 h 181848"/>
                <a:gd name="connsiteX6" fmla="*/ 143565 w 143564"/>
                <a:gd name="connsiteY6" fmla="*/ 181848 h 18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64" h="181848">
                  <a:moveTo>
                    <a:pt x="143565" y="181848"/>
                  </a:moveTo>
                  <a:lnTo>
                    <a:pt x="143565" y="172115"/>
                  </a:lnTo>
                  <a:lnTo>
                    <a:pt x="20083" y="172115"/>
                  </a:lnTo>
                  <a:lnTo>
                    <a:pt x="143565" y="15703"/>
                  </a:lnTo>
                  <a:lnTo>
                    <a:pt x="143565" y="0"/>
                  </a:lnTo>
                  <a:lnTo>
                    <a:pt x="0" y="181848"/>
                  </a:lnTo>
                  <a:lnTo>
                    <a:pt x="143565" y="181848"/>
                  </a:lnTo>
                  <a:close/>
                </a:path>
              </a:pathLst>
            </a:custGeom>
            <a:grpFill/>
            <a:ln w="3244" cap="flat">
              <a:noFill/>
              <a:prstDash val="solid"/>
              <a:miter/>
            </a:ln>
          </p:spPr>
          <p:txBody>
            <a:bodyPr rtlCol="0" anchor="ctr"/>
            <a:lstStyle/>
            <a:p>
              <a:endParaRPr lang="en-US"/>
            </a:p>
          </p:txBody>
        </p:sp>
        <p:sp>
          <p:nvSpPr>
            <p:cNvPr id="250" name="Freeform: Shape 1119"/>
            <p:cNvSpPr/>
            <p:nvPr/>
          </p:nvSpPr>
          <p:spPr>
            <a:xfrm>
              <a:off x="1058288" y="4194255"/>
              <a:ext cx="76016" cy="91881"/>
            </a:xfrm>
            <a:custGeom>
              <a:avLst/>
              <a:gdLst>
                <a:gd name="connsiteX0" fmla="*/ 10090 w 76016"/>
                <a:gd name="connsiteY0" fmla="*/ 74784 h 91881"/>
                <a:gd name="connsiteX1" fmla="*/ 6294 w 76016"/>
                <a:gd name="connsiteY1" fmla="*/ 71539 h 91881"/>
                <a:gd name="connsiteX2" fmla="*/ 0 w 76016"/>
                <a:gd name="connsiteY2" fmla="*/ 78936 h 91881"/>
                <a:gd name="connsiteX3" fmla="*/ 15151 w 76016"/>
                <a:gd name="connsiteY3" fmla="*/ 91881 h 91881"/>
                <a:gd name="connsiteX4" fmla="*/ 21478 w 76016"/>
                <a:gd name="connsiteY4" fmla="*/ 84452 h 91881"/>
                <a:gd name="connsiteX5" fmla="*/ 17520 w 76016"/>
                <a:gd name="connsiteY5" fmla="*/ 81110 h 91881"/>
                <a:gd name="connsiteX6" fmla="*/ 76016 w 76016"/>
                <a:gd name="connsiteY6" fmla="*/ 8955 h 91881"/>
                <a:gd name="connsiteX7" fmla="*/ 70728 w 76016"/>
                <a:gd name="connsiteY7" fmla="*/ 0 h 91881"/>
                <a:gd name="connsiteX8" fmla="*/ 10090 w 76016"/>
                <a:gd name="connsiteY8" fmla="*/ 74784 h 9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16" h="91881">
                  <a:moveTo>
                    <a:pt x="10090" y="74784"/>
                  </a:moveTo>
                  <a:lnTo>
                    <a:pt x="6294" y="71539"/>
                  </a:lnTo>
                  <a:lnTo>
                    <a:pt x="0" y="78936"/>
                  </a:lnTo>
                  <a:lnTo>
                    <a:pt x="15151" y="91881"/>
                  </a:lnTo>
                  <a:lnTo>
                    <a:pt x="21478" y="84452"/>
                  </a:lnTo>
                  <a:lnTo>
                    <a:pt x="17520" y="81110"/>
                  </a:lnTo>
                  <a:lnTo>
                    <a:pt x="76016" y="8955"/>
                  </a:lnTo>
                  <a:lnTo>
                    <a:pt x="70728" y="0"/>
                  </a:lnTo>
                  <a:lnTo>
                    <a:pt x="10090" y="74784"/>
                  </a:lnTo>
                  <a:close/>
                </a:path>
              </a:pathLst>
            </a:custGeom>
            <a:grpFill/>
            <a:ln w="3244" cap="flat">
              <a:noFill/>
              <a:prstDash val="solid"/>
              <a:miter/>
            </a:ln>
          </p:spPr>
          <p:txBody>
            <a:bodyPr rtlCol="0" anchor="ctr"/>
            <a:lstStyle/>
            <a:p>
              <a:endParaRPr lang="en-US"/>
            </a:p>
          </p:txBody>
        </p:sp>
        <p:sp>
          <p:nvSpPr>
            <p:cNvPr id="251" name="Freeform: Shape 819"/>
            <p:cNvSpPr/>
            <p:nvPr/>
          </p:nvSpPr>
          <p:spPr>
            <a:xfrm>
              <a:off x="1123241" y="4024898"/>
              <a:ext cx="293358" cy="503984"/>
            </a:xfrm>
            <a:custGeom>
              <a:avLst/>
              <a:gdLst>
                <a:gd name="connsiteX0" fmla="*/ 44708 w 293358"/>
                <a:gd name="connsiteY0" fmla="*/ 171693 h 503984"/>
                <a:gd name="connsiteX1" fmla="*/ 70176 w 293358"/>
                <a:gd name="connsiteY1" fmla="*/ 214682 h 503984"/>
                <a:gd name="connsiteX2" fmla="*/ 32444 w 293358"/>
                <a:gd name="connsiteY2" fmla="*/ 238528 h 503984"/>
                <a:gd name="connsiteX3" fmla="*/ 32444 w 293358"/>
                <a:gd name="connsiteY3" fmla="*/ 503985 h 503984"/>
                <a:gd name="connsiteX4" fmla="*/ 0 w 293358"/>
                <a:gd name="connsiteY4" fmla="*/ 503985 h 503984"/>
                <a:gd name="connsiteX5" fmla="*/ 0 w 293358"/>
                <a:gd name="connsiteY5" fmla="*/ 220651 h 503984"/>
                <a:gd name="connsiteX6" fmla="*/ 26312 w 293358"/>
                <a:gd name="connsiteY6" fmla="*/ 204040 h 503984"/>
                <a:gd name="connsiteX7" fmla="*/ 11063 w 293358"/>
                <a:gd name="connsiteY7" fmla="*/ 178312 h 503984"/>
                <a:gd name="connsiteX8" fmla="*/ 5775 w 293358"/>
                <a:gd name="connsiteY8" fmla="*/ 169357 h 503984"/>
                <a:gd name="connsiteX9" fmla="*/ 5159 w 293358"/>
                <a:gd name="connsiteY9" fmla="*/ 168319 h 503984"/>
                <a:gd name="connsiteX10" fmla="*/ 195 w 293358"/>
                <a:gd name="connsiteY10" fmla="*/ 159916 h 503984"/>
                <a:gd name="connsiteX11" fmla="*/ 14438 w 293358"/>
                <a:gd name="connsiteY11" fmla="*/ 151708 h 503984"/>
                <a:gd name="connsiteX12" fmla="*/ 277169 w 293358"/>
                <a:gd name="connsiteY12" fmla="*/ 0 h 503984"/>
                <a:gd name="connsiteX13" fmla="*/ 293358 w 293358"/>
                <a:gd name="connsiteY13" fmla="*/ 28129 h 503984"/>
                <a:gd name="connsiteX14" fmla="*/ 44708 w 293358"/>
                <a:gd name="connsiteY14" fmla="*/ 171693 h 50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58" h="503984">
                  <a:moveTo>
                    <a:pt x="44708" y="171693"/>
                  </a:moveTo>
                  <a:lnTo>
                    <a:pt x="70176" y="214682"/>
                  </a:lnTo>
                  <a:lnTo>
                    <a:pt x="32444" y="238528"/>
                  </a:lnTo>
                  <a:lnTo>
                    <a:pt x="32444" y="503985"/>
                  </a:lnTo>
                  <a:lnTo>
                    <a:pt x="0" y="503985"/>
                  </a:lnTo>
                  <a:lnTo>
                    <a:pt x="0" y="220651"/>
                  </a:lnTo>
                  <a:lnTo>
                    <a:pt x="26312" y="204040"/>
                  </a:lnTo>
                  <a:lnTo>
                    <a:pt x="11063" y="178312"/>
                  </a:lnTo>
                  <a:lnTo>
                    <a:pt x="5775" y="169357"/>
                  </a:lnTo>
                  <a:lnTo>
                    <a:pt x="5159" y="168319"/>
                  </a:lnTo>
                  <a:lnTo>
                    <a:pt x="195" y="159916"/>
                  </a:lnTo>
                  <a:lnTo>
                    <a:pt x="14438" y="151708"/>
                  </a:lnTo>
                  <a:lnTo>
                    <a:pt x="277169" y="0"/>
                  </a:lnTo>
                  <a:lnTo>
                    <a:pt x="293358" y="28129"/>
                  </a:lnTo>
                  <a:lnTo>
                    <a:pt x="44708" y="171693"/>
                  </a:lnTo>
                  <a:close/>
                </a:path>
              </a:pathLst>
            </a:custGeom>
            <a:solidFill>
              <a:schemeClr val="accent1"/>
            </a:solidFill>
            <a:ln w="3244" cap="flat">
              <a:noFill/>
              <a:prstDash val="solid"/>
              <a:miter/>
            </a:ln>
          </p:spPr>
          <p:txBody>
            <a:bodyPr rtlCol="0" anchor="ctr"/>
            <a:lstStyle/>
            <a:p>
              <a:endParaRPr lang="en-US"/>
            </a:p>
          </p:txBody>
        </p:sp>
      </p:grpSp>
      <p:grpSp>
        <p:nvGrpSpPr>
          <p:cNvPr id="252" name="Group 327"/>
          <p:cNvGrpSpPr/>
          <p:nvPr/>
        </p:nvGrpSpPr>
        <p:grpSpPr>
          <a:xfrm>
            <a:off x="1177997" y="5445252"/>
            <a:ext cx="697415" cy="629769"/>
            <a:chOff x="806556" y="5197358"/>
            <a:chExt cx="697415" cy="629769"/>
          </a:xfrm>
          <a:solidFill>
            <a:schemeClr val="tx1"/>
          </a:solidFill>
        </p:grpSpPr>
        <p:sp>
          <p:nvSpPr>
            <p:cNvPr id="253" name="Freeform: Shape 1104"/>
            <p:cNvSpPr/>
            <p:nvPr/>
          </p:nvSpPr>
          <p:spPr>
            <a:xfrm>
              <a:off x="849446" y="5431149"/>
              <a:ext cx="438869" cy="353023"/>
            </a:xfrm>
            <a:custGeom>
              <a:avLst/>
              <a:gdLst>
                <a:gd name="connsiteX0" fmla="*/ 438870 w 438869"/>
                <a:gd name="connsiteY0" fmla="*/ 0 h 353023"/>
                <a:gd name="connsiteX1" fmla="*/ 0 w 438869"/>
                <a:gd name="connsiteY1" fmla="*/ 0 h 353023"/>
                <a:gd name="connsiteX2" fmla="*/ 0 w 438869"/>
                <a:gd name="connsiteY2" fmla="*/ 353023 h 353023"/>
                <a:gd name="connsiteX3" fmla="*/ 438870 w 438869"/>
                <a:gd name="connsiteY3" fmla="*/ 353023 h 353023"/>
                <a:gd name="connsiteX4" fmla="*/ 438870 w 438869"/>
                <a:gd name="connsiteY4" fmla="*/ 0 h 353023"/>
                <a:gd name="connsiteX5" fmla="*/ 429137 w 438869"/>
                <a:gd name="connsiteY5" fmla="*/ 9733 h 353023"/>
                <a:gd name="connsiteX6" fmla="*/ 429137 w 438869"/>
                <a:gd name="connsiteY6" fmla="*/ 133020 h 353023"/>
                <a:gd name="connsiteX7" fmla="*/ 340272 w 438869"/>
                <a:gd name="connsiteY7" fmla="*/ 48861 h 353023"/>
                <a:gd name="connsiteX8" fmla="*/ 213871 w 438869"/>
                <a:gd name="connsiteY8" fmla="*/ 175197 h 353023"/>
                <a:gd name="connsiteX9" fmla="*/ 171888 w 438869"/>
                <a:gd name="connsiteY9" fmla="*/ 133345 h 353023"/>
                <a:gd name="connsiteX10" fmla="*/ 9733 w 438869"/>
                <a:gd name="connsiteY10" fmla="*/ 293618 h 353023"/>
                <a:gd name="connsiteX11" fmla="*/ 9733 w 438869"/>
                <a:gd name="connsiteY11" fmla="*/ 9766 h 353023"/>
                <a:gd name="connsiteX12" fmla="*/ 429137 w 438869"/>
                <a:gd name="connsiteY12" fmla="*/ 9766 h 353023"/>
                <a:gd name="connsiteX13" fmla="*/ 9733 w 438869"/>
                <a:gd name="connsiteY13" fmla="*/ 307277 h 353023"/>
                <a:gd name="connsiteX14" fmla="*/ 171856 w 438869"/>
                <a:gd name="connsiteY14" fmla="*/ 147036 h 353023"/>
                <a:gd name="connsiteX15" fmla="*/ 368791 w 438869"/>
                <a:gd name="connsiteY15" fmla="*/ 343290 h 353023"/>
                <a:gd name="connsiteX16" fmla="*/ 9733 w 438869"/>
                <a:gd name="connsiteY16" fmla="*/ 343290 h 353023"/>
                <a:gd name="connsiteX17" fmla="*/ 9733 w 438869"/>
                <a:gd name="connsiteY17" fmla="*/ 307277 h 353023"/>
                <a:gd name="connsiteX18" fmla="*/ 382579 w 438869"/>
                <a:gd name="connsiteY18" fmla="*/ 343290 h 353023"/>
                <a:gd name="connsiteX19" fmla="*/ 220781 w 438869"/>
                <a:gd name="connsiteY19" fmla="*/ 182043 h 353023"/>
                <a:gd name="connsiteX20" fmla="*/ 340467 w 438869"/>
                <a:gd name="connsiteY20" fmla="*/ 62422 h 353023"/>
                <a:gd name="connsiteX21" fmla="*/ 429137 w 438869"/>
                <a:gd name="connsiteY21" fmla="*/ 146420 h 353023"/>
                <a:gd name="connsiteX22" fmla="*/ 429137 w 438869"/>
                <a:gd name="connsiteY22" fmla="*/ 343290 h 353023"/>
                <a:gd name="connsiteX23" fmla="*/ 382579 w 438869"/>
                <a:gd name="connsiteY23" fmla="*/ 343290 h 35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8869" h="353023">
                  <a:moveTo>
                    <a:pt x="438870" y="0"/>
                  </a:moveTo>
                  <a:lnTo>
                    <a:pt x="0" y="0"/>
                  </a:lnTo>
                  <a:lnTo>
                    <a:pt x="0" y="353023"/>
                  </a:lnTo>
                  <a:lnTo>
                    <a:pt x="438870" y="353023"/>
                  </a:lnTo>
                  <a:lnTo>
                    <a:pt x="438870" y="0"/>
                  </a:lnTo>
                  <a:close/>
                  <a:moveTo>
                    <a:pt x="429137" y="9733"/>
                  </a:moveTo>
                  <a:lnTo>
                    <a:pt x="429137" y="133020"/>
                  </a:lnTo>
                  <a:lnTo>
                    <a:pt x="340272" y="48861"/>
                  </a:lnTo>
                  <a:lnTo>
                    <a:pt x="213871" y="175197"/>
                  </a:lnTo>
                  <a:lnTo>
                    <a:pt x="171888" y="133345"/>
                  </a:lnTo>
                  <a:lnTo>
                    <a:pt x="9733" y="293618"/>
                  </a:lnTo>
                  <a:lnTo>
                    <a:pt x="9733" y="9766"/>
                  </a:lnTo>
                  <a:lnTo>
                    <a:pt x="429137" y="9766"/>
                  </a:lnTo>
                  <a:close/>
                  <a:moveTo>
                    <a:pt x="9733" y="307277"/>
                  </a:moveTo>
                  <a:lnTo>
                    <a:pt x="171856" y="147036"/>
                  </a:lnTo>
                  <a:lnTo>
                    <a:pt x="368791" y="343290"/>
                  </a:lnTo>
                  <a:lnTo>
                    <a:pt x="9733" y="343290"/>
                  </a:lnTo>
                  <a:lnTo>
                    <a:pt x="9733" y="307277"/>
                  </a:lnTo>
                  <a:close/>
                  <a:moveTo>
                    <a:pt x="382579" y="343290"/>
                  </a:moveTo>
                  <a:lnTo>
                    <a:pt x="220781" y="182043"/>
                  </a:lnTo>
                  <a:lnTo>
                    <a:pt x="340467" y="62422"/>
                  </a:lnTo>
                  <a:lnTo>
                    <a:pt x="429137" y="146420"/>
                  </a:lnTo>
                  <a:lnTo>
                    <a:pt x="429137" y="343290"/>
                  </a:lnTo>
                  <a:lnTo>
                    <a:pt x="382579" y="343290"/>
                  </a:lnTo>
                  <a:close/>
                </a:path>
              </a:pathLst>
            </a:custGeom>
            <a:grpFill/>
            <a:ln w="3244" cap="flat">
              <a:noFill/>
              <a:prstDash val="solid"/>
              <a:miter/>
            </a:ln>
          </p:spPr>
          <p:txBody>
            <a:bodyPr rtlCol="0" anchor="ctr"/>
            <a:lstStyle/>
            <a:p>
              <a:endParaRPr lang="en-US"/>
            </a:p>
          </p:txBody>
        </p:sp>
        <p:sp>
          <p:nvSpPr>
            <p:cNvPr id="254" name="Freeform: Shape 1105"/>
            <p:cNvSpPr/>
            <p:nvPr/>
          </p:nvSpPr>
          <p:spPr>
            <a:xfrm>
              <a:off x="806556" y="5197358"/>
              <a:ext cx="666010" cy="629769"/>
            </a:xfrm>
            <a:custGeom>
              <a:avLst/>
              <a:gdLst>
                <a:gd name="connsiteX0" fmla="*/ 179545 w 666010"/>
                <a:gd name="connsiteY0" fmla="*/ 0 h 629769"/>
                <a:gd name="connsiteX1" fmla="*/ 129257 w 666010"/>
                <a:gd name="connsiteY1" fmla="*/ 190900 h 629769"/>
                <a:gd name="connsiteX2" fmla="*/ 0 w 666010"/>
                <a:gd name="connsiteY2" fmla="*/ 190900 h 629769"/>
                <a:gd name="connsiteX3" fmla="*/ 0 w 666010"/>
                <a:gd name="connsiteY3" fmla="*/ 629770 h 629769"/>
                <a:gd name="connsiteX4" fmla="*/ 524684 w 666010"/>
                <a:gd name="connsiteY4" fmla="*/ 629770 h 629769"/>
                <a:gd name="connsiteX5" fmla="*/ 524684 w 666010"/>
                <a:gd name="connsiteY5" fmla="*/ 518487 h 629769"/>
                <a:gd name="connsiteX6" fmla="*/ 536915 w 666010"/>
                <a:gd name="connsiteY6" fmla="*/ 522445 h 629769"/>
                <a:gd name="connsiteX7" fmla="*/ 633858 w 666010"/>
                <a:gd name="connsiteY7" fmla="*/ 166113 h 629769"/>
                <a:gd name="connsiteX8" fmla="*/ 413466 w 666010"/>
                <a:gd name="connsiteY8" fmla="*/ 108525 h 629769"/>
                <a:gd name="connsiteX9" fmla="*/ 413466 w 666010"/>
                <a:gd name="connsiteY9" fmla="*/ 108525 h 629769"/>
                <a:gd name="connsiteX10" fmla="*/ 210042 w 666010"/>
                <a:gd name="connsiteY10" fmla="*/ 52559 h 629769"/>
                <a:gd name="connsiteX11" fmla="*/ 169714 w 666010"/>
                <a:gd name="connsiteY11" fmla="*/ 190900 h 629769"/>
                <a:gd name="connsiteX12" fmla="*/ 139314 w 666010"/>
                <a:gd name="connsiteY12" fmla="*/ 190900 h 629769"/>
                <a:gd name="connsiteX13" fmla="*/ 186488 w 666010"/>
                <a:gd name="connsiteY13" fmla="*/ 11939 h 629769"/>
                <a:gd name="connsiteX14" fmla="*/ 663512 w 666010"/>
                <a:gd name="connsiteY14" fmla="*/ 139736 h 629769"/>
                <a:gd name="connsiteX15" fmla="*/ 666010 w 666010"/>
                <a:gd name="connsiteY15" fmla="*/ 130360 h 629769"/>
                <a:gd name="connsiteX16" fmla="*/ 666010 w 666010"/>
                <a:gd name="connsiteY16" fmla="*/ 130360 h 629769"/>
                <a:gd name="connsiteX17" fmla="*/ 179545 w 666010"/>
                <a:gd name="connsiteY17" fmla="*/ 0 h 629769"/>
                <a:gd name="connsiteX18" fmla="*/ 216693 w 666010"/>
                <a:gd name="connsiteY18" fmla="*/ 64466 h 629769"/>
                <a:gd name="connsiteX19" fmla="*/ 410935 w 666010"/>
                <a:gd name="connsiteY19" fmla="*/ 117934 h 629769"/>
                <a:gd name="connsiteX20" fmla="*/ 412493 w 666010"/>
                <a:gd name="connsiteY20" fmla="*/ 112191 h 629769"/>
                <a:gd name="connsiteX21" fmla="*/ 411000 w 666010"/>
                <a:gd name="connsiteY21" fmla="*/ 117934 h 629769"/>
                <a:gd name="connsiteX22" fmla="*/ 621886 w 666010"/>
                <a:gd name="connsiteY22" fmla="*/ 173056 h 629769"/>
                <a:gd name="connsiteX23" fmla="*/ 530200 w 666010"/>
                <a:gd name="connsiteY23" fmla="*/ 510019 h 629769"/>
                <a:gd name="connsiteX24" fmla="*/ 524684 w 666010"/>
                <a:gd name="connsiteY24" fmla="*/ 508235 h 629769"/>
                <a:gd name="connsiteX25" fmla="*/ 524684 w 666010"/>
                <a:gd name="connsiteY25" fmla="*/ 190900 h 629769"/>
                <a:gd name="connsiteX26" fmla="*/ 179869 w 666010"/>
                <a:gd name="connsiteY26" fmla="*/ 190900 h 629769"/>
                <a:gd name="connsiteX27" fmla="*/ 216693 w 666010"/>
                <a:gd name="connsiteY27" fmla="*/ 64466 h 629769"/>
                <a:gd name="connsiteX28" fmla="*/ 514951 w 666010"/>
                <a:gd name="connsiteY28" fmla="*/ 200633 h 629769"/>
                <a:gd name="connsiteX29" fmla="*/ 514951 w 666010"/>
                <a:gd name="connsiteY29" fmla="*/ 620037 h 629769"/>
                <a:gd name="connsiteX30" fmla="*/ 9733 w 666010"/>
                <a:gd name="connsiteY30" fmla="*/ 620037 h 629769"/>
                <a:gd name="connsiteX31" fmla="*/ 9733 w 666010"/>
                <a:gd name="connsiteY31" fmla="*/ 200633 h 629769"/>
                <a:gd name="connsiteX32" fmla="*/ 514951 w 666010"/>
                <a:gd name="connsiteY32" fmla="*/ 200633 h 62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6010" h="629769">
                  <a:moveTo>
                    <a:pt x="179545" y="0"/>
                  </a:moveTo>
                  <a:lnTo>
                    <a:pt x="129257" y="190900"/>
                  </a:lnTo>
                  <a:lnTo>
                    <a:pt x="0" y="190900"/>
                  </a:lnTo>
                  <a:lnTo>
                    <a:pt x="0" y="629770"/>
                  </a:lnTo>
                  <a:lnTo>
                    <a:pt x="524684" y="629770"/>
                  </a:lnTo>
                  <a:lnTo>
                    <a:pt x="524684" y="518487"/>
                  </a:lnTo>
                  <a:lnTo>
                    <a:pt x="536915" y="522445"/>
                  </a:lnTo>
                  <a:lnTo>
                    <a:pt x="633858" y="166113"/>
                  </a:lnTo>
                  <a:lnTo>
                    <a:pt x="413466" y="108525"/>
                  </a:lnTo>
                  <a:lnTo>
                    <a:pt x="413466" y="108525"/>
                  </a:lnTo>
                  <a:cubicBezTo>
                    <a:pt x="413466" y="108525"/>
                    <a:pt x="210042" y="52559"/>
                    <a:pt x="210042" y="52559"/>
                  </a:cubicBezTo>
                  <a:lnTo>
                    <a:pt x="169714" y="190900"/>
                  </a:lnTo>
                  <a:lnTo>
                    <a:pt x="139314" y="190900"/>
                  </a:lnTo>
                  <a:lnTo>
                    <a:pt x="186488" y="11939"/>
                  </a:lnTo>
                  <a:lnTo>
                    <a:pt x="663512" y="139736"/>
                  </a:lnTo>
                  <a:lnTo>
                    <a:pt x="666010" y="130360"/>
                  </a:lnTo>
                  <a:lnTo>
                    <a:pt x="666010" y="130360"/>
                  </a:lnTo>
                  <a:cubicBezTo>
                    <a:pt x="666010" y="130360"/>
                    <a:pt x="179545" y="0"/>
                    <a:pt x="179545" y="0"/>
                  </a:cubicBezTo>
                  <a:close/>
                  <a:moveTo>
                    <a:pt x="216693" y="64466"/>
                  </a:moveTo>
                  <a:lnTo>
                    <a:pt x="410935" y="117934"/>
                  </a:lnTo>
                  <a:lnTo>
                    <a:pt x="412493" y="112191"/>
                  </a:lnTo>
                  <a:lnTo>
                    <a:pt x="411000" y="117934"/>
                  </a:lnTo>
                  <a:lnTo>
                    <a:pt x="621886" y="173056"/>
                  </a:lnTo>
                  <a:lnTo>
                    <a:pt x="530200" y="510019"/>
                  </a:lnTo>
                  <a:lnTo>
                    <a:pt x="524684" y="508235"/>
                  </a:lnTo>
                  <a:lnTo>
                    <a:pt x="524684" y="190900"/>
                  </a:lnTo>
                  <a:lnTo>
                    <a:pt x="179869" y="190900"/>
                  </a:lnTo>
                  <a:lnTo>
                    <a:pt x="216693" y="64466"/>
                  </a:lnTo>
                  <a:close/>
                  <a:moveTo>
                    <a:pt x="514951" y="200633"/>
                  </a:moveTo>
                  <a:lnTo>
                    <a:pt x="514951" y="620037"/>
                  </a:lnTo>
                  <a:lnTo>
                    <a:pt x="9733" y="620037"/>
                  </a:lnTo>
                  <a:lnTo>
                    <a:pt x="9733" y="200633"/>
                  </a:lnTo>
                  <a:lnTo>
                    <a:pt x="514951" y="200633"/>
                  </a:lnTo>
                  <a:close/>
                </a:path>
              </a:pathLst>
            </a:custGeom>
            <a:grpFill/>
            <a:ln w="3244" cap="flat">
              <a:noFill/>
              <a:prstDash val="solid"/>
              <a:miter/>
            </a:ln>
          </p:spPr>
          <p:txBody>
            <a:bodyPr rtlCol="0" anchor="ctr"/>
            <a:lstStyle/>
            <a:p>
              <a:endParaRPr lang="en-US"/>
            </a:p>
          </p:txBody>
        </p:sp>
        <p:sp>
          <p:nvSpPr>
            <p:cNvPr id="255" name="Freeform: Shape 1106"/>
            <p:cNvSpPr/>
            <p:nvPr/>
          </p:nvSpPr>
          <p:spPr>
            <a:xfrm>
              <a:off x="892370" y="5474041"/>
              <a:ext cx="95579" cy="95579"/>
            </a:xfrm>
            <a:custGeom>
              <a:avLst/>
              <a:gdLst>
                <a:gd name="connsiteX0" fmla="*/ 47790 w 95579"/>
                <a:gd name="connsiteY0" fmla="*/ 95580 h 95579"/>
                <a:gd name="connsiteX1" fmla="*/ 95580 w 95579"/>
                <a:gd name="connsiteY1" fmla="*/ 47790 h 95579"/>
                <a:gd name="connsiteX2" fmla="*/ 47790 w 95579"/>
                <a:gd name="connsiteY2" fmla="*/ 0 h 95579"/>
                <a:gd name="connsiteX3" fmla="*/ 0 w 95579"/>
                <a:gd name="connsiteY3" fmla="*/ 47790 h 95579"/>
                <a:gd name="connsiteX4" fmla="*/ 47790 w 95579"/>
                <a:gd name="connsiteY4" fmla="*/ 95580 h 95579"/>
                <a:gd name="connsiteX5" fmla="*/ 47790 w 95579"/>
                <a:gd name="connsiteY5" fmla="*/ 9765 h 95579"/>
                <a:gd name="connsiteX6" fmla="*/ 85847 w 95579"/>
                <a:gd name="connsiteY6" fmla="*/ 47822 h 95579"/>
                <a:gd name="connsiteX7" fmla="*/ 47790 w 95579"/>
                <a:gd name="connsiteY7" fmla="*/ 85879 h 95579"/>
                <a:gd name="connsiteX8" fmla="*/ 9733 w 95579"/>
                <a:gd name="connsiteY8" fmla="*/ 47822 h 95579"/>
                <a:gd name="connsiteX9" fmla="*/ 47790 w 95579"/>
                <a:gd name="connsiteY9" fmla="*/ 9765 h 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79" h="95579">
                  <a:moveTo>
                    <a:pt x="47790" y="95580"/>
                  </a:moveTo>
                  <a:cubicBezTo>
                    <a:pt x="74134" y="95580"/>
                    <a:pt x="95580" y="74134"/>
                    <a:pt x="95580" y="47790"/>
                  </a:cubicBezTo>
                  <a:cubicBezTo>
                    <a:pt x="95580" y="21445"/>
                    <a:pt x="74134" y="0"/>
                    <a:pt x="47790" y="0"/>
                  </a:cubicBezTo>
                  <a:cubicBezTo>
                    <a:pt x="21445" y="0"/>
                    <a:pt x="0" y="21445"/>
                    <a:pt x="0" y="47790"/>
                  </a:cubicBezTo>
                  <a:cubicBezTo>
                    <a:pt x="0" y="74134"/>
                    <a:pt x="21445" y="95580"/>
                    <a:pt x="47790" y="95580"/>
                  </a:cubicBezTo>
                  <a:close/>
                  <a:moveTo>
                    <a:pt x="47790" y="9765"/>
                  </a:moveTo>
                  <a:cubicBezTo>
                    <a:pt x="68781" y="9765"/>
                    <a:pt x="85847" y="26831"/>
                    <a:pt x="85847" y="47822"/>
                  </a:cubicBezTo>
                  <a:cubicBezTo>
                    <a:pt x="85847" y="68814"/>
                    <a:pt x="68781" y="85879"/>
                    <a:pt x="47790" y="85879"/>
                  </a:cubicBezTo>
                  <a:cubicBezTo>
                    <a:pt x="26799" y="85879"/>
                    <a:pt x="9733" y="68814"/>
                    <a:pt x="9733" y="47822"/>
                  </a:cubicBezTo>
                  <a:cubicBezTo>
                    <a:pt x="9733" y="26831"/>
                    <a:pt x="26799" y="9765"/>
                    <a:pt x="47790" y="9765"/>
                  </a:cubicBezTo>
                  <a:close/>
                </a:path>
              </a:pathLst>
            </a:custGeom>
            <a:grpFill/>
            <a:ln w="3244" cap="flat">
              <a:noFill/>
              <a:prstDash val="solid"/>
              <a:miter/>
            </a:ln>
          </p:spPr>
          <p:txBody>
            <a:bodyPr rtlCol="0" anchor="ctr"/>
            <a:lstStyle/>
            <a:p>
              <a:endParaRPr lang="en-US"/>
            </a:p>
          </p:txBody>
        </p:sp>
        <p:sp>
          <p:nvSpPr>
            <p:cNvPr id="256" name="Freeform: Shape 826"/>
            <p:cNvSpPr/>
            <p:nvPr/>
          </p:nvSpPr>
          <p:spPr>
            <a:xfrm>
              <a:off x="1331240" y="5327686"/>
              <a:ext cx="172731" cy="475174"/>
            </a:xfrm>
            <a:custGeom>
              <a:avLst/>
              <a:gdLst>
                <a:gd name="connsiteX0" fmla="*/ 172732 w 172731"/>
                <a:gd name="connsiteY0" fmla="*/ 8176 h 475174"/>
                <a:gd name="connsiteX1" fmla="*/ 48439 w 172731"/>
                <a:gd name="connsiteY1" fmla="*/ 475175 h 475174"/>
                <a:gd name="connsiteX2" fmla="*/ 0 w 172731"/>
                <a:gd name="connsiteY2" fmla="*/ 461062 h 475174"/>
                <a:gd name="connsiteX3" fmla="*/ 0 w 172731"/>
                <a:gd name="connsiteY3" fmla="*/ 427255 h 475174"/>
                <a:gd name="connsiteX4" fmla="*/ 25631 w 172731"/>
                <a:gd name="connsiteY4" fmla="*/ 434717 h 475174"/>
                <a:gd name="connsiteX5" fmla="*/ 138828 w 172731"/>
                <a:gd name="connsiteY5" fmla="*/ 9409 h 475174"/>
                <a:gd name="connsiteX6" fmla="*/ 141326 w 172731"/>
                <a:gd name="connsiteY6" fmla="*/ 32 h 475174"/>
                <a:gd name="connsiteX7" fmla="*/ 141326 w 172731"/>
                <a:gd name="connsiteY7" fmla="*/ 0 h 475174"/>
                <a:gd name="connsiteX8" fmla="*/ 172732 w 172731"/>
                <a:gd name="connsiteY8" fmla="*/ 8176 h 47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731" h="475174">
                  <a:moveTo>
                    <a:pt x="172732" y="8176"/>
                  </a:moveTo>
                  <a:lnTo>
                    <a:pt x="48439" y="475175"/>
                  </a:lnTo>
                  <a:lnTo>
                    <a:pt x="0" y="461062"/>
                  </a:lnTo>
                  <a:lnTo>
                    <a:pt x="0" y="427255"/>
                  </a:lnTo>
                  <a:lnTo>
                    <a:pt x="25631" y="434717"/>
                  </a:lnTo>
                  <a:lnTo>
                    <a:pt x="138828" y="9409"/>
                  </a:lnTo>
                  <a:lnTo>
                    <a:pt x="141326" y="32"/>
                  </a:lnTo>
                  <a:lnTo>
                    <a:pt x="141326" y="0"/>
                  </a:lnTo>
                  <a:lnTo>
                    <a:pt x="172732" y="8176"/>
                  </a:lnTo>
                  <a:close/>
                </a:path>
              </a:pathLst>
            </a:custGeom>
            <a:solidFill>
              <a:schemeClr val="accent1"/>
            </a:solidFill>
            <a:ln w="3244" cap="flat">
              <a:noFill/>
              <a:prstDash val="solid"/>
              <a:miter/>
            </a:ln>
          </p:spPr>
          <p:txBody>
            <a:bodyPr rtlCol="0" anchor="ctr"/>
            <a:lstStyle/>
            <a:p>
              <a:endParaRPr lang="en-US"/>
            </a:p>
          </p:txBody>
        </p:sp>
      </p:grpSp>
      <p:grpSp>
        <p:nvGrpSpPr>
          <p:cNvPr id="257" name="Group 328"/>
          <p:cNvGrpSpPr/>
          <p:nvPr/>
        </p:nvGrpSpPr>
        <p:grpSpPr>
          <a:xfrm>
            <a:off x="6557960" y="5433626"/>
            <a:ext cx="629088" cy="628667"/>
            <a:chOff x="1960231" y="5198461"/>
            <a:chExt cx="629088" cy="628667"/>
          </a:xfrm>
          <a:solidFill>
            <a:schemeClr val="tx1"/>
          </a:solidFill>
        </p:grpSpPr>
        <p:sp>
          <p:nvSpPr>
            <p:cNvPr id="258" name="Freeform: Shape 777"/>
            <p:cNvSpPr/>
            <p:nvPr/>
          </p:nvSpPr>
          <p:spPr>
            <a:xfrm>
              <a:off x="2560769" y="5477966"/>
              <a:ext cx="28550" cy="104696"/>
            </a:xfrm>
            <a:custGeom>
              <a:avLst/>
              <a:gdLst>
                <a:gd name="connsiteX0" fmla="*/ 3731 w 28550"/>
                <a:gd name="connsiteY0" fmla="*/ 0 h 104696"/>
                <a:gd name="connsiteX1" fmla="*/ 0 w 28550"/>
                <a:gd name="connsiteY1" fmla="*/ 0 h 104696"/>
                <a:gd name="connsiteX2" fmla="*/ 0 w 28550"/>
                <a:gd name="connsiteY2" fmla="*/ 9733 h 104696"/>
                <a:gd name="connsiteX3" fmla="*/ 3731 w 28550"/>
                <a:gd name="connsiteY3" fmla="*/ 9733 h 104696"/>
                <a:gd name="connsiteX4" fmla="*/ 18817 w 28550"/>
                <a:gd name="connsiteY4" fmla="*/ 24820 h 104696"/>
                <a:gd name="connsiteX5" fmla="*/ 18817 w 28550"/>
                <a:gd name="connsiteY5" fmla="*/ 104697 h 104696"/>
                <a:gd name="connsiteX6" fmla="*/ 28551 w 28550"/>
                <a:gd name="connsiteY6" fmla="*/ 104697 h 104696"/>
                <a:gd name="connsiteX7" fmla="*/ 28551 w 28550"/>
                <a:gd name="connsiteY7" fmla="*/ 24820 h 104696"/>
                <a:gd name="connsiteX8" fmla="*/ 3731 w 28550"/>
                <a:gd name="connsiteY8" fmla="*/ 0 h 10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50" h="104696">
                  <a:moveTo>
                    <a:pt x="3731" y="0"/>
                  </a:moveTo>
                  <a:lnTo>
                    <a:pt x="0" y="0"/>
                  </a:lnTo>
                  <a:lnTo>
                    <a:pt x="0" y="9733"/>
                  </a:lnTo>
                  <a:lnTo>
                    <a:pt x="3731" y="9733"/>
                  </a:lnTo>
                  <a:cubicBezTo>
                    <a:pt x="12069" y="9733"/>
                    <a:pt x="18817" y="16514"/>
                    <a:pt x="18817" y="24820"/>
                  </a:cubicBezTo>
                  <a:lnTo>
                    <a:pt x="18817" y="104697"/>
                  </a:lnTo>
                  <a:lnTo>
                    <a:pt x="28551" y="104697"/>
                  </a:lnTo>
                  <a:lnTo>
                    <a:pt x="28551" y="24820"/>
                  </a:lnTo>
                  <a:cubicBezTo>
                    <a:pt x="28551" y="11128"/>
                    <a:pt x="17422" y="0"/>
                    <a:pt x="3731" y="0"/>
                  </a:cubicBezTo>
                  <a:close/>
                </a:path>
              </a:pathLst>
            </a:custGeom>
            <a:grpFill/>
            <a:ln w="3244" cap="flat">
              <a:noFill/>
              <a:prstDash val="solid"/>
              <a:miter/>
            </a:ln>
          </p:spPr>
          <p:txBody>
            <a:bodyPr rtlCol="0" anchor="ctr"/>
            <a:lstStyle/>
            <a:p>
              <a:endParaRPr lang="en-US"/>
            </a:p>
          </p:txBody>
        </p:sp>
        <p:sp>
          <p:nvSpPr>
            <p:cNvPr id="259" name="Freeform: Shape 778"/>
            <p:cNvSpPr/>
            <p:nvPr/>
          </p:nvSpPr>
          <p:spPr>
            <a:xfrm>
              <a:off x="1960231" y="5198526"/>
              <a:ext cx="568094" cy="628602"/>
            </a:xfrm>
            <a:custGeom>
              <a:avLst/>
              <a:gdLst>
                <a:gd name="connsiteX0" fmla="*/ 489320 w 568094"/>
                <a:gd name="connsiteY0" fmla="*/ 214422 h 628602"/>
                <a:gd name="connsiteX1" fmla="*/ 518163 w 568094"/>
                <a:gd name="connsiteY1" fmla="*/ 172407 h 628602"/>
                <a:gd name="connsiteX2" fmla="*/ 518163 w 568094"/>
                <a:gd name="connsiteY2" fmla="*/ 162090 h 628602"/>
                <a:gd name="connsiteX3" fmla="*/ 479587 w 568094"/>
                <a:gd name="connsiteY3" fmla="*/ 214422 h 628602"/>
                <a:gd name="connsiteX4" fmla="*/ 479587 w 568094"/>
                <a:gd name="connsiteY4" fmla="*/ 551126 h 628602"/>
                <a:gd name="connsiteX5" fmla="*/ 518163 w 568094"/>
                <a:gd name="connsiteY5" fmla="*/ 603458 h 628602"/>
                <a:gd name="connsiteX6" fmla="*/ 518163 w 568094"/>
                <a:gd name="connsiteY6" fmla="*/ 618869 h 628602"/>
                <a:gd name="connsiteX7" fmla="*/ 60086 w 568094"/>
                <a:gd name="connsiteY7" fmla="*/ 618869 h 628602"/>
                <a:gd name="connsiteX8" fmla="*/ 60086 w 568094"/>
                <a:gd name="connsiteY8" fmla="*/ 559334 h 628602"/>
                <a:gd name="connsiteX9" fmla="*/ 100187 w 568094"/>
                <a:gd name="connsiteY9" fmla="*/ 530297 h 628602"/>
                <a:gd name="connsiteX10" fmla="*/ 90454 w 568094"/>
                <a:gd name="connsiteY10" fmla="*/ 530297 h 628602"/>
                <a:gd name="connsiteX11" fmla="*/ 60086 w 568094"/>
                <a:gd name="connsiteY11" fmla="*/ 549504 h 628602"/>
                <a:gd name="connsiteX12" fmla="*/ 60086 w 568094"/>
                <a:gd name="connsiteY12" fmla="*/ 469205 h 628602"/>
                <a:gd name="connsiteX13" fmla="*/ 100187 w 568094"/>
                <a:gd name="connsiteY13" fmla="*/ 440168 h 628602"/>
                <a:gd name="connsiteX14" fmla="*/ 90454 w 568094"/>
                <a:gd name="connsiteY14" fmla="*/ 440168 h 628602"/>
                <a:gd name="connsiteX15" fmla="*/ 60086 w 568094"/>
                <a:gd name="connsiteY15" fmla="*/ 459374 h 628602"/>
                <a:gd name="connsiteX16" fmla="*/ 60086 w 568094"/>
                <a:gd name="connsiteY16" fmla="*/ 379075 h 628602"/>
                <a:gd name="connsiteX17" fmla="*/ 100187 w 568094"/>
                <a:gd name="connsiteY17" fmla="*/ 350038 h 628602"/>
                <a:gd name="connsiteX18" fmla="*/ 90454 w 568094"/>
                <a:gd name="connsiteY18" fmla="*/ 350038 h 628602"/>
                <a:gd name="connsiteX19" fmla="*/ 60086 w 568094"/>
                <a:gd name="connsiteY19" fmla="*/ 369245 h 628602"/>
                <a:gd name="connsiteX20" fmla="*/ 60086 w 568094"/>
                <a:gd name="connsiteY20" fmla="*/ 288946 h 628602"/>
                <a:gd name="connsiteX21" fmla="*/ 100187 w 568094"/>
                <a:gd name="connsiteY21" fmla="*/ 259909 h 628602"/>
                <a:gd name="connsiteX22" fmla="*/ 90454 w 568094"/>
                <a:gd name="connsiteY22" fmla="*/ 259909 h 628602"/>
                <a:gd name="connsiteX23" fmla="*/ 60086 w 568094"/>
                <a:gd name="connsiteY23" fmla="*/ 279116 h 628602"/>
                <a:gd name="connsiteX24" fmla="*/ 60086 w 568094"/>
                <a:gd name="connsiteY24" fmla="*/ 198817 h 628602"/>
                <a:gd name="connsiteX25" fmla="*/ 100187 w 568094"/>
                <a:gd name="connsiteY25" fmla="*/ 169779 h 628602"/>
                <a:gd name="connsiteX26" fmla="*/ 90454 w 568094"/>
                <a:gd name="connsiteY26" fmla="*/ 169779 h 628602"/>
                <a:gd name="connsiteX27" fmla="*/ 60086 w 568094"/>
                <a:gd name="connsiteY27" fmla="*/ 188986 h 628602"/>
                <a:gd name="connsiteX28" fmla="*/ 60086 w 568094"/>
                <a:gd name="connsiteY28" fmla="*/ 108687 h 628602"/>
                <a:gd name="connsiteX29" fmla="*/ 100187 w 568094"/>
                <a:gd name="connsiteY29" fmla="*/ 79650 h 628602"/>
                <a:gd name="connsiteX30" fmla="*/ 90454 w 568094"/>
                <a:gd name="connsiteY30" fmla="*/ 79650 h 628602"/>
                <a:gd name="connsiteX31" fmla="*/ 60086 w 568094"/>
                <a:gd name="connsiteY31" fmla="*/ 98857 h 628602"/>
                <a:gd name="connsiteX32" fmla="*/ 60086 w 568094"/>
                <a:gd name="connsiteY32" fmla="*/ 9733 h 628602"/>
                <a:gd name="connsiteX33" fmla="*/ 518163 w 568094"/>
                <a:gd name="connsiteY33" fmla="*/ 9733 h 628602"/>
                <a:gd name="connsiteX34" fmla="*/ 518163 w 568094"/>
                <a:gd name="connsiteY34" fmla="*/ 0 h 628602"/>
                <a:gd name="connsiteX35" fmla="*/ 50353 w 568094"/>
                <a:gd name="connsiteY35" fmla="*/ 0 h 628602"/>
                <a:gd name="connsiteX36" fmla="*/ 50353 w 568094"/>
                <a:gd name="connsiteY36" fmla="*/ 99506 h 628602"/>
                <a:gd name="connsiteX37" fmla="*/ 50094 w 568094"/>
                <a:gd name="connsiteY37" fmla="*/ 99506 h 628602"/>
                <a:gd name="connsiteX38" fmla="*/ 9733 w 568094"/>
                <a:gd name="connsiteY38" fmla="*/ 79650 h 628602"/>
                <a:gd name="connsiteX39" fmla="*/ 50094 w 568094"/>
                <a:gd name="connsiteY39" fmla="*/ 59794 h 628602"/>
                <a:gd name="connsiteX40" fmla="*/ 50094 w 568094"/>
                <a:gd name="connsiteY40" fmla="*/ 50061 h 628602"/>
                <a:gd name="connsiteX41" fmla="*/ 0 w 568094"/>
                <a:gd name="connsiteY41" fmla="*/ 79650 h 628602"/>
                <a:gd name="connsiteX42" fmla="*/ 50094 w 568094"/>
                <a:gd name="connsiteY42" fmla="*/ 109239 h 628602"/>
                <a:gd name="connsiteX43" fmla="*/ 50353 w 568094"/>
                <a:gd name="connsiteY43" fmla="*/ 109239 h 628602"/>
                <a:gd name="connsiteX44" fmla="*/ 50353 w 568094"/>
                <a:gd name="connsiteY44" fmla="*/ 189635 h 628602"/>
                <a:gd name="connsiteX45" fmla="*/ 50094 w 568094"/>
                <a:gd name="connsiteY45" fmla="*/ 189635 h 628602"/>
                <a:gd name="connsiteX46" fmla="*/ 9733 w 568094"/>
                <a:gd name="connsiteY46" fmla="*/ 169779 h 628602"/>
                <a:gd name="connsiteX47" fmla="*/ 50094 w 568094"/>
                <a:gd name="connsiteY47" fmla="*/ 149923 h 628602"/>
                <a:gd name="connsiteX48" fmla="*/ 50094 w 568094"/>
                <a:gd name="connsiteY48" fmla="*/ 140190 h 628602"/>
                <a:gd name="connsiteX49" fmla="*/ 0 w 568094"/>
                <a:gd name="connsiteY49" fmla="*/ 169779 h 628602"/>
                <a:gd name="connsiteX50" fmla="*/ 50094 w 568094"/>
                <a:gd name="connsiteY50" fmla="*/ 199368 h 628602"/>
                <a:gd name="connsiteX51" fmla="*/ 50353 w 568094"/>
                <a:gd name="connsiteY51" fmla="*/ 199368 h 628602"/>
                <a:gd name="connsiteX52" fmla="*/ 50353 w 568094"/>
                <a:gd name="connsiteY52" fmla="*/ 279764 h 628602"/>
                <a:gd name="connsiteX53" fmla="*/ 50094 w 568094"/>
                <a:gd name="connsiteY53" fmla="*/ 279764 h 628602"/>
                <a:gd name="connsiteX54" fmla="*/ 9733 w 568094"/>
                <a:gd name="connsiteY54" fmla="*/ 259909 h 628602"/>
                <a:gd name="connsiteX55" fmla="*/ 50094 w 568094"/>
                <a:gd name="connsiteY55" fmla="*/ 240053 h 628602"/>
                <a:gd name="connsiteX56" fmla="*/ 50094 w 568094"/>
                <a:gd name="connsiteY56" fmla="*/ 230320 h 628602"/>
                <a:gd name="connsiteX57" fmla="*/ 0 w 568094"/>
                <a:gd name="connsiteY57" fmla="*/ 259909 h 628602"/>
                <a:gd name="connsiteX58" fmla="*/ 50094 w 568094"/>
                <a:gd name="connsiteY58" fmla="*/ 289498 h 628602"/>
                <a:gd name="connsiteX59" fmla="*/ 50353 w 568094"/>
                <a:gd name="connsiteY59" fmla="*/ 289498 h 628602"/>
                <a:gd name="connsiteX60" fmla="*/ 50353 w 568094"/>
                <a:gd name="connsiteY60" fmla="*/ 369894 h 628602"/>
                <a:gd name="connsiteX61" fmla="*/ 50094 w 568094"/>
                <a:gd name="connsiteY61" fmla="*/ 369894 h 628602"/>
                <a:gd name="connsiteX62" fmla="*/ 9733 w 568094"/>
                <a:gd name="connsiteY62" fmla="*/ 350038 h 628602"/>
                <a:gd name="connsiteX63" fmla="*/ 50094 w 568094"/>
                <a:gd name="connsiteY63" fmla="*/ 330182 h 628602"/>
                <a:gd name="connsiteX64" fmla="*/ 50094 w 568094"/>
                <a:gd name="connsiteY64" fmla="*/ 320449 h 628602"/>
                <a:gd name="connsiteX65" fmla="*/ 0 w 568094"/>
                <a:gd name="connsiteY65" fmla="*/ 350038 h 628602"/>
                <a:gd name="connsiteX66" fmla="*/ 50094 w 568094"/>
                <a:gd name="connsiteY66" fmla="*/ 379627 h 628602"/>
                <a:gd name="connsiteX67" fmla="*/ 50353 w 568094"/>
                <a:gd name="connsiteY67" fmla="*/ 379627 h 628602"/>
                <a:gd name="connsiteX68" fmla="*/ 50353 w 568094"/>
                <a:gd name="connsiteY68" fmla="*/ 460023 h 628602"/>
                <a:gd name="connsiteX69" fmla="*/ 50094 w 568094"/>
                <a:gd name="connsiteY69" fmla="*/ 460023 h 628602"/>
                <a:gd name="connsiteX70" fmla="*/ 9733 w 568094"/>
                <a:gd name="connsiteY70" fmla="*/ 440168 h 628602"/>
                <a:gd name="connsiteX71" fmla="*/ 50094 w 568094"/>
                <a:gd name="connsiteY71" fmla="*/ 420311 h 628602"/>
                <a:gd name="connsiteX72" fmla="*/ 50094 w 568094"/>
                <a:gd name="connsiteY72" fmla="*/ 410578 h 628602"/>
                <a:gd name="connsiteX73" fmla="*/ 0 w 568094"/>
                <a:gd name="connsiteY73" fmla="*/ 440168 h 628602"/>
                <a:gd name="connsiteX74" fmla="*/ 50094 w 568094"/>
                <a:gd name="connsiteY74" fmla="*/ 469756 h 628602"/>
                <a:gd name="connsiteX75" fmla="*/ 50353 w 568094"/>
                <a:gd name="connsiteY75" fmla="*/ 469756 h 628602"/>
                <a:gd name="connsiteX76" fmla="*/ 50353 w 568094"/>
                <a:gd name="connsiteY76" fmla="*/ 550152 h 628602"/>
                <a:gd name="connsiteX77" fmla="*/ 50094 w 568094"/>
                <a:gd name="connsiteY77" fmla="*/ 550152 h 628602"/>
                <a:gd name="connsiteX78" fmla="*/ 9733 w 568094"/>
                <a:gd name="connsiteY78" fmla="*/ 530297 h 628602"/>
                <a:gd name="connsiteX79" fmla="*/ 50094 w 568094"/>
                <a:gd name="connsiteY79" fmla="*/ 510441 h 628602"/>
                <a:gd name="connsiteX80" fmla="*/ 50094 w 568094"/>
                <a:gd name="connsiteY80" fmla="*/ 500708 h 628602"/>
                <a:gd name="connsiteX81" fmla="*/ 0 w 568094"/>
                <a:gd name="connsiteY81" fmla="*/ 530297 h 628602"/>
                <a:gd name="connsiteX82" fmla="*/ 50094 w 568094"/>
                <a:gd name="connsiteY82" fmla="*/ 559886 h 628602"/>
                <a:gd name="connsiteX83" fmla="*/ 50353 w 568094"/>
                <a:gd name="connsiteY83" fmla="*/ 559886 h 628602"/>
                <a:gd name="connsiteX84" fmla="*/ 50353 w 568094"/>
                <a:gd name="connsiteY84" fmla="*/ 628602 h 628602"/>
                <a:gd name="connsiteX85" fmla="*/ 534385 w 568094"/>
                <a:gd name="connsiteY85" fmla="*/ 628602 h 628602"/>
                <a:gd name="connsiteX86" fmla="*/ 534385 w 568094"/>
                <a:gd name="connsiteY86" fmla="*/ 596191 h 628602"/>
                <a:gd name="connsiteX87" fmla="*/ 489320 w 568094"/>
                <a:gd name="connsiteY87" fmla="*/ 551126 h 628602"/>
                <a:gd name="connsiteX88" fmla="*/ 489320 w 568094"/>
                <a:gd name="connsiteY88" fmla="*/ 536039 h 628602"/>
                <a:gd name="connsiteX89" fmla="*/ 568094 w 568094"/>
                <a:gd name="connsiteY89" fmla="*/ 536039 h 628602"/>
                <a:gd name="connsiteX90" fmla="*/ 568094 w 568094"/>
                <a:gd name="connsiteY90" fmla="*/ 526306 h 628602"/>
                <a:gd name="connsiteX91" fmla="*/ 489320 w 568094"/>
                <a:gd name="connsiteY91" fmla="*/ 526306 h 628602"/>
                <a:gd name="connsiteX92" fmla="*/ 489320 w 568094"/>
                <a:gd name="connsiteY92" fmla="*/ 289173 h 628602"/>
                <a:gd name="connsiteX93" fmla="*/ 568094 w 568094"/>
                <a:gd name="connsiteY93" fmla="*/ 289173 h 628602"/>
                <a:gd name="connsiteX94" fmla="*/ 568094 w 568094"/>
                <a:gd name="connsiteY94" fmla="*/ 279440 h 628602"/>
                <a:gd name="connsiteX95" fmla="*/ 489320 w 568094"/>
                <a:gd name="connsiteY95" fmla="*/ 279440 h 628602"/>
                <a:gd name="connsiteX96" fmla="*/ 489320 w 568094"/>
                <a:gd name="connsiteY96" fmla="*/ 249234 h 628602"/>
                <a:gd name="connsiteX97" fmla="*/ 568094 w 568094"/>
                <a:gd name="connsiteY97" fmla="*/ 249234 h 628602"/>
                <a:gd name="connsiteX98" fmla="*/ 568094 w 568094"/>
                <a:gd name="connsiteY98" fmla="*/ 239501 h 628602"/>
                <a:gd name="connsiteX99" fmla="*/ 489320 w 568094"/>
                <a:gd name="connsiteY99" fmla="*/ 239501 h 628602"/>
                <a:gd name="connsiteX100" fmla="*/ 489320 w 568094"/>
                <a:gd name="connsiteY100" fmla="*/ 214422 h 6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68094" h="628602">
                  <a:moveTo>
                    <a:pt x="489320" y="214422"/>
                  </a:moveTo>
                  <a:cubicBezTo>
                    <a:pt x="489320" y="195313"/>
                    <a:pt x="501324" y="178929"/>
                    <a:pt x="518163" y="172407"/>
                  </a:cubicBezTo>
                  <a:lnTo>
                    <a:pt x="518163" y="162090"/>
                  </a:lnTo>
                  <a:cubicBezTo>
                    <a:pt x="495841" y="169001"/>
                    <a:pt x="479587" y="189830"/>
                    <a:pt x="479587" y="214422"/>
                  </a:cubicBezTo>
                  <a:lnTo>
                    <a:pt x="479587" y="551126"/>
                  </a:lnTo>
                  <a:cubicBezTo>
                    <a:pt x="479619" y="575686"/>
                    <a:pt x="495841" y="596515"/>
                    <a:pt x="518163" y="603458"/>
                  </a:cubicBezTo>
                  <a:lnTo>
                    <a:pt x="518163" y="618869"/>
                  </a:lnTo>
                  <a:lnTo>
                    <a:pt x="60086" y="618869"/>
                  </a:lnTo>
                  <a:lnTo>
                    <a:pt x="60086" y="559334"/>
                  </a:lnTo>
                  <a:cubicBezTo>
                    <a:pt x="83219" y="556674"/>
                    <a:pt x="100187" y="544864"/>
                    <a:pt x="100187" y="530297"/>
                  </a:cubicBezTo>
                  <a:lnTo>
                    <a:pt x="90454" y="530297"/>
                  </a:lnTo>
                  <a:cubicBezTo>
                    <a:pt x="90454" y="538311"/>
                    <a:pt x="78385" y="547070"/>
                    <a:pt x="60086" y="549504"/>
                  </a:cubicBezTo>
                  <a:lnTo>
                    <a:pt x="60086" y="469205"/>
                  </a:lnTo>
                  <a:cubicBezTo>
                    <a:pt x="83219" y="466544"/>
                    <a:pt x="100187" y="454735"/>
                    <a:pt x="100187" y="440168"/>
                  </a:cubicBezTo>
                  <a:lnTo>
                    <a:pt x="90454" y="440168"/>
                  </a:lnTo>
                  <a:cubicBezTo>
                    <a:pt x="90454" y="448181"/>
                    <a:pt x="78385" y="456941"/>
                    <a:pt x="60086" y="459374"/>
                  </a:cubicBezTo>
                  <a:lnTo>
                    <a:pt x="60086" y="379075"/>
                  </a:lnTo>
                  <a:cubicBezTo>
                    <a:pt x="83219" y="376415"/>
                    <a:pt x="100187" y="364605"/>
                    <a:pt x="100187" y="350038"/>
                  </a:cubicBezTo>
                  <a:lnTo>
                    <a:pt x="90454" y="350038"/>
                  </a:lnTo>
                  <a:cubicBezTo>
                    <a:pt x="90454" y="358052"/>
                    <a:pt x="78385" y="366811"/>
                    <a:pt x="60086" y="369245"/>
                  </a:cubicBezTo>
                  <a:lnTo>
                    <a:pt x="60086" y="288946"/>
                  </a:lnTo>
                  <a:cubicBezTo>
                    <a:pt x="83219" y="286286"/>
                    <a:pt x="100187" y="274476"/>
                    <a:pt x="100187" y="259909"/>
                  </a:cubicBezTo>
                  <a:lnTo>
                    <a:pt x="90454" y="259909"/>
                  </a:lnTo>
                  <a:cubicBezTo>
                    <a:pt x="90454" y="267922"/>
                    <a:pt x="78385" y="276682"/>
                    <a:pt x="60086" y="279116"/>
                  </a:cubicBezTo>
                  <a:lnTo>
                    <a:pt x="60086" y="198817"/>
                  </a:lnTo>
                  <a:cubicBezTo>
                    <a:pt x="83219" y="196156"/>
                    <a:pt x="100187" y="184347"/>
                    <a:pt x="100187" y="169779"/>
                  </a:cubicBezTo>
                  <a:lnTo>
                    <a:pt x="90454" y="169779"/>
                  </a:lnTo>
                  <a:cubicBezTo>
                    <a:pt x="90454" y="177793"/>
                    <a:pt x="78385" y="186553"/>
                    <a:pt x="60086" y="188986"/>
                  </a:cubicBezTo>
                  <a:lnTo>
                    <a:pt x="60086" y="108687"/>
                  </a:lnTo>
                  <a:cubicBezTo>
                    <a:pt x="83219" y="106027"/>
                    <a:pt x="100187" y="94217"/>
                    <a:pt x="100187" y="79650"/>
                  </a:cubicBezTo>
                  <a:lnTo>
                    <a:pt x="90454" y="79650"/>
                  </a:lnTo>
                  <a:cubicBezTo>
                    <a:pt x="90454" y="87664"/>
                    <a:pt x="78385" y="96423"/>
                    <a:pt x="60086" y="98857"/>
                  </a:cubicBezTo>
                  <a:lnTo>
                    <a:pt x="60086" y="9733"/>
                  </a:lnTo>
                  <a:lnTo>
                    <a:pt x="518163" y="9733"/>
                  </a:lnTo>
                  <a:lnTo>
                    <a:pt x="518163" y="0"/>
                  </a:lnTo>
                  <a:lnTo>
                    <a:pt x="50353" y="0"/>
                  </a:lnTo>
                  <a:lnTo>
                    <a:pt x="50353" y="99506"/>
                  </a:lnTo>
                  <a:cubicBezTo>
                    <a:pt x="50353" y="99506"/>
                    <a:pt x="50191" y="99506"/>
                    <a:pt x="50094" y="99506"/>
                  </a:cubicBezTo>
                  <a:cubicBezTo>
                    <a:pt x="26312" y="99506"/>
                    <a:pt x="9733" y="89026"/>
                    <a:pt x="9733" y="79650"/>
                  </a:cubicBezTo>
                  <a:cubicBezTo>
                    <a:pt x="9733" y="70274"/>
                    <a:pt x="26312" y="59794"/>
                    <a:pt x="50094" y="59794"/>
                  </a:cubicBezTo>
                  <a:lnTo>
                    <a:pt x="50094" y="50061"/>
                  </a:lnTo>
                  <a:cubicBezTo>
                    <a:pt x="21997" y="50061"/>
                    <a:pt x="0" y="63071"/>
                    <a:pt x="0" y="79650"/>
                  </a:cubicBezTo>
                  <a:cubicBezTo>
                    <a:pt x="0" y="96229"/>
                    <a:pt x="21997" y="109239"/>
                    <a:pt x="50094" y="109239"/>
                  </a:cubicBezTo>
                  <a:cubicBezTo>
                    <a:pt x="50191" y="109239"/>
                    <a:pt x="50256" y="109239"/>
                    <a:pt x="50353" y="109239"/>
                  </a:cubicBezTo>
                  <a:lnTo>
                    <a:pt x="50353" y="189635"/>
                  </a:lnTo>
                  <a:cubicBezTo>
                    <a:pt x="50353" y="189635"/>
                    <a:pt x="50191" y="189635"/>
                    <a:pt x="50094" y="189635"/>
                  </a:cubicBezTo>
                  <a:cubicBezTo>
                    <a:pt x="26312" y="189635"/>
                    <a:pt x="9733" y="179156"/>
                    <a:pt x="9733" y="169779"/>
                  </a:cubicBezTo>
                  <a:cubicBezTo>
                    <a:pt x="9733" y="160403"/>
                    <a:pt x="26312" y="149923"/>
                    <a:pt x="50094" y="149923"/>
                  </a:cubicBezTo>
                  <a:lnTo>
                    <a:pt x="50094" y="140190"/>
                  </a:lnTo>
                  <a:cubicBezTo>
                    <a:pt x="21997" y="140190"/>
                    <a:pt x="0" y="153200"/>
                    <a:pt x="0" y="169779"/>
                  </a:cubicBezTo>
                  <a:cubicBezTo>
                    <a:pt x="0" y="186358"/>
                    <a:pt x="21997" y="199368"/>
                    <a:pt x="50094" y="199368"/>
                  </a:cubicBezTo>
                  <a:cubicBezTo>
                    <a:pt x="50191" y="199368"/>
                    <a:pt x="50256" y="199368"/>
                    <a:pt x="50353" y="199368"/>
                  </a:cubicBezTo>
                  <a:lnTo>
                    <a:pt x="50353" y="279764"/>
                  </a:lnTo>
                  <a:cubicBezTo>
                    <a:pt x="50353" y="279764"/>
                    <a:pt x="50191" y="279764"/>
                    <a:pt x="50094" y="279764"/>
                  </a:cubicBezTo>
                  <a:cubicBezTo>
                    <a:pt x="26312" y="279764"/>
                    <a:pt x="9733" y="269285"/>
                    <a:pt x="9733" y="259909"/>
                  </a:cubicBezTo>
                  <a:cubicBezTo>
                    <a:pt x="9733" y="250532"/>
                    <a:pt x="26312" y="240053"/>
                    <a:pt x="50094" y="240053"/>
                  </a:cubicBezTo>
                  <a:lnTo>
                    <a:pt x="50094" y="230320"/>
                  </a:lnTo>
                  <a:cubicBezTo>
                    <a:pt x="21997" y="230320"/>
                    <a:pt x="0" y="243330"/>
                    <a:pt x="0" y="259909"/>
                  </a:cubicBezTo>
                  <a:cubicBezTo>
                    <a:pt x="0" y="276487"/>
                    <a:pt x="21997" y="289498"/>
                    <a:pt x="50094" y="289498"/>
                  </a:cubicBezTo>
                  <a:cubicBezTo>
                    <a:pt x="50191" y="289498"/>
                    <a:pt x="50256" y="289498"/>
                    <a:pt x="50353" y="289498"/>
                  </a:cubicBezTo>
                  <a:lnTo>
                    <a:pt x="50353" y="369894"/>
                  </a:lnTo>
                  <a:cubicBezTo>
                    <a:pt x="50353" y="369894"/>
                    <a:pt x="50191" y="369894"/>
                    <a:pt x="50094" y="369894"/>
                  </a:cubicBezTo>
                  <a:cubicBezTo>
                    <a:pt x="26312" y="369894"/>
                    <a:pt x="9733" y="359414"/>
                    <a:pt x="9733" y="350038"/>
                  </a:cubicBezTo>
                  <a:cubicBezTo>
                    <a:pt x="9733" y="340662"/>
                    <a:pt x="26312" y="330182"/>
                    <a:pt x="50094" y="330182"/>
                  </a:cubicBezTo>
                  <a:lnTo>
                    <a:pt x="50094" y="320449"/>
                  </a:lnTo>
                  <a:cubicBezTo>
                    <a:pt x="21997" y="320449"/>
                    <a:pt x="0" y="333459"/>
                    <a:pt x="0" y="350038"/>
                  </a:cubicBezTo>
                  <a:cubicBezTo>
                    <a:pt x="0" y="366617"/>
                    <a:pt x="21997" y="379627"/>
                    <a:pt x="50094" y="379627"/>
                  </a:cubicBezTo>
                  <a:cubicBezTo>
                    <a:pt x="50191" y="379627"/>
                    <a:pt x="50256" y="379627"/>
                    <a:pt x="50353" y="379627"/>
                  </a:cubicBezTo>
                  <a:lnTo>
                    <a:pt x="50353" y="460023"/>
                  </a:lnTo>
                  <a:cubicBezTo>
                    <a:pt x="50353" y="460023"/>
                    <a:pt x="50191" y="460023"/>
                    <a:pt x="50094" y="460023"/>
                  </a:cubicBezTo>
                  <a:cubicBezTo>
                    <a:pt x="26312" y="460023"/>
                    <a:pt x="9733" y="449544"/>
                    <a:pt x="9733" y="440168"/>
                  </a:cubicBezTo>
                  <a:cubicBezTo>
                    <a:pt x="9733" y="430791"/>
                    <a:pt x="26312" y="420311"/>
                    <a:pt x="50094" y="420311"/>
                  </a:cubicBezTo>
                  <a:lnTo>
                    <a:pt x="50094" y="410578"/>
                  </a:lnTo>
                  <a:cubicBezTo>
                    <a:pt x="21997" y="410578"/>
                    <a:pt x="0" y="423588"/>
                    <a:pt x="0" y="440168"/>
                  </a:cubicBezTo>
                  <a:cubicBezTo>
                    <a:pt x="0" y="456746"/>
                    <a:pt x="21997" y="469756"/>
                    <a:pt x="50094" y="469756"/>
                  </a:cubicBezTo>
                  <a:cubicBezTo>
                    <a:pt x="50191" y="469756"/>
                    <a:pt x="50256" y="469756"/>
                    <a:pt x="50353" y="469756"/>
                  </a:cubicBezTo>
                  <a:lnTo>
                    <a:pt x="50353" y="550152"/>
                  </a:lnTo>
                  <a:cubicBezTo>
                    <a:pt x="50353" y="550152"/>
                    <a:pt x="50191" y="550152"/>
                    <a:pt x="50094" y="550152"/>
                  </a:cubicBezTo>
                  <a:cubicBezTo>
                    <a:pt x="26312" y="550152"/>
                    <a:pt x="9733" y="539673"/>
                    <a:pt x="9733" y="530297"/>
                  </a:cubicBezTo>
                  <a:cubicBezTo>
                    <a:pt x="9733" y="520920"/>
                    <a:pt x="26312" y="510441"/>
                    <a:pt x="50094" y="510441"/>
                  </a:cubicBezTo>
                  <a:lnTo>
                    <a:pt x="50094" y="500708"/>
                  </a:lnTo>
                  <a:cubicBezTo>
                    <a:pt x="21997" y="500708"/>
                    <a:pt x="0" y="513718"/>
                    <a:pt x="0" y="530297"/>
                  </a:cubicBezTo>
                  <a:cubicBezTo>
                    <a:pt x="0" y="546875"/>
                    <a:pt x="21997" y="559886"/>
                    <a:pt x="50094" y="559886"/>
                  </a:cubicBezTo>
                  <a:cubicBezTo>
                    <a:pt x="50191" y="559886"/>
                    <a:pt x="50256" y="559886"/>
                    <a:pt x="50353" y="559886"/>
                  </a:cubicBezTo>
                  <a:lnTo>
                    <a:pt x="50353" y="628602"/>
                  </a:lnTo>
                  <a:lnTo>
                    <a:pt x="534385" y="628602"/>
                  </a:lnTo>
                  <a:lnTo>
                    <a:pt x="534385" y="596191"/>
                  </a:lnTo>
                  <a:cubicBezTo>
                    <a:pt x="509565" y="596191"/>
                    <a:pt x="489353" y="575978"/>
                    <a:pt x="489320" y="551126"/>
                  </a:cubicBezTo>
                  <a:lnTo>
                    <a:pt x="489320" y="536039"/>
                  </a:lnTo>
                  <a:lnTo>
                    <a:pt x="568094" y="536039"/>
                  </a:lnTo>
                  <a:lnTo>
                    <a:pt x="568094" y="526306"/>
                  </a:lnTo>
                  <a:lnTo>
                    <a:pt x="489320" y="526306"/>
                  </a:lnTo>
                  <a:lnTo>
                    <a:pt x="489320" y="289173"/>
                  </a:lnTo>
                  <a:lnTo>
                    <a:pt x="568094" y="289173"/>
                  </a:lnTo>
                  <a:lnTo>
                    <a:pt x="568094" y="279440"/>
                  </a:lnTo>
                  <a:lnTo>
                    <a:pt x="489320" y="279440"/>
                  </a:lnTo>
                  <a:lnTo>
                    <a:pt x="489320" y="249234"/>
                  </a:lnTo>
                  <a:lnTo>
                    <a:pt x="568094" y="249234"/>
                  </a:lnTo>
                  <a:lnTo>
                    <a:pt x="568094" y="239501"/>
                  </a:lnTo>
                  <a:lnTo>
                    <a:pt x="489320" y="239501"/>
                  </a:lnTo>
                  <a:lnTo>
                    <a:pt x="489320" y="214422"/>
                  </a:lnTo>
                  <a:close/>
                </a:path>
              </a:pathLst>
            </a:custGeom>
            <a:grpFill/>
            <a:ln w="3244" cap="flat">
              <a:noFill/>
              <a:prstDash val="solid"/>
              <a:miter/>
            </a:ln>
          </p:spPr>
          <p:txBody>
            <a:bodyPr rtlCol="0" anchor="ctr"/>
            <a:lstStyle/>
            <a:p>
              <a:endParaRPr lang="en-US"/>
            </a:p>
          </p:txBody>
        </p:sp>
        <p:sp>
          <p:nvSpPr>
            <p:cNvPr id="260" name="Freeform: Shape 779"/>
            <p:cNvSpPr/>
            <p:nvPr/>
          </p:nvSpPr>
          <p:spPr>
            <a:xfrm>
              <a:off x="2150353" y="5338197"/>
              <a:ext cx="209393" cy="109563"/>
            </a:xfrm>
            <a:custGeom>
              <a:avLst/>
              <a:gdLst>
                <a:gd name="connsiteX0" fmla="*/ 209393 w 209393"/>
                <a:gd name="connsiteY0" fmla="*/ 109563 h 109563"/>
                <a:gd name="connsiteX1" fmla="*/ 209393 w 209393"/>
                <a:gd name="connsiteY1" fmla="*/ 0 h 109563"/>
                <a:gd name="connsiteX2" fmla="*/ 0 w 209393"/>
                <a:gd name="connsiteY2" fmla="*/ 0 h 109563"/>
                <a:gd name="connsiteX3" fmla="*/ 0 w 209393"/>
                <a:gd name="connsiteY3" fmla="*/ 109563 h 109563"/>
                <a:gd name="connsiteX4" fmla="*/ 209393 w 209393"/>
                <a:gd name="connsiteY4" fmla="*/ 109563 h 109563"/>
                <a:gd name="connsiteX5" fmla="*/ 9733 w 209393"/>
                <a:gd name="connsiteY5" fmla="*/ 9733 h 109563"/>
                <a:gd name="connsiteX6" fmla="*/ 199660 w 209393"/>
                <a:gd name="connsiteY6" fmla="*/ 9733 h 109563"/>
                <a:gd name="connsiteX7" fmla="*/ 199660 w 209393"/>
                <a:gd name="connsiteY7" fmla="*/ 99830 h 109563"/>
                <a:gd name="connsiteX8" fmla="*/ 9733 w 209393"/>
                <a:gd name="connsiteY8" fmla="*/ 99830 h 109563"/>
                <a:gd name="connsiteX9" fmla="*/ 9733 w 209393"/>
                <a:gd name="connsiteY9" fmla="*/ 9733 h 1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393" h="109563">
                  <a:moveTo>
                    <a:pt x="209393" y="109563"/>
                  </a:moveTo>
                  <a:lnTo>
                    <a:pt x="209393" y="0"/>
                  </a:lnTo>
                  <a:lnTo>
                    <a:pt x="0" y="0"/>
                  </a:lnTo>
                  <a:lnTo>
                    <a:pt x="0" y="109563"/>
                  </a:lnTo>
                  <a:lnTo>
                    <a:pt x="209393" y="109563"/>
                  </a:lnTo>
                  <a:close/>
                  <a:moveTo>
                    <a:pt x="9733" y="9733"/>
                  </a:moveTo>
                  <a:lnTo>
                    <a:pt x="199660" y="9733"/>
                  </a:lnTo>
                  <a:lnTo>
                    <a:pt x="199660" y="99830"/>
                  </a:lnTo>
                  <a:lnTo>
                    <a:pt x="9733" y="99830"/>
                  </a:lnTo>
                  <a:lnTo>
                    <a:pt x="9733" y="9733"/>
                  </a:lnTo>
                  <a:close/>
                </a:path>
              </a:pathLst>
            </a:custGeom>
            <a:grpFill/>
            <a:ln w="3244" cap="flat">
              <a:noFill/>
              <a:prstDash val="solid"/>
              <a:miter/>
            </a:ln>
          </p:spPr>
          <p:txBody>
            <a:bodyPr rtlCol="0" anchor="ctr"/>
            <a:lstStyle/>
            <a:p>
              <a:endParaRPr lang="en-US"/>
            </a:p>
          </p:txBody>
        </p:sp>
        <p:sp>
          <p:nvSpPr>
            <p:cNvPr id="261" name="Freeform: Shape 828"/>
            <p:cNvSpPr/>
            <p:nvPr/>
          </p:nvSpPr>
          <p:spPr>
            <a:xfrm>
              <a:off x="2478394" y="5198461"/>
              <a:ext cx="82375" cy="628667"/>
            </a:xfrm>
            <a:custGeom>
              <a:avLst/>
              <a:gdLst>
                <a:gd name="connsiteX0" fmla="*/ 82375 w 82375"/>
                <a:gd name="connsiteY0" fmla="*/ 203164 h 628667"/>
                <a:gd name="connsiteX1" fmla="*/ 82375 w 82375"/>
                <a:gd name="connsiteY1" fmla="*/ 551191 h 628667"/>
                <a:gd name="connsiteX2" fmla="*/ 16222 w 82375"/>
                <a:gd name="connsiteY2" fmla="*/ 628667 h 628667"/>
                <a:gd name="connsiteX3" fmla="*/ 16222 w 82375"/>
                <a:gd name="connsiteY3" fmla="*/ 596223 h 628667"/>
                <a:gd name="connsiteX4" fmla="*/ 49931 w 82375"/>
                <a:gd name="connsiteY4" fmla="*/ 551191 h 628667"/>
                <a:gd name="connsiteX5" fmla="*/ 49931 w 82375"/>
                <a:gd name="connsiteY5" fmla="*/ 203132 h 628667"/>
                <a:gd name="connsiteX6" fmla="*/ 40068 w 82375"/>
                <a:gd name="connsiteY6" fmla="*/ 179318 h 628667"/>
                <a:gd name="connsiteX7" fmla="*/ 32444 w 82375"/>
                <a:gd name="connsiteY7" fmla="*/ 173608 h 628667"/>
                <a:gd name="connsiteX8" fmla="*/ 16190 w 82375"/>
                <a:gd name="connsiteY8" fmla="*/ 169455 h 628667"/>
                <a:gd name="connsiteX9" fmla="*/ 0 w 82375"/>
                <a:gd name="connsiteY9" fmla="*/ 172472 h 628667"/>
                <a:gd name="connsiteX10" fmla="*/ 0 w 82375"/>
                <a:gd name="connsiteY10" fmla="*/ 0 h 628667"/>
                <a:gd name="connsiteX11" fmla="*/ 32444 w 82375"/>
                <a:gd name="connsiteY11" fmla="*/ 0 h 628667"/>
                <a:gd name="connsiteX12" fmla="*/ 32444 w 82375"/>
                <a:gd name="connsiteY12" fmla="*/ 139022 h 628667"/>
                <a:gd name="connsiteX13" fmla="*/ 63006 w 82375"/>
                <a:gd name="connsiteY13" fmla="*/ 156380 h 628667"/>
                <a:gd name="connsiteX14" fmla="*/ 82375 w 82375"/>
                <a:gd name="connsiteY14" fmla="*/ 203164 h 62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375" h="628667">
                  <a:moveTo>
                    <a:pt x="82375" y="203164"/>
                  </a:moveTo>
                  <a:lnTo>
                    <a:pt x="82375" y="551191"/>
                  </a:lnTo>
                  <a:cubicBezTo>
                    <a:pt x="82343" y="587658"/>
                    <a:pt x="52657" y="628667"/>
                    <a:pt x="16222" y="628667"/>
                  </a:cubicBezTo>
                  <a:lnTo>
                    <a:pt x="16222" y="596223"/>
                  </a:lnTo>
                  <a:cubicBezTo>
                    <a:pt x="34780" y="596223"/>
                    <a:pt x="49899" y="569781"/>
                    <a:pt x="49931" y="551191"/>
                  </a:cubicBezTo>
                  <a:lnTo>
                    <a:pt x="49931" y="203132"/>
                  </a:lnTo>
                  <a:cubicBezTo>
                    <a:pt x="49931" y="194145"/>
                    <a:pt x="46427" y="185677"/>
                    <a:pt x="40068" y="179318"/>
                  </a:cubicBezTo>
                  <a:cubicBezTo>
                    <a:pt x="37797" y="177047"/>
                    <a:pt x="35202" y="175100"/>
                    <a:pt x="32444" y="173608"/>
                  </a:cubicBezTo>
                  <a:cubicBezTo>
                    <a:pt x="27513" y="170883"/>
                    <a:pt x="21965" y="169455"/>
                    <a:pt x="16190" y="169455"/>
                  </a:cubicBezTo>
                  <a:cubicBezTo>
                    <a:pt x="10415" y="169455"/>
                    <a:pt x="5029" y="170526"/>
                    <a:pt x="0" y="172472"/>
                  </a:cubicBezTo>
                  <a:lnTo>
                    <a:pt x="0" y="0"/>
                  </a:lnTo>
                  <a:lnTo>
                    <a:pt x="32444" y="0"/>
                  </a:lnTo>
                  <a:lnTo>
                    <a:pt x="32444" y="139022"/>
                  </a:lnTo>
                  <a:cubicBezTo>
                    <a:pt x="43929" y="141877"/>
                    <a:pt x="54409" y="147815"/>
                    <a:pt x="63006" y="156380"/>
                  </a:cubicBezTo>
                  <a:cubicBezTo>
                    <a:pt x="75497" y="168871"/>
                    <a:pt x="82375" y="185482"/>
                    <a:pt x="82375" y="203164"/>
                  </a:cubicBezTo>
                  <a:close/>
                </a:path>
              </a:pathLst>
            </a:custGeom>
            <a:solidFill>
              <a:schemeClr val="accent1"/>
            </a:solidFill>
            <a:ln w="3244" cap="flat">
              <a:noFill/>
              <a:prstDash val="solid"/>
              <a:miter/>
            </a:ln>
          </p:spPr>
          <p:txBody>
            <a:bodyPr rtlCol="0" anchor="ctr"/>
            <a:lstStyle/>
            <a:p>
              <a:endParaRPr lang="en-US"/>
            </a:p>
          </p:txBody>
        </p:sp>
      </p:grpSp>
      <p:sp>
        <p:nvSpPr>
          <p:cNvPr id="2" name="标题 1"/>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常用</a:t>
            </a: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图标</a:t>
            </a:r>
            <a:endParaRPr lang="zh-CN" altLang="en-US" dirty="0"/>
          </a:p>
        </p:txBody>
      </p:sp>
      <p:sp>
        <p:nvSpPr>
          <p:cNvPr id="10" name="灯片编号占位符 9"/>
          <p:cNvSpPr>
            <a:spLocks noGrp="1"/>
          </p:cNvSpPr>
          <p:nvPr>
            <p:ph type="sldNum" sz="quarter" idx="12"/>
          </p:nvPr>
        </p:nvSpPr>
        <p:spPr/>
        <p:txBody>
          <a:bodyPr/>
          <a:lstStyle/>
          <a:p>
            <a:fld id="{153AF625-0792-41B6-A2B6-BF3733C00B4B}" type="slidenum">
              <a:rPr lang="zh-CN" altLang="en-US" smtClean="0"/>
              <a:t>21</a:t>
            </a:fld>
            <a:endParaRPr lang="zh-CN" altLang="en-US"/>
          </a:p>
        </p:txBody>
      </p:sp>
    </p:spTree>
    <p:custDataLst>
      <p:tags r:id="rId1"/>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02797" y="4503270"/>
            <a:ext cx="630228" cy="617799"/>
          </a:xfrm>
          <a:prstGeom prst="roundRect">
            <a:avLst/>
          </a:prstGeom>
          <a:solidFill>
            <a:srgbClr val="BED369"/>
          </a:solidFill>
          <a:ln w="15875" cap="sq" cmpd="sng">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endParaRPr>
          </a:p>
        </p:txBody>
      </p:sp>
      <p:sp>
        <p:nvSpPr>
          <p:cNvPr id="4" name="椭圆 3"/>
          <p:cNvSpPr/>
          <p:nvPr/>
        </p:nvSpPr>
        <p:spPr>
          <a:xfrm>
            <a:off x="5969258" y="4482486"/>
            <a:ext cx="671796" cy="658548"/>
          </a:xfrm>
          <a:prstGeom prst="ellipse">
            <a:avLst/>
          </a:prstGeom>
          <a:solidFill>
            <a:srgbClr val="BED369">
              <a:alpha val="4023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5" name="椭圆 4"/>
          <p:cNvSpPr/>
          <p:nvPr/>
        </p:nvSpPr>
        <p:spPr>
          <a:xfrm>
            <a:off x="4759172" y="4482486"/>
            <a:ext cx="671796" cy="658548"/>
          </a:xfrm>
          <a:prstGeom prst="ellipse">
            <a:avLst/>
          </a:prstGeom>
          <a:solidFill>
            <a:srgbClr val="BED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圆角矩形 8"/>
          <p:cNvSpPr/>
          <p:nvPr/>
        </p:nvSpPr>
        <p:spPr>
          <a:xfrm>
            <a:off x="7184151" y="3576582"/>
            <a:ext cx="630228" cy="630228"/>
          </a:xfrm>
          <a:prstGeom prst="roundRect">
            <a:avLst/>
          </a:prstGeom>
          <a:solidFill>
            <a:srgbClr val="CEABCE"/>
          </a:solidFill>
          <a:ln w="15875" cap="sq" cmpd="sng">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endParaRPr>
          </a:p>
        </p:txBody>
      </p:sp>
      <p:sp>
        <p:nvSpPr>
          <p:cNvPr id="12" name="椭圆 11"/>
          <p:cNvSpPr/>
          <p:nvPr/>
        </p:nvSpPr>
        <p:spPr>
          <a:xfrm>
            <a:off x="5950612" y="3555798"/>
            <a:ext cx="671796" cy="671796"/>
          </a:xfrm>
          <a:prstGeom prst="ellipse">
            <a:avLst/>
          </a:prstGeom>
          <a:solidFill>
            <a:srgbClr val="CEABCE">
              <a:alpha val="3954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3" name="椭圆 12"/>
          <p:cNvSpPr/>
          <p:nvPr/>
        </p:nvSpPr>
        <p:spPr>
          <a:xfrm>
            <a:off x="4740526" y="3555798"/>
            <a:ext cx="671796" cy="671796"/>
          </a:xfrm>
          <a:prstGeom prst="ellipse">
            <a:avLst/>
          </a:prstGeom>
          <a:solidFill>
            <a:srgbClr val="CEA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圆角矩形 13"/>
          <p:cNvSpPr/>
          <p:nvPr/>
        </p:nvSpPr>
        <p:spPr>
          <a:xfrm>
            <a:off x="7194687" y="2604574"/>
            <a:ext cx="630228" cy="630228"/>
          </a:xfrm>
          <a:prstGeom prst="roundRect">
            <a:avLst/>
          </a:prstGeom>
          <a:solidFill>
            <a:srgbClr val="E60012"/>
          </a:solidFill>
          <a:ln w="15875" cap="sq" cmpd="sng">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endParaRPr>
          </a:p>
        </p:txBody>
      </p:sp>
      <p:sp>
        <p:nvSpPr>
          <p:cNvPr id="15" name="椭圆 14"/>
          <p:cNvSpPr/>
          <p:nvPr/>
        </p:nvSpPr>
        <p:spPr>
          <a:xfrm>
            <a:off x="5961148" y="2583790"/>
            <a:ext cx="671796" cy="671796"/>
          </a:xfrm>
          <a:prstGeom prst="ellipse">
            <a:avLst/>
          </a:prstGeom>
          <a:solidFill>
            <a:srgbClr val="E60012">
              <a:alpha val="3972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6" name="椭圆 15"/>
          <p:cNvSpPr/>
          <p:nvPr/>
        </p:nvSpPr>
        <p:spPr>
          <a:xfrm>
            <a:off x="4751062" y="2583790"/>
            <a:ext cx="671796" cy="671796"/>
          </a:xfrm>
          <a:prstGeom prst="ellipse">
            <a:avLst/>
          </a:prstGeom>
          <a:solidFill>
            <a:srgbClr val="E6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圆角矩形 16"/>
          <p:cNvSpPr/>
          <p:nvPr/>
        </p:nvSpPr>
        <p:spPr>
          <a:xfrm>
            <a:off x="7194687" y="1706219"/>
            <a:ext cx="630228" cy="630228"/>
          </a:xfrm>
          <a:prstGeom prst="roundRect">
            <a:avLst/>
          </a:prstGeom>
          <a:solidFill>
            <a:srgbClr val="D4C09C"/>
          </a:solidFill>
          <a:ln w="15875" cap="sq" cmpd="sng">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endParaRPr>
          </a:p>
        </p:txBody>
      </p:sp>
      <p:sp>
        <p:nvSpPr>
          <p:cNvPr id="18" name="椭圆 17"/>
          <p:cNvSpPr/>
          <p:nvPr/>
        </p:nvSpPr>
        <p:spPr>
          <a:xfrm>
            <a:off x="5961148" y="1685435"/>
            <a:ext cx="671796" cy="671796"/>
          </a:xfrm>
          <a:prstGeom prst="ellipse">
            <a:avLst/>
          </a:prstGeom>
          <a:solidFill>
            <a:schemeClr val="bg2">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椭圆 18"/>
          <p:cNvSpPr/>
          <p:nvPr/>
        </p:nvSpPr>
        <p:spPr>
          <a:xfrm>
            <a:off x="4751062" y="1685435"/>
            <a:ext cx="671796" cy="671796"/>
          </a:xfrm>
          <a:prstGeom prst="ellipse">
            <a:avLst/>
          </a:prstGeom>
          <a:solidFill>
            <a:srgbClr val="D4C09C"/>
          </a:solidFill>
          <a:ln>
            <a:solidFill>
              <a:srgbClr val="D4C0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文本框 515"/>
          <p:cNvSpPr txBox="1"/>
          <p:nvPr/>
        </p:nvSpPr>
        <p:spPr>
          <a:xfrm>
            <a:off x="1704525" y="1107279"/>
            <a:ext cx="1340059" cy="292388"/>
          </a:xfrm>
          <a:prstGeom prst="rect">
            <a:avLst/>
          </a:prstGeom>
          <a:noFill/>
        </p:spPr>
        <p:txBody>
          <a:bodyPr wrap="square" rtlCol="0">
            <a:spAutoFit/>
          </a:bodyPr>
          <a:lstStyle/>
          <a:p>
            <a:r>
              <a:rPr lang="zh-CN" altLang="en-US" sz="1300" b="1" dirty="0">
                <a:solidFill>
                  <a:schemeClr val="tx1">
                    <a:lumMod val="75000"/>
                    <a:lumOff val="25000"/>
                  </a:schemeClr>
                </a:solidFill>
                <a:uFillTx/>
                <a:latin typeface="微软雅黑" panose="020B0503020204020204" pitchFamily="34" charset="-122"/>
                <a:ea typeface="微软雅黑" panose="020B0503020204020204" pitchFamily="34" charset="-122"/>
                <a:cs typeface="Archer Bold" panose="02000000000000000000" charset="0"/>
              </a:rPr>
              <a:t>搭配外框使用</a:t>
            </a:r>
            <a:endParaRPr lang="zh-CN" altLang="en-US" sz="1300"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endParaRPr>
          </a:p>
        </p:txBody>
      </p:sp>
      <p:cxnSp>
        <p:nvCxnSpPr>
          <p:cNvPr id="21" name="直接连接符 364"/>
          <p:cNvCxnSpPr/>
          <p:nvPr/>
        </p:nvCxnSpPr>
        <p:spPr>
          <a:xfrm>
            <a:off x="4250622" y="1245314"/>
            <a:ext cx="0" cy="48923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365"/>
          <p:cNvCxnSpPr/>
          <p:nvPr/>
        </p:nvCxnSpPr>
        <p:spPr>
          <a:xfrm>
            <a:off x="8272289" y="1245314"/>
            <a:ext cx="0" cy="48923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文本框 668"/>
          <p:cNvSpPr txBox="1"/>
          <p:nvPr/>
        </p:nvSpPr>
        <p:spPr>
          <a:xfrm>
            <a:off x="5616481" y="1107279"/>
            <a:ext cx="1340059" cy="292388"/>
          </a:xfrm>
          <a:prstGeom prst="rect">
            <a:avLst/>
          </a:prstGeom>
          <a:noFill/>
        </p:spPr>
        <p:txBody>
          <a:bodyPr wrap="square" rtlCol="0">
            <a:spAutoFit/>
          </a:bodyPr>
          <a:lstStyle/>
          <a:p>
            <a:pPr algn="ctr"/>
            <a:r>
              <a:rPr lang="zh-CN" altLang="en-US" sz="1300"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搭配底色</a:t>
            </a:r>
            <a:r>
              <a:rPr lang="zh-CN" altLang="en-US" sz="1300" b="1" dirty="0">
                <a:solidFill>
                  <a:schemeClr val="tx1">
                    <a:lumMod val="75000"/>
                    <a:lumOff val="25000"/>
                  </a:schemeClr>
                </a:solidFill>
                <a:uFillTx/>
                <a:latin typeface="微软雅黑" panose="020B0503020204020204" pitchFamily="34" charset="-122"/>
                <a:ea typeface="微软雅黑" panose="020B0503020204020204" pitchFamily="34" charset="-122"/>
                <a:cs typeface="Archer Bold" panose="02000000000000000000" charset="0"/>
              </a:rPr>
              <a:t>使用</a:t>
            </a:r>
            <a:endParaRPr lang="zh-CN" altLang="en-US" sz="1300"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endParaRPr>
          </a:p>
        </p:txBody>
      </p:sp>
      <p:sp>
        <p:nvSpPr>
          <p:cNvPr id="24" name="文本框 835"/>
          <p:cNvSpPr txBox="1"/>
          <p:nvPr/>
        </p:nvSpPr>
        <p:spPr>
          <a:xfrm>
            <a:off x="9559577" y="1107279"/>
            <a:ext cx="1340059" cy="292388"/>
          </a:xfrm>
          <a:prstGeom prst="rect">
            <a:avLst/>
          </a:prstGeom>
          <a:noFill/>
        </p:spPr>
        <p:txBody>
          <a:bodyPr wrap="square" rtlCol="0">
            <a:spAutoFit/>
          </a:bodyPr>
          <a:lstStyle/>
          <a:p>
            <a:pPr algn="ctr"/>
            <a:r>
              <a:rPr lang="zh-CN" altLang="en-US" sz="1300"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作为背景</a:t>
            </a:r>
            <a:r>
              <a:rPr lang="zh-CN" altLang="en-US" sz="1300" b="1" dirty="0">
                <a:solidFill>
                  <a:schemeClr val="tx1">
                    <a:lumMod val="75000"/>
                    <a:lumOff val="25000"/>
                  </a:schemeClr>
                </a:solidFill>
                <a:uFillTx/>
                <a:latin typeface="微软雅黑" panose="020B0503020204020204" pitchFamily="34" charset="-122"/>
                <a:ea typeface="微软雅黑" panose="020B0503020204020204" pitchFamily="34" charset="-122"/>
                <a:cs typeface="Archer Bold" panose="02000000000000000000" charset="0"/>
              </a:rPr>
              <a:t>使用</a:t>
            </a:r>
            <a:endParaRPr lang="zh-CN" altLang="en-US" sz="1300"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endParaRPr>
          </a:p>
        </p:txBody>
      </p:sp>
      <p:sp>
        <p:nvSpPr>
          <p:cNvPr id="25" name="椭圆 24"/>
          <p:cNvSpPr/>
          <p:nvPr/>
        </p:nvSpPr>
        <p:spPr>
          <a:xfrm>
            <a:off x="671830" y="1618728"/>
            <a:ext cx="671796" cy="671796"/>
          </a:xfrm>
          <a:prstGeom prst="ellipse">
            <a:avLst/>
          </a:prstGeom>
          <a:noFill/>
          <a:ln>
            <a:solidFill>
              <a:srgbClr val="D4C0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grpSp>
        <p:nvGrpSpPr>
          <p:cNvPr id="34" name="组合 33"/>
          <p:cNvGrpSpPr/>
          <p:nvPr/>
        </p:nvGrpSpPr>
        <p:grpSpPr>
          <a:xfrm>
            <a:off x="1876639" y="1612930"/>
            <a:ext cx="707879" cy="697315"/>
            <a:chOff x="8539163" y="1079500"/>
            <a:chExt cx="850899" cy="838200"/>
          </a:xfrm>
        </p:grpSpPr>
        <p:sp>
          <p:nvSpPr>
            <p:cNvPr id="35" name="Freeform 33"/>
            <p:cNvSpPr/>
            <p:nvPr/>
          </p:nvSpPr>
          <p:spPr bwMode="auto">
            <a:xfrm>
              <a:off x="9293225" y="1339850"/>
              <a:ext cx="96837" cy="66675"/>
            </a:xfrm>
            <a:custGeom>
              <a:avLst/>
              <a:gdLst>
                <a:gd name="T0" fmla="*/ 31 w 52"/>
                <a:gd name="T1" fmla="*/ 36 h 36"/>
                <a:gd name="T2" fmla="*/ 29 w 52"/>
                <a:gd name="T3" fmla="*/ 36 h 36"/>
                <a:gd name="T4" fmla="*/ 2 w 52"/>
                <a:gd name="T5" fmla="*/ 17 h 36"/>
                <a:gd name="T6" fmla="*/ 1 w 52"/>
                <a:gd name="T7" fmla="*/ 12 h 36"/>
                <a:gd name="T8" fmla="*/ 6 w 52"/>
                <a:gd name="T9" fmla="*/ 11 h 36"/>
                <a:gd name="T10" fmla="*/ 30 w 52"/>
                <a:gd name="T11" fmla="*/ 27 h 36"/>
                <a:gd name="T12" fmla="*/ 44 w 52"/>
                <a:gd name="T13" fmla="*/ 2 h 36"/>
                <a:gd name="T14" fmla="*/ 49 w 52"/>
                <a:gd name="T15" fmla="*/ 1 h 36"/>
                <a:gd name="T16" fmla="*/ 51 w 52"/>
                <a:gd name="T17" fmla="*/ 6 h 36"/>
                <a:gd name="T18" fmla="*/ 34 w 52"/>
                <a:gd name="T19" fmla="*/ 35 h 36"/>
                <a:gd name="T20" fmla="*/ 32 w 52"/>
                <a:gd name="T21" fmla="*/ 36 h 36"/>
                <a:gd name="T22" fmla="*/ 31 w 5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36">
                  <a:moveTo>
                    <a:pt x="31" y="36"/>
                  </a:moveTo>
                  <a:cubicBezTo>
                    <a:pt x="30" y="36"/>
                    <a:pt x="29" y="36"/>
                    <a:pt x="29" y="36"/>
                  </a:cubicBezTo>
                  <a:cubicBezTo>
                    <a:pt x="2" y="17"/>
                    <a:pt x="2" y="17"/>
                    <a:pt x="2" y="17"/>
                  </a:cubicBezTo>
                  <a:cubicBezTo>
                    <a:pt x="0" y="16"/>
                    <a:pt x="0" y="14"/>
                    <a:pt x="1" y="12"/>
                  </a:cubicBezTo>
                  <a:cubicBezTo>
                    <a:pt x="2" y="10"/>
                    <a:pt x="4" y="10"/>
                    <a:pt x="6" y="11"/>
                  </a:cubicBezTo>
                  <a:cubicBezTo>
                    <a:pt x="30" y="27"/>
                    <a:pt x="30" y="27"/>
                    <a:pt x="30" y="27"/>
                  </a:cubicBezTo>
                  <a:cubicBezTo>
                    <a:pt x="44" y="2"/>
                    <a:pt x="44" y="2"/>
                    <a:pt x="44" y="2"/>
                  </a:cubicBezTo>
                  <a:cubicBezTo>
                    <a:pt x="45" y="1"/>
                    <a:pt x="47" y="0"/>
                    <a:pt x="49" y="1"/>
                  </a:cubicBezTo>
                  <a:cubicBezTo>
                    <a:pt x="51" y="2"/>
                    <a:pt x="52" y="4"/>
                    <a:pt x="51" y="6"/>
                  </a:cubicBezTo>
                  <a:cubicBezTo>
                    <a:pt x="34" y="35"/>
                    <a:pt x="34" y="35"/>
                    <a:pt x="34" y="35"/>
                  </a:cubicBezTo>
                  <a:cubicBezTo>
                    <a:pt x="34" y="35"/>
                    <a:pt x="33" y="36"/>
                    <a:pt x="32" y="36"/>
                  </a:cubicBezTo>
                  <a:lnTo>
                    <a:pt x="31" y="36"/>
                  </a:lnTo>
                  <a:close/>
                </a:path>
              </a:pathLst>
            </a:custGeom>
            <a:solidFill>
              <a:srgbClr val="D4C09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4"/>
            <p:cNvSpPr/>
            <p:nvPr/>
          </p:nvSpPr>
          <p:spPr bwMode="auto">
            <a:xfrm>
              <a:off x="8539163" y="1592263"/>
              <a:ext cx="96837" cy="66675"/>
            </a:xfrm>
            <a:custGeom>
              <a:avLst/>
              <a:gdLst>
                <a:gd name="T0" fmla="*/ 5 w 53"/>
                <a:gd name="T1" fmla="*/ 37 h 37"/>
                <a:gd name="T2" fmla="*/ 3 w 53"/>
                <a:gd name="T3" fmla="*/ 36 h 37"/>
                <a:gd name="T4" fmla="*/ 1 w 53"/>
                <a:gd name="T5" fmla="*/ 31 h 37"/>
                <a:gd name="T6" fmla="*/ 18 w 53"/>
                <a:gd name="T7" fmla="*/ 2 h 37"/>
                <a:gd name="T8" fmla="*/ 20 w 53"/>
                <a:gd name="T9" fmla="*/ 1 h 37"/>
                <a:gd name="T10" fmla="*/ 23 w 53"/>
                <a:gd name="T11" fmla="*/ 1 h 37"/>
                <a:gd name="T12" fmla="*/ 50 w 53"/>
                <a:gd name="T13" fmla="*/ 20 h 37"/>
                <a:gd name="T14" fmla="*/ 51 w 53"/>
                <a:gd name="T15" fmla="*/ 25 h 37"/>
                <a:gd name="T16" fmla="*/ 46 w 53"/>
                <a:gd name="T17" fmla="*/ 26 h 37"/>
                <a:gd name="T18" fmla="*/ 22 w 53"/>
                <a:gd name="T19" fmla="*/ 10 h 37"/>
                <a:gd name="T20" fmla="*/ 8 w 53"/>
                <a:gd name="T21" fmla="*/ 35 h 37"/>
                <a:gd name="T22" fmla="*/ 5 w 53"/>
                <a:gd name="T2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37">
                  <a:moveTo>
                    <a:pt x="5" y="37"/>
                  </a:moveTo>
                  <a:cubicBezTo>
                    <a:pt x="4" y="37"/>
                    <a:pt x="3" y="36"/>
                    <a:pt x="3" y="36"/>
                  </a:cubicBezTo>
                  <a:cubicBezTo>
                    <a:pt x="1" y="35"/>
                    <a:pt x="0" y="33"/>
                    <a:pt x="1" y="31"/>
                  </a:cubicBezTo>
                  <a:cubicBezTo>
                    <a:pt x="18" y="2"/>
                    <a:pt x="18" y="2"/>
                    <a:pt x="18" y="2"/>
                  </a:cubicBezTo>
                  <a:cubicBezTo>
                    <a:pt x="18" y="1"/>
                    <a:pt x="19" y="1"/>
                    <a:pt x="20" y="1"/>
                  </a:cubicBezTo>
                  <a:cubicBezTo>
                    <a:pt x="21" y="0"/>
                    <a:pt x="22" y="1"/>
                    <a:pt x="23" y="1"/>
                  </a:cubicBezTo>
                  <a:cubicBezTo>
                    <a:pt x="50" y="20"/>
                    <a:pt x="50" y="20"/>
                    <a:pt x="50" y="20"/>
                  </a:cubicBezTo>
                  <a:cubicBezTo>
                    <a:pt x="52" y="21"/>
                    <a:pt x="53" y="23"/>
                    <a:pt x="51" y="25"/>
                  </a:cubicBezTo>
                  <a:cubicBezTo>
                    <a:pt x="50" y="27"/>
                    <a:pt x="48" y="27"/>
                    <a:pt x="46" y="26"/>
                  </a:cubicBezTo>
                  <a:cubicBezTo>
                    <a:pt x="22" y="10"/>
                    <a:pt x="22" y="10"/>
                    <a:pt x="22" y="10"/>
                  </a:cubicBezTo>
                  <a:cubicBezTo>
                    <a:pt x="8" y="35"/>
                    <a:pt x="8" y="35"/>
                    <a:pt x="8" y="35"/>
                  </a:cubicBezTo>
                  <a:cubicBezTo>
                    <a:pt x="7" y="36"/>
                    <a:pt x="6" y="37"/>
                    <a:pt x="5" y="37"/>
                  </a:cubicBezTo>
                  <a:close/>
                </a:path>
              </a:pathLst>
            </a:custGeom>
            <a:solidFill>
              <a:srgbClr val="D4C09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7"/>
            <p:cNvSpPr/>
            <p:nvPr/>
          </p:nvSpPr>
          <p:spPr bwMode="auto">
            <a:xfrm>
              <a:off x="8561388" y="1079500"/>
              <a:ext cx="796925" cy="327025"/>
            </a:xfrm>
            <a:custGeom>
              <a:avLst/>
              <a:gdLst>
                <a:gd name="T0" fmla="*/ 431 w 435"/>
                <a:gd name="T1" fmla="*/ 178 h 178"/>
                <a:gd name="T2" fmla="*/ 427 w 435"/>
                <a:gd name="T3" fmla="*/ 175 h 178"/>
                <a:gd name="T4" fmla="*/ 217 w 435"/>
                <a:gd name="T5" fmla="*/ 8 h 178"/>
                <a:gd name="T6" fmla="*/ 8 w 435"/>
                <a:gd name="T7" fmla="*/ 169 h 178"/>
                <a:gd name="T8" fmla="*/ 3 w 435"/>
                <a:gd name="T9" fmla="*/ 171 h 178"/>
                <a:gd name="T10" fmla="*/ 0 w 435"/>
                <a:gd name="T11" fmla="*/ 167 h 178"/>
                <a:gd name="T12" fmla="*/ 217 w 435"/>
                <a:gd name="T13" fmla="*/ 0 h 178"/>
                <a:gd name="T14" fmla="*/ 435 w 435"/>
                <a:gd name="T15" fmla="*/ 174 h 178"/>
                <a:gd name="T16" fmla="*/ 432 w 435"/>
                <a:gd name="T17" fmla="*/ 178 h 178"/>
                <a:gd name="T18" fmla="*/ 431 w 435"/>
                <a:gd name="T19"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178">
                  <a:moveTo>
                    <a:pt x="431" y="178"/>
                  </a:moveTo>
                  <a:cubicBezTo>
                    <a:pt x="429" y="178"/>
                    <a:pt x="428" y="177"/>
                    <a:pt x="427" y="175"/>
                  </a:cubicBezTo>
                  <a:cubicBezTo>
                    <a:pt x="405" y="77"/>
                    <a:pt x="318" y="8"/>
                    <a:pt x="217" y="8"/>
                  </a:cubicBezTo>
                  <a:cubicBezTo>
                    <a:pt x="120" y="8"/>
                    <a:pt x="34" y="74"/>
                    <a:pt x="8" y="169"/>
                  </a:cubicBezTo>
                  <a:cubicBezTo>
                    <a:pt x="7" y="171"/>
                    <a:pt x="5" y="172"/>
                    <a:pt x="3" y="171"/>
                  </a:cubicBezTo>
                  <a:cubicBezTo>
                    <a:pt x="1" y="171"/>
                    <a:pt x="0" y="169"/>
                    <a:pt x="0" y="167"/>
                  </a:cubicBezTo>
                  <a:cubicBezTo>
                    <a:pt x="27" y="69"/>
                    <a:pt x="116" y="0"/>
                    <a:pt x="217" y="0"/>
                  </a:cubicBezTo>
                  <a:cubicBezTo>
                    <a:pt x="322" y="0"/>
                    <a:pt x="412" y="72"/>
                    <a:pt x="435" y="174"/>
                  </a:cubicBezTo>
                  <a:cubicBezTo>
                    <a:pt x="435" y="176"/>
                    <a:pt x="434" y="178"/>
                    <a:pt x="432" y="178"/>
                  </a:cubicBezTo>
                  <a:lnTo>
                    <a:pt x="431" y="178"/>
                  </a:lnTo>
                  <a:close/>
                </a:path>
              </a:pathLst>
            </a:custGeom>
            <a:solidFill>
              <a:srgbClr val="D4C09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38" name="Freeform 38"/>
            <p:cNvSpPr/>
            <p:nvPr/>
          </p:nvSpPr>
          <p:spPr bwMode="auto">
            <a:xfrm>
              <a:off x="8569325" y="1577975"/>
              <a:ext cx="804862" cy="339725"/>
            </a:xfrm>
            <a:custGeom>
              <a:avLst/>
              <a:gdLst>
                <a:gd name="T0" fmla="*/ 219 w 439"/>
                <a:gd name="T1" fmla="*/ 185 h 185"/>
                <a:gd name="T2" fmla="*/ 0 w 439"/>
                <a:gd name="T3" fmla="*/ 12 h 185"/>
                <a:gd name="T4" fmla="*/ 3 w 439"/>
                <a:gd name="T5" fmla="*/ 8 h 185"/>
                <a:gd name="T6" fmla="*/ 8 w 439"/>
                <a:gd name="T7" fmla="*/ 11 h 185"/>
                <a:gd name="T8" fmla="*/ 219 w 439"/>
                <a:gd name="T9" fmla="*/ 177 h 185"/>
                <a:gd name="T10" fmla="*/ 431 w 439"/>
                <a:gd name="T11" fmla="*/ 3 h 185"/>
                <a:gd name="T12" fmla="*/ 435 w 439"/>
                <a:gd name="T13" fmla="*/ 0 h 185"/>
                <a:gd name="T14" fmla="*/ 438 w 439"/>
                <a:gd name="T15" fmla="*/ 5 h 185"/>
                <a:gd name="T16" fmla="*/ 219 w 439"/>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85">
                  <a:moveTo>
                    <a:pt x="219" y="185"/>
                  </a:moveTo>
                  <a:cubicBezTo>
                    <a:pt x="113" y="185"/>
                    <a:pt x="23" y="114"/>
                    <a:pt x="0" y="12"/>
                  </a:cubicBezTo>
                  <a:cubicBezTo>
                    <a:pt x="0" y="10"/>
                    <a:pt x="1" y="8"/>
                    <a:pt x="3" y="8"/>
                  </a:cubicBezTo>
                  <a:cubicBezTo>
                    <a:pt x="5" y="7"/>
                    <a:pt x="7" y="8"/>
                    <a:pt x="8" y="11"/>
                  </a:cubicBezTo>
                  <a:cubicBezTo>
                    <a:pt x="30" y="109"/>
                    <a:pt x="117" y="177"/>
                    <a:pt x="219" y="177"/>
                  </a:cubicBezTo>
                  <a:cubicBezTo>
                    <a:pt x="321" y="177"/>
                    <a:pt x="410" y="104"/>
                    <a:pt x="431" y="3"/>
                  </a:cubicBezTo>
                  <a:cubicBezTo>
                    <a:pt x="431" y="1"/>
                    <a:pt x="433" y="0"/>
                    <a:pt x="435" y="0"/>
                  </a:cubicBezTo>
                  <a:cubicBezTo>
                    <a:pt x="438" y="1"/>
                    <a:pt x="439" y="3"/>
                    <a:pt x="438" y="5"/>
                  </a:cubicBezTo>
                  <a:cubicBezTo>
                    <a:pt x="417" y="109"/>
                    <a:pt x="324" y="185"/>
                    <a:pt x="219" y="185"/>
                  </a:cubicBezTo>
                  <a:close/>
                </a:path>
              </a:pathLst>
            </a:custGeom>
            <a:solidFill>
              <a:srgbClr val="D4C09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9" name="圆角矩形 38"/>
          <p:cNvSpPr/>
          <p:nvPr/>
        </p:nvSpPr>
        <p:spPr>
          <a:xfrm>
            <a:off x="3150322" y="1646473"/>
            <a:ext cx="630228" cy="630228"/>
          </a:xfrm>
          <a:prstGeom prst="roundRect">
            <a:avLst/>
          </a:prstGeom>
          <a:noFill/>
          <a:ln w="15875" cap="sq" cmpd="sng">
            <a:solidFill>
              <a:srgbClr val="D4C09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endParaRPr>
          </a:p>
        </p:txBody>
      </p:sp>
      <p:sp>
        <p:nvSpPr>
          <p:cNvPr id="40" name="椭圆 39"/>
          <p:cNvSpPr/>
          <p:nvPr/>
        </p:nvSpPr>
        <p:spPr>
          <a:xfrm>
            <a:off x="679102" y="2582977"/>
            <a:ext cx="671796" cy="671796"/>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grpSp>
        <p:nvGrpSpPr>
          <p:cNvPr id="41" name="组合 40"/>
          <p:cNvGrpSpPr/>
          <p:nvPr/>
        </p:nvGrpSpPr>
        <p:grpSpPr>
          <a:xfrm>
            <a:off x="1876639" y="2557925"/>
            <a:ext cx="707879" cy="697315"/>
            <a:chOff x="8539163" y="1079500"/>
            <a:chExt cx="850899" cy="838200"/>
          </a:xfrm>
          <a:solidFill>
            <a:schemeClr val="tx2">
              <a:lumMod val="60000"/>
              <a:lumOff val="40000"/>
            </a:schemeClr>
          </a:solidFill>
        </p:grpSpPr>
        <p:sp>
          <p:nvSpPr>
            <p:cNvPr id="42" name="Freeform 33"/>
            <p:cNvSpPr/>
            <p:nvPr/>
          </p:nvSpPr>
          <p:spPr bwMode="auto">
            <a:xfrm>
              <a:off x="9293225" y="1339850"/>
              <a:ext cx="96837" cy="66675"/>
            </a:xfrm>
            <a:custGeom>
              <a:avLst/>
              <a:gdLst>
                <a:gd name="T0" fmla="*/ 31 w 52"/>
                <a:gd name="T1" fmla="*/ 36 h 36"/>
                <a:gd name="T2" fmla="*/ 29 w 52"/>
                <a:gd name="T3" fmla="*/ 36 h 36"/>
                <a:gd name="T4" fmla="*/ 2 w 52"/>
                <a:gd name="T5" fmla="*/ 17 h 36"/>
                <a:gd name="T6" fmla="*/ 1 w 52"/>
                <a:gd name="T7" fmla="*/ 12 h 36"/>
                <a:gd name="T8" fmla="*/ 6 w 52"/>
                <a:gd name="T9" fmla="*/ 11 h 36"/>
                <a:gd name="T10" fmla="*/ 30 w 52"/>
                <a:gd name="T11" fmla="*/ 27 h 36"/>
                <a:gd name="T12" fmla="*/ 44 w 52"/>
                <a:gd name="T13" fmla="*/ 2 h 36"/>
                <a:gd name="T14" fmla="*/ 49 w 52"/>
                <a:gd name="T15" fmla="*/ 1 h 36"/>
                <a:gd name="T16" fmla="*/ 51 w 52"/>
                <a:gd name="T17" fmla="*/ 6 h 36"/>
                <a:gd name="T18" fmla="*/ 34 w 52"/>
                <a:gd name="T19" fmla="*/ 35 h 36"/>
                <a:gd name="T20" fmla="*/ 32 w 52"/>
                <a:gd name="T21" fmla="*/ 36 h 36"/>
                <a:gd name="T22" fmla="*/ 31 w 5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36">
                  <a:moveTo>
                    <a:pt x="31" y="36"/>
                  </a:moveTo>
                  <a:cubicBezTo>
                    <a:pt x="30" y="36"/>
                    <a:pt x="29" y="36"/>
                    <a:pt x="29" y="36"/>
                  </a:cubicBezTo>
                  <a:cubicBezTo>
                    <a:pt x="2" y="17"/>
                    <a:pt x="2" y="17"/>
                    <a:pt x="2" y="17"/>
                  </a:cubicBezTo>
                  <a:cubicBezTo>
                    <a:pt x="0" y="16"/>
                    <a:pt x="0" y="14"/>
                    <a:pt x="1" y="12"/>
                  </a:cubicBezTo>
                  <a:cubicBezTo>
                    <a:pt x="2" y="10"/>
                    <a:pt x="4" y="10"/>
                    <a:pt x="6" y="11"/>
                  </a:cubicBezTo>
                  <a:cubicBezTo>
                    <a:pt x="30" y="27"/>
                    <a:pt x="30" y="27"/>
                    <a:pt x="30" y="27"/>
                  </a:cubicBezTo>
                  <a:cubicBezTo>
                    <a:pt x="44" y="2"/>
                    <a:pt x="44" y="2"/>
                    <a:pt x="44" y="2"/>
                  </a:cubicBezTo>
                  <a:cubicBezTo>
                    <a:pt x="45" y="1"/>
                    <a:pt x="47" y="0"/>
                    <a:pt x="49" y="1"/>
                  </a:cubicBezTo>
                  <a:cubicBezTo>
                    <a:pt x="51" y="2"/>
                    <a:pt x="52" y="4"/>
                    <a:pt x="51" y="6"/>
                  </a:cubicBezTo>
                  <a:cubicBezTo>
                    <a:pt x="34" y="35"/>
                    <a:pt x="34" y="35"/>
                    <a:pt x="34" y="35"/>
                  </a:cubicBezTo>
                  <a:cubicBezTo>
                    <a:pt x="34" y="35"/>
                    <a:pt x="33" y="36"/>
                    <a:pt x="32" y="36"/>
                  </a:cubicBezTo>
                  <a:lnTo>
                    <a:pt x="31" y="36"/>
                  </a:lnTo>
                  <a:close/>
                </a:path>
              </a:pathLst>
            </a:custGeom>
            <a:solidFill>
              <a:srgbClr val="C00000"/>
            </a:solidFill>
            <a:ln w="9525">
              <a:noFill/>
              <a:round/>
            </a:ln>
          </p:spPr>
          <p:txBody>
            <a:bodyPr vert="horz" wrap="square" lIns="91440" tIns="45720" rIns="91440" bIns="45720" numCol="1" anchor="t" anchorCtr="0" compatLnSpc="1"/>
            <a:lstStyle/>
            <a:p>
              <a:endParaRPr lang="zh-CN" altLang="en-US" dirty="0"/>
            </a:p>
          </p:txBody>
        </p:sp>
        <p:sp>
          <p:nvSpPr>
            <p:cNvPr id="43" name="Freeform 34"/>
            <p:cNvSpPr/>
            <p:nvPr/>
          </p:nvSpPr>
          <p:spPr bwMode="auto">
            <a:xfrm>
              <a:off x="8539163" y="1592263"/>
              <a:ext cx="96837" cy="66675"/>
            </a:xfrm>
            <a:custGeom>
              <a:avLst/>
              <a:gdLst>
                <a:gd name="T0" fmla="*/ 5 w 53"/>
                <a:gd name="T1" fmla="*/ 37 h 37"/>
                <a:gd name="T2" fmla="*/ 3 w 53"/>
                <a:gd name="T3" fmla="*/ 36 h 37"/>
                <a:gd name="T4" fmla="*/ 1 w 53"/>
                <a:gd name="T5" fmla="*/ 31 h 37"/>
                <a:gd name="T6" fmla="*/ 18 w 53"/>
                <a:gd name="T7" fmla="*/ 2 h 37"/>
                <a:gd name="T8" fmla="*/ 20 w 53"/>
                <a:gd name="T9" fmla="*/ 1 h 37"/>
                <a:gd name="T10" fmla="*/ 23 w 53"/>
                <a:gd name="T11" fmla="*/ 1 h 37"/>
                <a:gd name="T12" fmla="*/ 50 w 53"/>
                <a:gd name="T13" fmla="*/ 20 h 37"/>
                <a:gd name="T14" fmla="*/ 51 w 53"/>
                <a:gd name="T15" fmla="*/ 25 h 37"/>
                <a:gd name="T16" fmla="*/ 46 w 53"/>
                <a:gd name="T17" fmla="*/ 26 h 37"/>
                <a:gd name="T18" fmla="*/ 22 w 53"/>
                <a:gd name="T19" fmla="*/ 10 h 37"/>
                <a:gd name="T20" fmla="*/ 8 w 53"/>
                <a:gd name="T21" fmla="*/ 35 h 37"/>
                <a:gd name="T22" fmla="*/ 5 w 53"/>
                <a:gd name="T2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37">
                  <a:moveTo>
                    <a:pt x="5" y="37"/>
                  </a:moveTo>
                  <a:cubicBezTo>
                    <a:pt x="4" y="37"/>
                    <a:pt x="3" y="36"/>
                    <a:pt x="3" y="36"/>
                  </a:cubicBezTo>
                  <a:cubicBezTo>
                    <a:pt x="1" y="35"/>
                    <a:pt x="0" y="33"/>
                    <a:pt x="1" y="31"/>
                  </a:cubicBezTo>
                  <a:cubicBezTo>
                    <a:pt x="18" y="2"/>
                    <a:pt x="18" y="2"/>
                    <a:pt x="18" y="2"/>
                  </a:cubicBezTo>
                  <a:cubicBezTo>
                    <a:pt x="18" y="1"/>
                    <a:pt x="19" y="1"/>
                    <a:pt x="20" y="1"/>
                  </a:cubicBezTo>
                  <a:cubicBezTo>
                    <a:pt x="21" y="0"/>
                    <a:pt x="22" y="1"/>
                    <a:pt x="23" y="1"/>
                  </a:cubicBezTo>
                  <a:cubicBezTo>
                    <a:pt x="50" y="20"/>
                    <a:pt x="50" y="20"/>
                    <a:pt x="50" y="20"/>
                  </a:cubicBezTo>
                  <a:cubicBezTo>
                    <a:pt x="52" y="21"/>
                    <a:pt x="53" y="23"/>
                    <a:pt x="51" y="25"/>
                  </a:cubicBezTo>
                  <a:cubicBezTo>
                    <a:pt x="50" y="27"/>
                    <a:pt x="48" y="27"/>
                    <a:pt x="46" y="26"/>
                  </a:cubicBezTo>
                  <a:cubicBezTo>
                    <a:pt x="22" y="10"/>
                    <a:pt x="22" y="10"/>
                    <a:pt x="22" y="10"/>
                  </a:cubicBezTo>
                  <a:cubicBezTo>
                    <a:pt x="8" y="35"/>
                    <a:pt x="8" y="35"/>
                    <a:pt x="8" y="35"/>
                  </a:cubicBezTo>
                  <a:cubicBezTo>
                    <a:pt x="7" y="36"/>
                    <a:pt x="6" y="37"/>
                    <a:pt x="5" y="37"/>
                  </a:cubicBez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44" name="Freeform 37"/>
            <p:cNvSpPr/>
            <p:nvPr/>
          </p:nvSpPr>
          <p:spPr bwMode="auto">
            <a:xfrm>
              <a:off x="8561388" y="1079500"/>
              <a:ext cx="796925" cy="327025"/>
            </a:xfrm>
            <a:custGeom>
              <a:avLst/>
              <a:gdLst>
                <a:gd name="T0" fmla="*/ 431 w 435"/>
                <a:gd name="T1" fmla="*/ 178 h 178"/>
                <a:gd name="T2" fmla="*/ 427 w 435"/>
                <a:gd name="T3" fmla="*/ 175 h 178"/>
                <a:gd name="T4" fmla="*/ 217 w 435"/>
                <a:gd name="T5" fmla="*/ 8 h 178"/>
                <a:gd name="T6" fmla="*/ 8 w 435"/>
                <a:gd name="T7" fmla="*/ 169 h 178"/>
                <a:gd name="T8" fmla="*/ 3 w 435"/>
                <a:gd name="T9" fmla="*/ 171 h 178"/>
                <a:gd name="T10" fmla="*/ 0 w 435"/>
                <a:gd name="T11" fmla="*/ 167 h 178"/>
                <a:gd name="T12" fmla="*/ 217 w 435"/>
                <a:gd name="T13" fmla="*/ 0 h 178"/>
                <a:gd name="T14" fmla="*/ 435 w 435"/>
                <a:gd name="T15" fmla="*/ 174 h 178"/>
                <a:gd name="T16" fmla="*/ 432 w 435"/>
                <a:gd name="T17" fmla="*/ 178 h 178"/>
                <a:gd name="T18" fmla="*/ 431 w 435"/>
                <a:gd name="T19"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178">
                  <a:moveTo>
                    <a:pt x="431" y="178"/>
                  </a:moveTo>
                  <a:cubicBezTo>
                    <a:pt x="429" y="178"/>
                    <a:pt x="428" y="177"/>
                    <a:pt x="427" y="175"/>
                  </a:cubicBezTo>
                  <a:cubicBezTo>
                    <a:pt x="405" y="77"/>
                    <a:pt x="318" y="8"/>
                    <a:pt x="217" y="8"/>
                  </a:cubicBezTo>
                  <a:cubicBezTo>
                    <a:pt x="120" y="8"/>
                    <a:pt x="34" y="74"/>
                    <a:pt x="8" y="169"/>
                  </a:cubicBezTo>
                  <a:cubicBezTo>
                    <a:pt x="7" y="171"/>
                    <a:pt x="5" y="172"/>
                    <a:pt x="3" y="171"/>
                  </a:cubicBezTo>
                  <a:cubicBezTo>
                    <a:pt x="1" y="171"/>
                    <a:pt x="0" y="169"/>
                    <a:pt x="0" y="167"/>
                  </a:cubicBezTo>
                  <a:cubicBezTo>
                    <a:pt x="27" y="69"/>
                    <a:pt x="116" y="0"/>
                    <a:pt x="217" y="0"/>
                  </a:cubicBezTo>
                  <a:cubicBezTo>
                    <a:pt x="322" y="0"/>
                    <a:pt x="412" y="72"/>
                    <a:pt x="435" y="174"/>
                  </a:cubicBezTo>
                  <a:cubicBezTo>
                    <a:pt x="435" y="176"/>
                    <a:pt x="434" y="178"/>
                    <a:pt x="432" y="178"/>
                  </a:cubicBezTo>
                  <a:lnTo>
                    <a:pt x="431" y="178"/>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45" name="Freeform 38"/>
            <p:cNvSpPr/>
            <p:nvPr/>
          </p:nvSpPr>
          <p:spPr bwMode="auto">
            <a:xfrm>
              <a:off x="8569325" y="1577975"/>
              <a:ext cx="804862" cy="339725"/>
            </a:xfrm>
            <a:custGeom>
              <a:avLst/>
              <a:gdLst>
                <a:gd name="T0" fmla="*/ 219 w 439"/>
                <a:gd name="T1" fmla="*/ 185 h 185"/>
                <a:gd name="T2" fmla="*/ 0 w 439"/>
                <a:gd name="T3" fmla="*/ 12 h 185"/>
                <a:gd name="T4" fmla="*/ 3 w 439"/>
                <a:gd name="T5" fmla="*/ 8 h 185"/>
                <a:gd name="T6" fmla="*/ 8 w 439"/>
                <a:gd name="T7" fmla="*/ 11 h 185"/>
                <a:gd name="T8" fmla="*/ 219 w 439"/>
                <a:gd name="T9" fmla="*/ 177 h 185"/>
                <a:gd name="T10" fmla="*/ 431 w 439"/>
                <a:gd name="T11" fmla="*/ 3 h 185"/>
                <a:gd name="T12" fmla="*/ 435 w 439"/>
                <a:gd name="T13" fmla="*/ 0 h 185"/>
                <a:gd name="T14" fmla="*/ 438 w 439"/>
                <a:gd name="T15" fmla="*/ 5 h 185"/>
                <a:gd name="T16" fmla="*/ 219 w 439"/>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85">
                  <a:moveTo>
                    <a:pt x="219" y="185"/>
                  </a:moveTo>
                  <a:cubicBezTo>
                    <a:pt x="113" y="185"/>
                    <a:pt x="23" y="114"/>
                    <a:pt x="0" y="12"/>
                  </a:cubicBezTo>
                  <a:cubicBezTo>
                    <a:pt x="0" y="10"/>
                    <a:pt x="1" y="8"/>
                    <a:pt x="3" y="8"/>
                  </a:cubicBezTo>
                  <a:cubicBezTo>
                    <a:pt x="5" y="7"/>
                    <a:pt x="7" y="8"/>
                    <a:pt x="8" y="11"/>
                  </a:cubicBezTo>
                  <a:cubicBezTo>
                    <a:pt x="30" y="109"/>
                    <a:pt x="117" y="177"/>
                    <a:pt x="219" y="177"/>
                  </a:cubicBezTo>
                  <a:cubicBezTo>
                    <a:pt x="321" y="177"/>
                    <a:pt x="410" y="104"/>
                    <a:pt x="431" y="3"/>
                  </a:cubicBezTo>
                  <a:cubicBezTo>
                    <a:pt x="431" y="1"/>
                    <a:pt x="433" y="0"/>
                    <a:pt x="435" y="0"/>
                  </a:cubicBezTo>
                  <a:cubicBezTo>
                    <a:pt x="438" y="1"/>
                    <a:pt x="439" y="3"/>
                    <a:pt x="438" y="5"/>
                  </a:cubicBezTo>
                  <a:cubicBezTo>
                    <a:pt x="417" y="109"/>
                    <a:pt x="324" y="185"/>
                    <a:pt x="219" y="185"/>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6" name="圆角矩形 45"/>
          <p:cNvSpPr/>
          <p:nvPr/>
        </p:nvSpPr>
        <p:spPr>
          <a:xfrm>
            <a:off x="3149650" y="2591468"/>
            <a:ext cx="630228" cy="630228"/>
          </a:xfrm>
          <a:prstGeom prst="roundRect">
            <a:avLst/>
          </a:prstGeom>
          <a:noFill/>
          <a:ln w="15875" cap="sq" cmpd="sng">
            <a:solidFill>
              <a:srgbClr val="E60012"/>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endParaRPr>
          </a:p>
        </p:txBody>
      </p:sp>
      <p:sp>
        <p:nvSpPr>
          <p:cNvPr id="47" name="椭圆 46"/>
          <p:cNvSpPr/>
          <p:nvPr/>
        </p:nvSpPr>
        <p:spPr>
          <a:xfrm>
            <a:off x="693104" y="3529706"/>
            <a:ext cx="671796" cy="671796"/>
          </a:xfrm>
          <a:prstGeom prst="ellipse">
            <a:avLst/>
          </a:prstGeom>
          <a:noFill/>
          <a:ln>
            <a:solidFill>
              <a:srgbClr val="CEAB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grpSp>
        <p:nvGrpSpPr>
          <p:cNvPr id="48" name="组合 47"/>
          <p:cNvGrpSpPr/>
          <p:nvPr/>
        </p:nvGrpSpPr>
        <p:grpSpPr>
          <a:xfrm>
            <a:off x="1876639" y="3516947"/>
            <a:ext cx="707879" cy="697315"/>
            <a:chOff x="8539163" y="1079500"/>
            <a:chExt cx="850899" cy="838200"/>
          </a:xfrm>
          <a:solidFill>
            <a:schemeClr val="accent1">
              <a:lumMod val="75000"/>
            </a:schemeClr>
          </a:solidFill>
        </p:grpSpPr>
        <p:sp>
          <p:nvSpPr>
            <p:cNvPr id="49" name="Freeform 33"/>
            <p:cNvSpPr/>
            <p:nvPr/>
          </p:nvSpPr>
          <p:spPr bwMode="auto">
            <a:xfrm>
              <a:off x="9293225" y="1339850"/>
              <a:ext cx="96837" cy="66675"/>
            </a:xfrm>
            <a:custGeom>
              <a:avLst/>
              <a:gdLst>
                <a:gd name="T0" fmla="*/ 31 w 52"/>
                <a:gd name="T1" fmla="*/ 36 h 36"/>
                <a:gd name="T2" fmla="*/ 29 w 52"/>
                <a:gd name="T3" fmla="*/ 36 h 36"/>
                <a:gd name="T4" fmla="*/ 2 w 52"/>
                <a:gd name="T5" fmla="*/ 17 h 36"/>
                <a:gd name="T6" fmla="*/ 1 w 52"/>
                <a:gd name="T7" fmla="*/ 12 h 36"/>
                <a:gd name="T8" fmla="*/ 6 w 52"/>
                <a:gd name="T9" fmla="*/ 11 h 36"/>
                <a:gd name="T10" fmla="*/ 30 w 52"/>
                <a:gd name="T11" fmla="*/ 27 h 36"/>
                <a:gd name="T12" fmla="*/ 44 w 52"/>
                <a:gd name="T13" fmla="*/ 2 h 36"/>
                <a:gd name="T14" fmla="*/ 49 w 52"/>
                <a:gd name="T15" fmla="*/ 1 h 36"/>
                <a:gd name="T16" fmla="*/ 51 w 52"/>
                <a:gd name="T17" fmla="*/ 6 h 36"/>
                <a:gd name="T18" fmla="*/ 34 w 52"/>
                <a:gd name="T19" fmla="*/ 35 h 36"/>
                <a:gd name="T20" fmla="*/ 32 w 52"/>
                <a:gd name="T21" fmla="*/ 36 h 36"/>
                <a:gd name="T22" fmla="*/ 31 w 5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36">
                  <a:moveTo>
                    <a:pt x="31" y="36"/>
                  </a:moveTo>
                  <a:cubicBezTo>
                    <a:pt x="30" y="36"/>
                    <a:pt x="29" y="36"/>
                    <a:pt x="29" y="36"/>
                  </a:cubicBezTo>
                  <a:cubicBezTo>
                    <a:pt x="2" y="17"/>
                    <a:pt x="2" y="17"/>
                    <a:pt x="2" y="17"/>
                  </a:cubicBezTo>
                  <a:cubicBezTo>
                    <a:pt x="0" y="16"/>
                    <a:pt x="0" y="14"/>
                    <a:pt x="1" y="12"/>
                  </a:cubicBezTo>
                  <a:cubicBezTo>
                    <a:pt x="2" y="10"/>
                    <a:pt x="4" y="10"/>
                    <a:pt x="6" y="11"/>
                  </a:cubicBezTo>
                  <a:cubicBezTo>
                    <a:pt x="30" y="27"/>
                    <a:pt x="30" y="27"/>
                    <a:pt x="30" y="27"/>
                  </a:cubicBezTo>
                  <a:cubicBezTo>
                    <a:pt x="44" y="2"/>
                    <a:pt x="44" y="2"/>
                    <a:pt x="44" y="2"/>
                  </a:cubicBezTo>
                  <a:cubicBezTo>
                    <a:pt x="45" y="1"/>
                    <a:pt x="47" y="0"/>
                    <a:pt x="49" y="1"/>
                  </a:cubicBezTo>
                  <a:cubicBezTo>
                    <a:pt x="51" y="2"/>
                    <a:pt x="52" y="4"/>
                    <a:pt x="51" y="6"/>
                  </a:cubicBezTo>
                  <a:cubicBezTo>
                    <a:pt x="34" y="35"/>
                    <a:pt x="34" y="35"/>
                    <a:pt x="34" y="35"/>
                  </a:cubicBezTo>
                  <a:cubicBezTo>
                    <a:pt x="34" y="35"/>
                    <a:pt x="33" y="36"/>
                    <a:pt x="32" y="36"/>
                  </a:cubicBezTo>
                  <a:lnTo>
                    <a:pt x="31" y="36"/>
                  </a:lnTo>
                  <a:close/>
                </a:path>
              </a:pathLst>
            </a:custGeom>
            <a:solidFill>
              <a:srgbClr val="CEABC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4"/>
            <p:cNvSpPr/>
            <p:nvPr/>
          </p:nvSpPr>
          <p:spPr bwMode="auto">
            <a:xfrm>
              <a:off x="8539163" y="1592263"/>
              <a:ext cx="96837" cy="66675"/>
            </a:xfrm>
            <a:custGeom>
              <a:avLst/>
              <a:gdLst>
                <a:gd name="T0" fmla="*/ 5 w 53"/>
                <a:gd name="T1" fmla="*/ 37 h 37"/>
                <a:gd name="T2" fmla="*/ 3 w 53"/>
                <a:gd name="T3" fmla="*/ 36 h 37"/>
                <a:gd name="T4" fmla="*/ 1 w 53"/>
                <a:gd name="T5" fmla="*/ 31 h 37"/>
                <a:gd name="T6" fmla="*/ 18 w 53"/>
                <a:gd name="T7" fmla="*/ 2 h 37"/>
                <a:gd name="T8" fmla="*/ 20 w 53"/>
                <a:gd name="T9" fmla="*/ 1 h 37"/>
                <a:gd name="T10" fmla="*/ 23 w 53"/>
                <a:gd name="T11" fmla="*/ 1 h 37"/>
                <a:gd name="T12" fmla="*/ 50 w 53"/>
                <a:gd name="T13" fmla="*/ 20 h 37"/>
                <a:gd name="T14" fmla="*/ 51 w 53"/>
                <a:gd name="T15" fmla="*/ 25 h 37"/>
                <a:gd name="T16" fmla="*/ 46 w 53"/>
                <a:gd name="T17" fmla="*/ 26 h 37"/>
                <a:gd name="T18" fmla="*/ 22 w 53"/>
                <a:gd name="T19" fmla="*/ 10 h 37"/>
                <a:gd name="T20" fmla="*/ 8 w 53"/>
                <a:gd name="T21" fmla="*/ 35 h 37"/>
                <a:gd name="T22" fmla="*/ 5 w 53"/>
                <a:gd name="T2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37">
                  <a:moveTo>
                    <a:pt x="5" y="37"/>
                  </a:moveTo>
                  <a:cubicBezTo>
                    <a:pt x="4" y="37"/>
                    <a:pt x="3" y="36"/>
                    <a:pt x="3" y="36"/>
                  </a:cubicBezTo>
                  <a:cubicBezTo>
                    <a:pt x="1" y="35"/>
                    <a:pt x="0" y="33"/>
                    <a:pt x="1" y="31"/>
                  </a:cubicBezTo>
                  <a:cubicBezTo>
                    <a:pt x="18" y="2"/>
                    <a:pt x="18" y="2"/>
                    <a:pt x="18" y="2"/>
                  </a:cubicBezTo>
                  <a:cubicBezTo>
                    <a:pt x="18" y="1"/>
                    <a:pt x="19" y="1"/>
                    <a:pt x="20" y="1"/>
                  </a:cubicBezTo>
                  <a:cubicBezTo>
                    <a:pt x="21" y="0"/>
                    <a:pt x="22" y="1"/>
                    <a:pt x="23" y="1"/>
                  </a:cubicBezTo>
                  <a:cubicBezTo>
                    <a:pt x="50" y="20"/>
                    <a:pt x="50" y="20"/>
                    <a:pt x="50" y="20"/>
                  </a:cubicBezTo>
                  <a:cubicBezTo>
                    <a:pt x="52" y="21"/>
                    <a:pt x="53" y="23"/>
                    <a:pt x="51" y="25"/>
                  </a:cubicBezTo>
                  <a:cubicBezTo>
                    <a:pt x="50" y="27"/>
                    <a:pt x="48" y="27"/>
                    <a:pt x="46" y="26"/>
                  </a:cubicBezTo>
                  <a:cubicBezTo>
                    <a:pt x="22" y="10"/>
                    <a:pt x="22" y="10"/>
                    <a:pt x="22" y="10"/>
                  </a:cubicBezTo>
                  <a:cubicBezTo>
                    <a:pt x="8" y="35"/>
                    <a:pt x="8" y="35"/>
                    <a:pt x="8" y="35"/>
                  </a:cubicBezTo>
                  <a:cubicBezTo>
                    <a:pt x="7" y="36"/>
                    <a:pt x="6" y="37"/>
                    <a:pt x="5" y="37"/>
                  </a:cubicBezTo>
                  <a:close/>
                </a:path>
              </a:pathLst>
            </a:custGeom>
            <a:solidFill>
              <a:srgbClr val="CEABC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37"/>
            <p:cNvSpPr/>
            <p:nvPr/>
          </p:nvSpPr>
          <p:spPr bwMode="auto">
            <a:xfrm>
              <a:off x="8561388" y="1079500"/>
              <a:ext cx="796925" cy="327025"/>
            </a:xfrm>
            <a:custGeom>
              <a:avLst/>
              <a:gdLst>
                <a:gd name="T0" fmla="*/ 431 w 435"/>
                <a:gd name="T1" fmla="*/ 178 h 178"/>
                <a:gd name="T2" fmla="*/ 427 w 435"/>
                <a:gd name="T3" fmla="*/ 175 h 178"/>
                <a:gd name="T4" fmla="*/ 217 w 435"/>
                <a:gd name="T5" fmla="*/ 8 h 178"/>
                <a:gd name="T6" fmla="*/ 8 w 435"/>
                <a:gd name="T7" fmla="*/ 169 h 178"/>
                <a:gd name="T8" fmla="*/ 3 w 435"/>
                <a:gd name="T9" fmla="*/ 171 h 178"/>
                <a:gd name="T10" fmla="*/ 0 w 435"/>
                <a:gd name="T11" fmla="*/ 167 h 178"/>
                <a:gd name="T12" fmla="*/ 217 w 435"/>
                <a:gd name="T13" fmla="*/ 0 h 178"/>
                <a:gd name="T14" fmla="*/ 435 w 435"/>
                <a:gd name="T15" fmla="*/ 174 h 178"/>
                <a:gd name="T16" fmla="*/ 432 w 435"/>
                <a:gd name="T17" fmla="*/ 178 h 178"/>
                <a:gd name="T18" fmla="*/ 431 w 435"/>
                <a:gd name="T19"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178">
                  <a:moveTo>
                    <a:pt x="431" y="178"/>
                  </a:moveTo>
                  <a:cubicBezTo>
                    <a:pt x="429" y="178"/>
                    <a:pt x="428" y="177"/>
                    <a:pt x="427" y="175"/>
                  </a:cubicBezTo>
                  <a:cubicBezTo>
                    <a:pt x="405" y="77"/>
                    <a:pt x="318" y="8"/>
                    <a:pt x="217" y="8"/>
                  </a:cubicBezTo>
                  <a:cubicBezTo>
                    <a:pt x="120" y="8"/>
                    <a:pt x="34" y="74"/>
                    <a:pt x="8" y="169"/>
                  </a:cubicBezTo>
                  <a:cubicBezTo>
                    <a:pt x="7" y="171"/>
                    <a:pt x="5" y="172"/>
                    <a:pt x="3" y="171"/>
                  </a:cubicBezTo>
                  <a:cubicBezTo>
                    <a:pt x="1" y="171"/>
                    <a:pt x="0" y="169"/>
                    <a:pt x="0" y="167"/>
                  </a:cubicBezTo>
                  <a:cubicBezTo>
                    <a:pt x="27" y="69"/>
                    <a:pt x="116" y="0"/>
                    <a:pt x="217" y="0"/>
                  </a:cubicBezTo>
                  <a:cubicBezTo>
                    <a:pt x="322" y="0"/>
                    <a:pt x="412" y="72"/>
                    <a:pt x="435" y="174"/>
                  </a:cubicBezTo>
                  <a:cubicBezTo>
                    <a:pt x="435" y="176"/>
                    <a:pt x="434" y="178"/>
                    <a:pt x="432" y="178"/>
                  </a:cubicBezTo>
                  <a:lnTo>
                    <a:pt x="431" y="178"/>
                  </a:lnTo>
                  <a:close/>
                </a:path>
              </a:pathLst>
            </a:custGeom>
            <a:solidFill>
              <a:srgbClr val="CEABC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52" name="Freeform 38"/>
            <p:cNvSpPr/>
            <p:nvPr/>
          </p:nvSpPr>
          <p:spPr bwMode="auto">
            <a:xfrm>
              <a:off x="8569325" y="1577975"/>
              <a:ext cx="804862" cy="339725"/>
            </a:xfrm>
            <a:custGeom>
              <a:avLst/>
              <a:gdLst>
                <a:gd name="T0" fmla="*/ 219 w 439"/>
                <a:gd name="T1" fmla="*/ 185 h 185"/>
                <a:gd name="T2" fmla="*/ 0 w 439"/>
                <a:gd name="T3" fmla="*/ 12 h 185"/>
                <a:gd name="T4" fmla="*/ 3 w 439"/>
                <a:gd name="T5" fmla="*/ 8 h 185"/>
                <a:gd name="T6" fmla="*/ 8 w 439"/>
                <a:gd name="T7" fmla="*/ 11 h 185"/>
                <a:gd name="T8" fmla="*/ 219 w 439"/>
                <a:gd name="T9" fmla="*/ 177 h 185"/>
                <a:gd name="T10" fmla="*/ 431 w 439"/>
                <a:gd name="T11" fmla="*/ 3 h 185"/>
                <a:gd name="T12" fmla="*/ 435 w 439"/>
                <a:gd name="T13" fmla="*/ 0 h 185"/>
                <a:gd name="T14" fmla="*/ 438 w 439"/>
                <a:gd name="T15" fmla="*/ 5 h 185"/>
                <a:gd name="T16" fmla="*/ 219 w 439"/>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85">
                  <a:moveTo>
                    <a:pt x="219" y="185"/>
                  </a:moveTo>
                  <a:cubicBezTo>
                    <a:pt x="113" y="185"/>
                    <a:pt x="23" y="114"/>
                    <a:pt x="0" y="12"/>
                  </a:cubicBezTo>
                  <a:cubicBezTo>
                    <a:pt x="0" y="10"/>
                    <a:pt x="1" y="8"/>
                    <a:pt x="3" y="8"/>
                  </a:cubicBezTo>
                  <a:cubicBezTo>
                    <a:pt x="5" y="7"/>
                    <a:pt x="7" y="8"/>
                    <a:pt x="8" y="11"/>
                  </a:cubicBezTo>
                  <a:cubicBezTo>
                    <a:pt x="30" y="109"/>
                    <a:pt x="117" y="177"/>
                    <a:pt x="219" y="177"/>
                  </a:cubicBezTo>
                  <a:cubicBezTo>
                    <a:pt x="321" y="177"/>
                    <a:pt x="410" y="104"/>
                    <a:pt x="431" y="3"/>
                  </a:cubicBezTo>
                  <a:cubicBezTo>
                    <a:pt x="431" y="1"/>
                    <a:pt x="433" y="0"/>
                    <a:pt x="435" y="0"/>
                  </a:cubicBezTo>
                  <a:cubicBezTo>
                    <a:pt x="438" y="1"/>
                    <a:pt x="439" y="3"/>
                    <a:pt x="438" y="5"/>
                  </a:cubicBezTo>
                  <a:cubicBezTo>
                    <a:pt x="417" y="109"/>
                    <a:pt x="324" y="185"/>
                    <a:pt x="219" y="185"/>
                  </a:cubicBezTo>
                  <a:close/>
                </a:path>
              </a:pathLst>
            </a:custGeom>
            <a:solidFill>
              <a:srgbClr val="CEABC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3" name="圆角矩形 52"/>
          <p:cNvSpPr/>
          <p:nvPr/>
        </p:nvSpPr>
        <p:spPr>
          <a:xfrm>
            <a:off x="3150322" y="3550490"/>
            <a:ext cx="630228" cy="630228"/>
          </a:xfrm>
          <a:prstGeom prst="roundRect">
            <a:avLst/>
          </a:prstGeom>
          <a:noFill/>
          <a:ln w="15875" cap="sq" cmpd="sng">
            <a:solidFill>
              <a:srgbClr val="CEABCF"/>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endParaRPr>
          </a:p>
        </p:txBody>
      </p:sp>
      <p:sp>
        <p:nvSpPr>
          <p:cNvPr id="61" name="椭圆 60"/>
          <p:cNvSpPr/>
          <p:nvPr/>
        </p:nvSpPr>
        <p:spPr>
          <a:xfrm>
            <a:off x="675096" y="4501435"/>
            <a:ext cx="671796" cy="658548"/>
          </a:xfrm>
          <a:prstGeom prst="ellipse">
            <a:avLst/>
          </a:prstGeom>
          <a:noFill/>
          <a:ln>
            <a:solidFill>
              <a:srgbClr val="BED3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a:p>
        </p:txBody>
      </p:sp>
      <p:grpSp>
        <p:nvGrpSpPr>
          <p:cNvPr id="62" name="组合 61"/>
          <p:cNvGrpSpPr/>
          <p:nvPr/>
        </p:nvGrpSpPr>
        <p:grpSpPr>
          <a:xfrm>
            <a:off x="1858671" y="4488673"/>
            <a:ext cx="707883" cy="683560"/>
            <a:chOff x="8539163" y="1079500"/>
            <a:chExt cx="850899" cy="838200"/>
          </a:xfrm>
          <a:solidFill>
            <a:srgbClr val="9EB736"/>
          </a:solidFill>
        </p:grpSpPr>
        <p:sp>
          <p:nvSpPr>
            <p:cNvPr id="63" name="Freeform 33"/>
            <p:cNvSpPr/>
            <p:nvPr/>
          </p:nvSpPr>
          <p:spPr bwMode="auto">
            <a:xfrm>
              <a:off x="9293225" y="1339850"/>
              <a:ext cx="96837" cy="66675"/>
            </a:xfrm>
            <a:custGeom>
              <a:avLst/>
              <a:gdLst>
                <a:gd name="T0" fmla="*/ 31 w 52"/>
                <a:gd name="T1" fmla="*/ 36 h 36"/>
                <a:gd name="T2" fmla="*/ 29 w 52"/>
                <a:gd name="T3" fmla="*/ 36 h 36"/>
                <a:gd name="T4" fmla="*/ 2 w 52"/>
                <a:gd name="T5" fmla="*/ 17 h 36"/>
                <a:gd name="T6" fmla="*/ 1 w 52"/>
                <a:gd name="T7" fmla="*/ 12 h 36"/>
                <a:gd name="T8" fmla="*/ 6 w 52"/>
                <a:gd name="T9" fmla="*/ 11 h 36"/>
                <a:gd name="T10" fmla="*/ 30 w 52"/>
                <a:gd name="T11" fmla="*/ 27 h 36"/>
                <a:gd name="T12" fmla="*/ 44 w 52"/>
                <a:gd name="T13" fmla="*/ 2 h 36"/>
                <a:gd name="T14" fmla="*/ 49 w 52"/>
                <a:gd name="T15" fmla="*/ 1 h 36"/>
                <a:gd name="T16" fmla="*/ 51 w 52"/>
                <a:gd name="T17" fmla="*/ 6 h 36"/>
                <a:gd name="T18" fmla="*/ 34 w 52"/>
                <a:gd name="T19" fmla="*/ 35 h 36"/>
                <a:gd name="T20" fmla="*/ 32 w 52"/>
                <a:gd name="T21" fmla="*/ 36 h 36"/>
                <a:gd name="T22" fmla="*/ 31 w 5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36">
                  <a:moveTo>
                    <a:pt x="31" y="36"/>
                  </a:moveTo>
                  <a:cubicBezTo>
                    <a:pt x="30" y="36"/>
                    <a:pt x="29" y="36"/>
                    <a:pt x="29" y="36"/>
                  </a:cubicBezTo>
                  <a:cubicBezTo>
                    <a:pt x="2" y="17"/>
                    <a:pt x="2" y="17"/>
                    <a:pt x="2" y="17"/>
                  </a:cubicBezTo>
                  <a:cubicBezTo>
                    <a:pt x="0" y="16"/>
                    <a:pt x="0" y="14"/>
                    <a:pt x="1" y="12"/>
                  </a:cubicBezTo>
                  <a:cubicBezTo>
                    <a:pt x="2" y="10"/>
                    <a:pt x="4" y="10"/>
                    <a:pt x="6" y="11"/>
                  </a:cubicBezTo>
                  <a:cubicBezTo>
                    <a:pt x="30" y="27"/>
                    <a:pt x="30" y="27"/>
                    <a:pt x="30" y="27"/>
                  </a:cubicBezTo>
                  <a:cubicBezTo>
                    <a:pt x="44" y="2"/>
                    <a:pt x="44" y="2"/>
                    <a:pt x="44" y="2"/>
                  </a:cubicBezTo>
                  <a:cubicBezTo>
                    <a:pt x="45" y="1"/>
                    <a:pt x="47" y="0"/>
                    <a:pt x="49" y="1"/>
                  </a:cubicBezTo>
                  <a:cubicBezTo>
                    <a:pt x="51" y="2"/>
                    <a:pt x="52" y="4"/>
                    <a:pt x="51" y="6"/>
                  </a:cubicBezTo>
                  <a:cubicBezTo>
                    <a:pt x="34" y="35"/>
                    <a:pt x="34" y="35"/>
                    <a:pt x="34" y="35"/>
                  </a:cubicBezTo>
                  <a:cubicBezTo>
                    <a:pt x="34" y="35"/>
                    <a:pt x="33" y="36"/>
                    <a:pt x="32" y="36"/>
                  </a:cubicBezTo>
                  <a:lnTo>
                    <a:pt x="31"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34"/>
            <p:cNvSpPr/>
            <p:nvPr/>
          </p:nvSpPr>
          <p:spPr bwMode="auto">
            <a:xfrm>
              <a:off x="8539163" y="1592263"/>
              <a:ext cx="96837" cy="66675"/>
            </a:xfrm>
            <a:custGeom>
              <a:avLst/>
              <a:gdLst>
                <a:gd name="T0" fmla="*/ 5 w 53"/>
                <a:gd name="T1" fmla="*/ 37 h 37"/>
                <a:gd name="T2" fmla="*/ 3 w 53"/>
                <a:gd name="T3" fmla="*/ 36 h 37"/>
                <a:gd name="T4" fmla="*/ 1 w 53"/>
                <a:gd name="T5" fmla="*/ 31 h 37"/>
                <a:gd name="T6" fmla="*/ 18 w 53"/>
                <a:gd name="T7" fmla="*/ 2 h 37"/>
                <a:gd name="T8" fmla="*/ 20 w 53"/>
                <a:gd name="T9" fmla="*/ 1 h 37"/>
                <a:gd name="T10" fmla="*/ 23 w 53"/>
                <a:gd name="T11" fmla="*/ 1 h 37"/>
                <a:gd name="T12" fmla="*/ 50 w 53"/>
                <a:gd name="T13" fmla="*/ 20 h 37"/>
                <a:gd name="T14" fmla="*/ 51 w 53"/>
                <a:gd name="T15" fmla="*/ 25 h 37"/>
                <a:gd name="T16" fmla="*/ 46 w 53"/>
                <a:gd name="T17" fmla="*/ 26 h 37"/>
                <a:gd name="T18" fmla="*/ 22 w 53"/>
                <a:gd name="T19" fmla="*/ 10 h 37"/>
                <a:gd name="T20" fmla="*/ 8 w 53"/>
                <a:gd name="T21" fmla="*/ 35 h 37"/>
                <a:gd name="T22" fmla="*/ 5 w 53"/>
                <a:gd name="T2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37">
                  <a:moveTo>
                    <a:pt x="5" y="37"/>
                  </a:moveTo>
                  <a:cubicBezTo>
                    <a:pt x="4" y="37"/>
                    <a:pt x="3" y="36"/>
                    <a:pt x="3" y="36"/>
                  </a:cubicBezTo>
                  <a:cubicBezTo>
                    <a:pt x="1" y="35"/>
                    <a:pt x="0" y="33"/>
                    <a:pt x="1" y="31"/>
                  </a:cubicBezTo>
                  <a:cubicBezTo>
                    <a:pt x="18" y="2"/>
                    <a:pt x="18" y="2"/>
                    <a:pt x="18" y="2"/>
                  </a:cubicBezTo>
                  <a:cubicBezTo>
                    <a:pt x="18" y="1"/>
                    <a:pt x="19" y="1"/>
                    <a:pt x="20" y="1"/>
                  </a:cubicBezTo>
                  <a:cubicBezTo>
                    <a:pt x="21" y="0"/>
                    <a:pt x="22" y="1"/>
                    <a:pt x="23" y="1"/>
                  </a:cubicBezTo>
                  <a:cubicBezTo>
                    <a:pt x="50" y="20"/>
                    <a:pt x="50" y="20"/>
                    <a:pt x="50" y="20"/>
                  </a:cubicBezTo>
                  <a:cubicBezTo>
                    <a:pt x="52" y="21"/>
                    <a:pt x="53" y="23"/>
                    <a:pt x="51" y="25"/>
                  </a:cubicBezTo>
                  <a:cubicBezTo>
                    <a:pt x="50" y="27"/>
                    <a:pt x="48" y="27"/>
                    <a:pt x="46" y="26"/>
                  </a:cubicBezTo>
                  <a:cubicBezTo>
                    <a:pt x="22" y="10"/>
                    <a:pt x="22" y="10"/>
                    <a:pt x="22" y="10"/>
                  </a:cubicBezTo>
                  <a:cubicBezTo>
                    <a:pt x="8" y="35"/>
                    <a:pt x="8" y="35"/>
                    <a:pt x="8" y="35"/>
                  </a:cubicBezTo>
                  <a:cubicBezTo>
                    <a:pt x="7" y="36"/>
                    <a:pt x="6" y="37"/>
                    <a:pt x="5"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37"/>
            <p:cNvSpPr/>
            <p:nvPr/>
          </p:nvSpPr>
          <p:spPr bwMode="auto">
            <a:xfrm>
              <a:off x="8561388" y="1079500"/>
              <a:ext cx="796925" cy="327025"/>
            </a:xfrm>
            <a:custGeom>
              <a:avLst/>
              <a:gdLst>
                <a:gd name="T0" fmla="*/ 431 w 435"/>
                <a:gd name="T1" fmla="*/ 178 h 178"/>
                <a:gd name="T2" fmla="*/ 427 w 435"/>
                <a:gd name="T3" fmla="*/ 175 h 178"/>
                <a:gd name="T4" fmla="*/ 217 w 435"/>
                <a:gd name="T5" fmla="*/ 8 h 178"/>
                <a:gd name="T6" fmla="*/ 8 w 435"/>
                <a:gd name="T7" fmla="*/ 169 h 178"/>
                <a:gd name="T8" fmla="*/ 3 w 435"/>
                <a:gd name="T9" fmla="*/ 171 h 178"/>
                <a:gd name="T10" fmla="*/ 0 w 435"/>
                <a:gd name="T11" fmla="*/ 167 h 178"/>
                <a:gd name="T12" fmla="*/ 217 w 435"/>
                <a:gd name="T13" fmla="*/ 0 h 178"/>
                <a:gd name="T14" fmla="*/ 435 w 435"/>
                <a:gd name="T15" fmla="*/ 174 h 178"/>
                <a:gd name="T16" fmla="*/ 432 w 435"/>
                <a:gd name="T17" fmla="*/ 178 h 178"/>
                <a:gd name="T18" fmla="*/ 431 w 435"/>
                <a:gd name="T19"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178">
                  <a:moveTo>
                    <a:pt x="431" y="178"/>
                  </a:moveTo>
                  <a:cubicBezTo>
                    <a:pt x="429" y="178"/>
                    <a:pt x="428" y="177"/>
                    <a:pt x="427" y="175"/>
                  </a:cubicBezTo>
                  <a:cubicBezTo>
                    <a:pt x="405" y="77"/>
                    <a:pt x="318" y="8"/>
                    <a:pt x="217" y="8"/>
                  </a:cubicBezTo>
                  <a:cubicBezTo>
                    <a:pt x="120" y="8"/>
                    <a:pt x="34" y="74"/>
                    <a:pt x="8" y="169"/>
                  </a:cubicBezTo>
                  <a:cubicBezTo>
                    <a:pt x="7" y="171"/>
                    <a:pt x="5" y="172"/>
                    <a:pt x="3" y="171"/>
                  </a:cubicBezTo>
                  <a:cubicBezTo>
                    <a:pt x="1" y="171"/>
                    <a:pt x="0" y="169"/>
                    <a:pt x="0" y="167"/>
                  </a:cubicBezTo>
                  <a:cubicBezTo>
                    <a:pt x="27" y="69"/>
                    <a:pt x="116" y="0"/>
                    <a:pt x="217" y="0"/>
                  </a:cubicBezTo>
                  <a:cubicBezTo>
                    <a:pt x="322" y="0"/>
                    <a:pt x="412" y="72"/>
                    <a:pt x="435" y="174"/>
                  </a:cubicBezTo>
                  <a:cubicBezTo>
                    <a:pt x="435" y="176"/>
                    <a:pt x="434" y="178"/>
                    <a:pt x="432" y="178"/>
                  </a:cubicBezTo>
                  <a:lnTo>
                    <a:pt x="431" y="178"/>
                  </a:lnTo>
                  <a:close/>
                </a:path>
              </a:pathLst>
            </a:custGeom>
            <a:grpFill/>
            <a:ln w="3175">
              <a:solidFill>
                <a:srgbClr val="A9D18E"/>
              </a:solid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38"/>
            <p:cNvSpPr/>
            <p:nvPr/>
          </p:nvSpPr>
          <p:spPr bwMode="auto">
            <a:xfrm>
              <a:off x="8569325" y="1577975"/>
              <a:ext cx="804862" cy="339725"/>
            </a:xfrm>
            <a:custGeom>
              <a:avLst/>
              <a:gdLst>
                <a:gd name="T0" fmla="*/ 219 w 439"/>
                <a:gd name="T1" fmla="*/ 185 h 185"/>
                <a:gd name="T2" fmla="*/ 0 w 439"/>
                <a:gd name="T3" fmla="*/ 12 h 185"/>
                <a:gd name="T4" fmla="*/ 3 w 439"/>
                <a:gd name="T5" fmla="*/ 8 h 185"/>
                <a:gd name="T6" fmla="*/ 8 w 439"/>
                <a:gd name="T7" fmla="*/ 11 h 185"/>
                <a:gd name="T8" fmla="*/ 219 w 439"/>
                <a:gd name="T9" fmla="*/ 177 h 185"/>
                <a:gd name="T10" fmla="*/ 431 w 439"/>
                <a:gd name="T11" fmla="*/ 3 h 185"/>
                <a:gd name="T12" fmla="*/ 435 w 439"/>
                <a:gd name="T13" fmla="*/ 0 h 185"/>
                <a:gd name="T14" fmla="*/ 438 w 439"/>
                <a:gd name="T15" fmla="*/ 5 h 185"/>
                <a:gd name="T16" fmla="*/ 219 w 439"/>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85">
                  <a:moveTo>
                    <a:pt x="219" y="185"/>
                  </a:moveTo>
                  <a:cubicBezTo>
                    <a:pt x="113" y="185"/>
                    <a:pt x="23" y="114"/>
                    <a:pt x="0" y="12"/>
                  </a:cubicBezTo>
                  <a:cubicBezTo>
                    <a:pt x="0" y="10"/>
                    <a:pt x="1" y="8"/>
                    <a:pt x="3" y="8"/>
                  </a:cubicBezTo>
                  <a:cubicBezTo>
                    <a:pt x="5" y="7"/>
                    <a:pt x="7" y="8"/>
                    <a:pt x="8" y="11"/>
                  </a:cubicBezTo>
                  <a:cubicBezTo>
                    <a:pt x="30" y="109"/>
                    <a:pt x="117" y="177"/>
                    <a:pt x="219" y="177"/>
                  </a:cubicBezTo>
                  <a:cubicBezTo>
                    <a:pt x="321" y="177"/>
                    <a:pt x="410" y="104"/>
                    <a:pt x="431" y="3"/>
                  </a:cubicBezTo>
                  <a:cubicBezTo>
                    <a:pt x="431" y="1"/>
                    <a:pt x="433" y="0"/>
                    <a:pt x="435" y="0"/>
                  </a:cubicBezTo>
                  <a:cubicBezTo>
                    <a:pt x="438" y="1"/>
                    <a:pt x="439" y="3"/>
                    <a:pt x="438" y="5"/>
                  </a:cubicBezTo>
                  <a:cubicBezTo>
                    <a:pt x="417" y="109"/>
                    <a:pt x="324" y="185"/>
                    <a:pt x="219" y="185"/>
                  </a:cubicBezTo>
                  <a:close/>
                </a:path>
              </a:pathLst>
            </a:custGeom>
            <a:grpFill/>
            <a:ln w="3175">
              <a:solidFill>
                <a:srgbClr val="BED369"/>
              </a:solid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sp>
        <p:nvSpPr>
          <p:cNvPr id="67" name="圆角矩形 66"/>
          <p:cNvSpPr/>
          <p:nvPr/>
        </p:nvSpPr>
        <p:spPr>
          <a:xfrm>
            <a:off x="3132314" y="4522220"/>
            <a:ext cx="630228" cy="617799"/>
          </a:xfrm>
          <a:prstGeom prst="roundRect">
            <a:avLst/>
          </a:prstGeom>
          <a:noFill/>
          <a:ln w="15875" cap="sq" cmpd="sng">
            <a:solidFill>
              <a:srgbClr val="BED369"/>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ndParaRPr>
          </a:p>
        </p:txBody>
      </p:sp>
      <p:grpSp>
        <p:nvGrpSpPr>
          <p:cNvPr id="3" name="Group 81"/>
          <p:cNvGrpSpPr/>
          <p:nvPr/>
        </p:nvGrpSpPr>
        <p:grpSpPr>
          <a:xfrm>
            <a:off x="788480" y="1799728"/>
            <a:ext cx="433829" cy="344956"/>
            <a:chOff x="3096511" y="1366680"/>
            <a:chExt cx="639772" cy="508710"/>
          </a:xfrm>
          <a:solidFill>
            <a:schemeClr val="tx1"/>
          </a:solidFill>
        </p:grpSpPr>
        <p:sp>
          <p:nvSpPr>
            <p:cNvPr id="11" name="Freeform: Shape 823"/>
            <p:cNvSpPr/>
            <p:nvPr/>
          </p:nvSpPr>
          <p:spPr>
            <a:xfrm>
              <a:off x="3206297" y="1466508"/>
              <a:ext cx="408882" cy="149418"/>
            </a:xfrm>
            <a:custGeom>
              <a:avLst/>
              <a:gdLst>
                <a:gd name="connsiteX0" fmla="*/ 24811 w 408882"/>
                <a:gd name="connsiteY0" fmla="*/ 149419 h 149418"/>
                <a:gd name="connsiteX1" fmla="*/ 49622 w 408882"/>
                <a:gd name="connsiteY1" fmla="*/ 124607 h 149418"/>
                <a:gd name="connsiteX2" fmla="*/ 49006 w 408882"/>
                <a:gd name="connsiteY2" fmla="*/ 119159 h 149418"/>
                <a:gd name="connsiteX3" fmla="*/ 94380 w 408882"/>
                <a:gd name="connsiteY3" fmla="*/ 98985 h 149418"/>
                <a:gd name="connsiteX4" fmla="*/ 114618 w 408882"/>
                <a:gd name="connsiteY4" fmla="*/ 109494 h 149418"/>
                <a:gd name="connsiteX5" fmla="*/ 136153 w 408882"/>
                <a:gd name="connsiteY5" fmla="*/ 96975 h 149418"/>
                <a:gd name="connsiteX6" fmla="*/ 179841 w 408882"/>
                <a:gd name="connsiteY6" fmla="*/ 111537 h 149418"/>
                <a:gd name="connsiteX7" fmla="*/ 179614 w 408882"/>
                <a:gd name="connsiteY7" fmla="*/ 114618 h 149418"/>
                <a:gd name="connsiteX8" fmla="*/ 204425 w 408882"/>
                <a:gd name="connsiteY8" fmla="*/ 139429 h 149418"/>
                <a:gd name="connsiteX9" fmla="*/ 229236 w 408882"/>
                <a:gd name="connsiteY9" fmla="*/ 114618 h 149418"/>
                <a:gd name="connsiteX10" fmla="*/ 226577 w 408882"/>
                <a:gd name="connsiteY10" fmla="*/ 103526 h 149418"/>
                <a:gd name="connsiteX11" fmla="*/ 278015 w 408882"/>
                <a:gd name="connsiteY11" fmla="*/ 63536 h 149418"/>
                <a:gd name="connsiteX12" fmla="*/ 294232 w 408882"/>
                <a:gd name="connsiteY12" fmla="*/ 69601 h 149418"/>
                <a:gd name="connsiteX13" fmla="*/ 319043 w 408882"/>
                <a:gd name="connsiteY13" fmla="*/ 44790 h 149418"/>
                <a:gd name="connsiteX14" fmla="*/ 319043 w 408882"/>
                <a:gd name="connsiteY14" fmla="*/ 44271 h 149418"/>
                <a:gd name="connsiteX15" fmla="*/ 361368 w 408882"/>
                <a:gd name="connsiteY15" fmla="*/ 34833 h 149418"/>
                <a:gd name="connsiteX16" fmla="*/ 384071 w 408882"/>
                <a:gd name="connsiteY16" fmla="*/ 49622 h 149418"/>
                <a:gd name="connsiteX17" fmla="*/ 408882 w 408882"/>
                <a:gd name="connsiteY17" fmla="*/ 24811 h 149418"/>
                <a:gd name="connsiteX18" fmla="*/ 384071 w 408882"/>
                <a:gd name="connsiteY18" fmla="*/ 0 h 149418"/>
                <a:gd name="connsiteX19" fmla="*/ 359260 w 408882"/>
                <a:gd name="connsiteY19" fmla="*/ 24811 h 149418"/>
                <a:gd name="connsiteX20" fmla="*/ 359260 w 408882"/>
                <a:gd name="connsiteY20" fmla="*/ 25330 h 149418"/>
                <a:gd name="connsiteX21" fmla="*/ 316935 w 408882"/>
                <a:gd name="connsiteY21" fmla="*/ 34768 h 149418"/>
                <a:gd name="connsiteX22" fmla="*/ 294232 w 408882"/>
                <a:gd name="connsiteY22" fmla="*/ 19946 h 149418"/>
                <a:gd name="connsiteX23" fmla="*/ 269421 w 408882"/>
                <a:gd name="connsiteY23" fmla="*/ 44757 h 149418"/>
                <a:gd name="connsiteX24" fmla="*/ 272080 w 408882"/>
                <a:gd name="connsiteY24" fmla="*/ 55850 h 149418"/>
                <a:gd name="connsiteX25" fmla="*/ 220641 w 408882"/>
                <a:gd name="connsiteY25" fmla="*/ 95839 h 149418"/>
                <a:gd name="connsiteX26" fmla="*/ 204425 w 408882"/>
                <a:gd name="connsiteY26" fmla="*/ 89774 h 149418"/>
                <a:gd name="connsiteX27" fmla="*/ 182889 w 408882"/>
                <a:gd name="connsiteY27" fmla="*/ 102294 h 149418"/>
                <a:gd name="connsiteX28" fmla="*/ 139202 w 408882"/>
                <a:gd name="connsiteY28" fmla="*/ 87731 h 149418"/>
                <a:gd name="connsiteX29" fmla="*/ 139429 w 408882"/>
                <a:gd name="connsiteY29" fmla="*/ 84650 h 149418"/>
                <a:gd name="connsiteX30" fmla="*/ 114618 w 408882"/>
                <a:gd name="connsiteY30" fmla="*/ 59839 h 149418"/>
                <a:gd name="connsiteX31" fmla="*/ 89807 w 408882"/>
                <a:gd name="connsiteY31" fmla="*/ 84650 h 149418"/>
                <a:gd name="connsiteX32" fmla="*/ 90423 w 408882"/>
                <a:gd name="connsiteY32" fmla="*/ 90066 h 149418"/>
                <a:gd name="connsiteX33" fmla="*/ 45049 w 408882"/>
                <a:gd name="connsiteY33" fmla="*/ 110240 h 149418"/>
                <a:gd name="connsiteX34" fmla="*/ 24811 w 408882"/>
                <a:gd name="connsiteY34" fmla="*/ 99731 h 149418"/>
                <a:gd name="connsiteX35" fmla="*/ 0 w 408882"/>
                <a:gd name="connsiteY35" fmla="*/ 124543 h 149418"/>
                <a:gd name="connsiteX36" fmla="*/ 24811 w 408882"/>
                <a:gd name="connsiteY36" fmla="*/ 149354 h 149418"/>
                <a:gd name="connsiteX37" fmla="*/ 384071 w 408882"/>
                <a:gd name="connsiteY37" fmla="*/ 9697 h 149418"/>
                <a:gd name="connsiteX38" fmla="*/ 399152 w 408882"/>
                <a:gd name="connsiteY38" fmla="*/ 24779 h 149418"/>
                <a:gd name="connsiteX39" fmla="*/ 384071 w 408882"/>
                <a:gd name="connsiteY39" fmla="*/ 39860 h 149418"/>
                <a:gd name="connsiteX40" fmla="*/ 368990 w 408882"/>
                <a:gd name="connsiteY40" fmla="*/ 24779 h 149418"/>
                <a:gd name="connsiteX41" fmla="*/ 384071 w 408882"/>
                <a:gd name="connsiteY41" fmla="*/ 9697 h 149418"/>
                <a:gd name="connsiteX42" fmla="*/ 294264 w 408882"/>
                <a:gd name="connsiteY42" fmla="*/ 29644 h 149418"/>
                <a:gd name="connsiteX43" fmla="*/ 309346 w 408882"/>
                <a:gd name="connsiteY43" fmla="*/ 44725 h 149418"/>
                <a:gd name="connsiteX44" fmla="*/ 294264 w 408882"/>
                <a:gd name="connsiteY44" fmla="*/ 59806 h 149418"/>
                <a:gd name="connsiteX45" fmla="*/ 279183 w 408882"/>
                <a:gd name="connsiteY45" fmla="*/ 44725 h 149418"/>
                <a:gd name="connsiteX46" fmla="*/ 294264 w 408882"/>
                <a:gd name="connsiteY46" fmla="*/ 29644 h 149418"/>
                <a:gd name="connsiteX47" fmla="*/ 204457 w 408882"/>
                <a:gd name="connsiteY47" fmla="*/ 99504 h 149418"/>
                <a:gd name="connsiteX48" fmla="*/ 219539 w 408882"/>
                <a:gd name="connsiteY48" fmla="*/ 114586 h 149418"/>
                <a:gd name="connsiteX49" fmla="*/ 204457 w 408882"/>
                <a:gd name="connsiteY49" fmla="*/ 129667 h 149418"/>
                <a:gd name="connsiteX50" fmla="*/ 189376 w 408882"/>
                <a:gd name="connsiteY50" fmla="*/ 114586 h 149418"/>
                <a:gd name="connsiteX51" fmla="*/ 204457 w 408882"/>
                <a:gd name="connsiteY51" fmla="*/ 99504 h 149418"/>
                <a:gd name="connsiteX52" fmla="*/ 114650 w 408882"/>
                <a:gd name="connsiteY52" fmla="*/ 69569 h 149418"/>
                <a:gd name="connsiteX53" fmla="*/ 129732 w 408882"/>
                <a:gd name="connsiteY53" fmla="*/ 84650 h 149418"/>
                <a:gd name="connsiteX54" fmla="*/ 114650 w 408882"/>
                <a:gd name="connsiteY54" fmla="*/ 99731 h 149418"/>
                <a:gd name="connsiteX55" fmla="*/ 99569 w 408882"/>
                <a:gd name="connsiteY55" fmla="*/ 84650 h 149418"/>
                <a:gd name="connsiteX56" fmla="*/ 114650 w 408882"/>
                <a:gd name="connsiteY56" fmla="*/ 69569 h 149418"/>
                <a:gd name="connsiteX57" fmla="*/ 24844 w 408882"/>
                <a:gd name="connsiteY57" fmla="*/ 109494 h 149418"/>
                <a:gd name="connsiteX58" fmla="*/ 39925 w 408882"/>
                <a:gd name="connsiteY58" fmla="*/ 124575 h 149418"/>
                <a:gd name="connsiteX59" fmla="*/ 24844 w 408882"/>
                <a:gd name="connsiteY59" fmla="*/ 139656 h 149418"/>
                <a:gd name="connsiteX60" fmla="*/ 9762 w 408882"/>
                <a:gd name="connsiteY60" fmla="*/ 124575 h 149418"/>
                <a:gd name="connsiteX61" fmla="*/ 24844 w 408882"/>
                <a:gd name="connsiteY61" fmla="*/ 109494 h 14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08882" h="149418">
                  <a:moveTo>
                    <a:pt x="24811" y="149419"/>
                  </a:moveTo>
                  <a:cubicBezTo>
                    <a:pt x="38498" y="149419"/>
                    <a:pt x="49622" y="138294"/>
                    <a:pt x="49622" y="124607"/>
                  </a:cubicBezTo>
                  <a:cubicBezTo>
                    <a:pt x="49622" y="122726"/>
                    <a:pt x="49395" y="120910"/>
                    <a:pt x="49006" y="119159"/>
                  </a:cubicBezTo>
                  <a:lnTo>
                    <a:pt x="94380" y="98985"/>
                  </a:lnTo>
                  <a:cubicBezTo>
                    <a:pt x="98888" y="105342"/>
                    <a:pt x="106283" y="109494"/>
                    <a:pt x="114618" y="109494"/>
                  </a:cubicBezTo>
                  <a:cubicBezTo>
                    <a:pt x="123829" y="109494"/>
                    <a:pt x="131872" y="104434"/>
                    <a:pt x="136153" y="96975"/>
                  </a:cubicBezTo>
                  <a:lnTo>
                    <a:pt x="179841" y="111537"/>
                  </a:lnTo>
                  <a:cubicBezTo>
                    <a:pt x="179711" y="112542"/>
                    <a:pt x="179614" y="113580"/>
                    <a:pt x="179614" y="114618"/>
                  </a:cubicBezTo>
                  <a:cubicBezTo>
                    <a:pt x="179614" y="128305"/>
                    <a:pt x="190738" y="139429"/>
                    <a:pt x="204425" y="139429"/>
                  </a:cubicBezTo>
                  <a:cubicBezTo>
                    <a:pt x="218112" y="139429"/>
                    <a:pt x="229236" y="128305"/>
                    <a:pt x="229236" y="114618"/>
                  </a:cubicBezTo>
                  <a:cubicBezTo>
                    <a:pt x="229236" y="110629"/>
                    <a:pt x="228263" y="106867"/>
                    <a:pt x="226577" y="103526"/>
                  </a:cubicBezTo>
                  <a:lnTo>
                    <a:pt x="278015" y="63536"/>
                  </a:lnTo>
                  <a:cubicBezTo>
                    <a:pt x="282361" y="67298"/>
                    <a:pt x="288037" y="69601"/>
                    <a:pt x="294232" y="69601"/>
                  </a:cubicBezTo>
                  <a:cubicBezTo>
                    <a:pt x="307919" y="69601"/>
                    <a:pt x="319043" y="58477"/>
                    <a:pt x="319043" y="44790"/>
                  </a:cubicBezTo>
                  <a:cubicBezTo>
                    <a:pt x="319043" y="44628"/>
                    <a:pt x="319043" y="44466"/>
                    <a:pt x="319043" y="44271"/>
                  </a:cubicBezTo>
                  <a:lnTo>
                    <a:pt x="361368" y="34833"/>
                  </a:lnTo>
                  <a:cubicBezTo>
                    <a:pt x="365227" y="43525"/>
                    <a:pt x="373952" y="49622"/>
                    <a:pt x="384071" y="49622"/>
                  </a:cubicBezTo>
                  <a:cubicBezTo>
                    <a:pt x="397758" y="49622"/>
                    <a:pt x="408882" y="38498"/>
                    <a:pt x="408882" y="24811"/>
                  </a:cubicBezTo>
                  <a:cubicBezTo>
                    <a:pt x="408882" y="11124"/>
                    <a:pt x="397758" y="0"/>
                    <a:pt x="384071" y="0"/>
                  </a:cubicBezTo>
                  <a:cubicBezTo>
                    <a:pt x="370384" y="0"/>
                    <a:pt x="359260" y="11124"/>
                    <a:pt x="359260" y="24811"/>
                  </a:cubicBezTo>
                  <a:cubicBezTo>
                    <a:pt x="359260" y="24973"/>
                    <a:pt x="359260" y="25168"/>
                    <a:pt x="359260" y="25330"/>
                  </a:cubicBezTo>
                  <a:lnTo>
                    <a:pt x="316935" y="34768"/>
                  </a:lnTo>
                  <a:cubicBezTo>
                    <a:pt x="313075" y="26044"/>
                    <a:pt x="304351" y="19946"/>
                    <a:pt x="294232" y="19946"/>
                  </a:cubicBezTo>
                  <a:cubicBezTo>
                    <a:pt x="280545" y="19946"/>
                    <a:pt x="269421" y="31071"/>
                    <a:pt x="269421" y="44757"/>
                  </a:cubicBezTo>
                  <a:cubicBezTo>
                    <a:pt x="269421" y="48747"/>
                    <a:pt x="270394" y="52509"/>
                    <a:pt x="272080" y="55850"/>
                  </a:cubicBezTo>
                  <a:lnTo>
                    <a:pt x="220641" y="95839"/>
                  </a:lnTo>
                  <a:cubicBezTo>
                    <a:pt x="216295" y="92077"/>
                    <a:pt x="210620" y="89774"/>
                    <a:pt x="204425" y="89774"/>
                  </a:cubicBezTo>
                  <a:cubicBezTo>
                    <a:pt x="195214" y="89774"/>
                    <a:pt x="187171" y="94834"/>
                    <a:pt x="182889" y="102294"/>
                  </a:cubicBezTo>
                  <a:lnTo>
                    <a:pt x="139202" y="87731"/>
                  </a:lnTo>
                  <a:cubicBezTo>
                    <a:pt x="139332" y="86726"/>
                    <a:pt x="139429" y="85688"/>
                    <a:pt x="139429" y="84650"/>
                  </a:cubicBezTo>
                  <a:cubicBezTo>
                    <a:pt x="139429" y="70963"/>
                    <a:pt x="128305" y="59839"/>
                    <a:pt x="114618" y="59839"/>
                  </a:cubicBezTo>
                  <a:cubicBezTo>
                    <a:pt x="100931" y="59839"/>
                    <a:pt x="89807" y="70963"/>
                    <a:pt x="89807" y="84650"/>
                  </a:cubicBezTo>
                  <a:cubicBezTo>
                    <a:pt x="89807" y="86531"/>
                    <a:pt x="90034" y="88347"/>
                    <a:pt x="90423" y="90066"/>
                  </a:cubicBezTo>
                  <a:lnTo>
                    <a:pt x="45049" y="110240"/>
                  </a:lnTo>
                  <a:cubicBezTo>
                    <a:pt x="40541" y="103883"/>
                    <a:pt x="33146" y="99731"/>
                    <a:pt x="24811" y="99731"/>
                  </a:cubicBezTo>
                  <a:cubicBezTo>
                    <a:pt x="11124" y="99731"/>
                    <a:pt x="0" y="110856"/>
                    <a:pt x="0" y="124543"/>
                  </a:cubicBezTo>
                  <a:cubicBezTo>
                    <a:pt x="0" y="138229"/>
                    <a:pt x="11124" y="149354"/>
                    <a:pt x="24811" y="149354"/>
                  </a:cubicBezTo>
                  <a:close/>
                  <a:moveTo>
                    <a:pt x="384071" y="9697"/>
                  </a:moveTo>
                  <a:cubicBezTo>
                    <a:pt x="392406" y="9697"/>
                    <a:pt x="399152" y="16476"/>
                    <a:pt x="399152" y="24779"/>
                  </a:cubicBezTo>
                  <a:cubicBezTo>
                    <a:pt x="399152" y="33082"/>
                    <a:pt x="392374" y="39860"/>
                    <a:pt x="384071" y="39860"/>
                  </a:cubicBezTo>
                  <a:cubicBezTo>
                    <a:pt x="375768" y="39860"/>
                    <a:pt x="368990" y="33082"/>
                    <a:pt x="368990" y="24779"/>
                  </a:cubicBezTo>
                  <a:cubicBezTo>
                    <a:pt x="368990" y="16476"/>
                    <a:pt x="375768" y="9697"/>
                    <a:pt x="384071" y="9697"/>
                  </a:cubicBezTo>
                  <a:close/>
                  <a:moveTo>
                    <a:pt x="294264" y="29644"/>
                  </a:moveTo>
                  <a:cubicBezTo>
                    <a:pt x="302599" y="29644"/>
                    <a:pt x="309346" y="36422"/>
                    <a:pt x="309346" y="44725"/>
                  </a:cubicBezTo>
                  <a:cubicBezTo>
                    <a:pt x="309346" y="53028"/>
                    <a:pt x="302567" y="59806"/>
                    <a:pt x="294264" y="59806"/>
                  </a:cubicBezTo>
                  <a:cubicBezTo>
                    <a:pt x="285961" y="59806"/>
                    <a:pt x="279183" y="53028"/>
                    <a:pt x="279183" y="44725"/>
                  </a:cubicBezTo>
                  <a:cubicBezTo>
                    <a:pt x="279183" y="36422"/>
                    <a:pt x="285961" y="29644"/>
                    <a:pt x="294264" y="29644"/>
                  </a:cubicBezTo>
                  <a:close/>
                  <a:moveTo>
                    <a:pt x="204457" y="99504"/>
                  </a:moveTo>
                  <a:cubicBezTo>
                    <a:pt x="212793" y="99504"/>
                    <a:pt x="219539" y="106283"/>
                    <a:pt x="219539" y="114586"/>
                  </a:cubicBezTo>
                  <a:cubicBezTo>
                    <a:pt x="219539" y="122888"/>
                    <a:pt x="212760" y="129667"/>
                    <a:pt x="204457" y="129667"/>
                  </a:cubicBezTo>
                  <a:cubicBezTo>
                    <a:pt x="196154" y="129667"/>
                    <a:pt x="189376" y="122888"/>
                    <a:pt x="189376" y="114586"/>
                  </a:cubicBezTo>
                  <a:cubicBezTo>
                    <a:pt x="189376" y="106283"/>
                    <a:pt x="196154" y="99504"/>
                    <a:pt x="204457" y="99504"/>
                  </a:cubicBezTo>
                  <a:close/>
                  <a:moveTo>
                    <a:pt x="114650" y="69569"/>
                  </a:moveTo>
                  <a:cubicBezTo>
                    <a:pt x="122986" y="69569"/>
                    <a:pt x="129732" y="76347"/>
                    <a:pt x="129732" y="84650"/>
                  </a:cubicBezTo>
                  <a:cubicBezTo>
                    <a:pt x="129732" y="92953"/>
                    <a:pt x="122953" y="99731"/>
                    <a:pt x="114650" y="99731"/>
                  </a:cubicBezTo>
                  <a:cubicBezTo>
                    <a:pt x="106348" y="99731"/>
                    <a:pt x="99569" y="92953"/>
                    <a:pt x="99569" y="84650"/>
                  </a:cubicBezTo>
                  <a:cubicBezTo>
                    <a:pt x="99569" y="76347"/>
                    <a:pt x="106348" y="69569"/>
                    <a:pt x="114650" y="69569"/>
                  </a:cubicBezTo>
                  <a:close/>
                  <a:moveTo>
                    <a:pt x="24844" y="109494"/>
                  </a:moveTo>
                  <a:cubicBezTo>
                    <a:pt x="33179" y="109494"/>
                    <a:pt x="39925" y="116272"/>
                    <a:pt x="39925" y="124575"/>
                  </a:cubicBezTo>
                  <a:cubicBezTo>
                    <a:pt x="39925" y="132878"/>
                    <a:pt x="33146" y="139656"/>
                    <a:pt x="24844" y="139656"/>
                  </a:cubicBezTo>
                  <a:cubicBezTo>
                    <a:pt x="16541" y="139656"/>
                    <a:pt x="9762" y="132878"/>
                    <a:pt x="9762" y="124575"/>
                  </a:cubicBezTo>
                  <a:cubicBezTo>
                    <a:pt x="9762" y="116272"/>
                    <a:pt x="16541" y="109494"/>
                    <a:pt x="24844" y="109494"/>
                  </a:cubicBezTo>
                  <a:close/>
                </a:path>
              </a:pathLst>
            </a:custGeom>
            <a:grpFill/>
            <a:ln w="3243" cap="flat">
              <a:noFill/>
              <a:prstDash val="solid"/>
              <a:miter/>
            </a:ln>
          </p:spPr>
          <p:txBody>
            <a:bodyPr rtlCol="0" anchor="ctr"/>
            <a:lstStyle/>
            <a:p>
              <a:endParaRPr lang="en-US"/>
            </a:p>
          </p:txBody>
        </p:sp>
        <p:sp>
          <p:nvSpPr>
            <p:cNvPr id="250" name="Freeform: Shape 824"/>
            <p:cNvSpPr/>
            <p:nvPr/>
          </p:nvSpPr>
          <p:spPr>
            <a:xfrm>
              <a:off x="3096511" y="1366680"/>
              <a:ext cx="607339" cy="508710"/>
            </a:xfrm>
            <a:custGeom>
              <a:avLst/>
              <a:gdLst>
                <a:gd name="connsiteX0" fmla="*/ 603610 w 607339"/>
                <a:gd name="connsiteY0" fmla="*/ 0 h 508710"/>
                <a:gd name="connsiteX1" fmla="*/ 24811 w 607339"/>
                <a:gd name="connsiteY1" fmla="*/ 0 h 508710"/>
                <a:gd name="connsiteX2" fmla="*/ 0 w 607339"/>
                <a:gd name="connsiteY2" fmla="*/ 24811 h 508710"/>
                <a:gd name="connsiteX3" fmla="*/ 0 w 607339"/>
                <a:gd name="connsiteY3" fmla="*/ 404050 h 508710"/>
                <a:gd name="connsiteX4" fmla="*/ 24811 w 607339"/>
                <a:gd name="connsiteY4" fmla="*/ 428861 h 508710"/>
                <a:gd name="connsiteX5" fmla="*/ 259464 w 607339"/>
                <a:gd name="connsiteY5" fmla="*/ 428861 h 508710"/>
                <a:gd name="connsiteX6" fmla="*/ 259464 w 607339"/>
                <a:gd name="connsiteY6" fmla="*/ 498981 h 508710"/>
                <a:gd name="connsiteX7" fmla="*/ 234360 w 607339"/>
                <a:gd name="connsiteY7" fmla="*/ 498981 h 508710"/>
                <a:gd name="connsiteX8" fmla="*/ 234360 w 607339"/>
                <a:gd name="connsiteY8" fmla="*/ 508711 h 508710"/>
                <a:gd name="connsiteX9" fmla="*/ 347876 w 607339"/>
                <a:gd name="connsiteY9" fmla="*/ 508711 h 508710"/>
                <a:gd name="connsiteX10" fmla="*/ 347876 w 607339"/>
                <a:gd name="connsiteY10" fmla="*/ 498981 h 508710"/>
                <a:gd name="connsiteX11" fmla="*/ 269194 w 607339"/>
                <a:gd name="connsiteY11" fmla="*/ 498981 h 508710"/>
                <a:gd name="connsiteX12" fmla="*/ 269194 w 607339"/>
                <a:gd name="connsiteY12" fmla="*/ 428861 h 508710"/>
                <a:gd name="connsiteX13" fmla="*/ 347876 w 607339"/>
                <a:gd name="connsiteY13" fmla="*/ 428861 h 508710"/>
                <a:gd name="connsiteX14" fmla="*/ 347876 w 607339"/>
                <a:gd name="connsiteY14" fmla="*/ 419131 h 508710"/>
                <a:gd name="connsiteX15" fmla="*/ 24811 w 607339"/>
                <a:gd name="connsiteY15" fmla="*/ 419131 h 508710"/>
                <a:gd name="connsiteX16" fmla="*/ 9730 w 607339"/>
                <a:gd name="connsiteY16" fmla="*/ 404050 h 508710"/>
                <a:gd name="connsiteX17" fmla="*/ 9730 w 607339"/>
                <a:gd name="connsiteY17" fmla="*/ 24811 h 508710"/>
                <a:gd name="connsiteX18" fmla="*/ 24811 w 607339"/>
                <a:gd name="connsiteY18" fmla="*/ 9730 h 508710"/>
                <a:gd name="connsiteX19" fmla="*/ 607339 w 607339"/>
                <a:gd name="connsiteY19" fmla="*/ 9730 h 508710"/>
                <a:gd name="connsiteX20" fmla="*/ 607339 w 607339"/>
                <a:gd name="connsiteY20" fmla="*/ 3762 h 508710"/>
                <a:gd name="connsiteX21" fmla="*/ 603610 w 607339"/>
                <a:gd name="connsiteY21" fmla="*/ 0 h 50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339" h="508710">
                  <a:moveTo>
                    <a:pt x="603610" y="0"/>
                  </a:moveTo>
                  <a:lnTo>
                    <a:pt x="24811" y="0"/>
                  </a:lnTo>
                  <a:cubicBezTo>
                    <a:pt x="11124" y="0"/>
                    <a:pt x="0" y="11125"/>
                    <a:pt x="0" y="24811"/>
                  </a:cubicBezTo>
                  <a:lnTo>
                    <a:pt x="0" y="404050"/>
                  </a:lnTo>
                  <a:cubicBezTo>
                    <a:pt x="0" y="417737"/>
                    <a:pt x="11124" y="428861"/>
                    <a:pt x="24811" y="428861"/>
                  </a:cubicBezTo>
                  <a:lnTo>
                    <a:pt x="259464" y="428861"/>
                  </a:lnTo>
                  <a:lnTo>
                    <a:pt x="259464" y="498981"/>
                  </a:lnTo>
                  <a:lnTo>
                    <a:pt x="234360" y="498981"/>
                  </a:lnTo>
                  <a:lnTo>
                    <a:pt x="234360" y="508711"/>
                  </a:lnTo>
                  <a:lnTo>
                    <a:pt x="347876" y="508711"/>
                  </a:lnTo>
                  <a:lnTo>
                    <a:pt x="347876" y="498981"/>
                  </a:lnTo>
                  <a:lnTo>
                    <a:pt x="269194" y="498981"/>
                  </a:lnTo>
                  <a:lnTo>
                    <a:pt x="269194" y="428861"/>
                  </a:lnTo>
                  <a:lnTo>
                    <a:pt x="347876" y="428861"/>
                  </a:lnTo>
                  <a:lnTo>
                    <a:pt x="347876" y="419131"/>
                  </a:lnTo>
                  <a:lnTo>
                    <a:pt x="24811" y="419131"/>
                  </a:lnTo>
                  <a:cubicBezTo>
                    <a:pt x="16476" y="419131"/>
                    <a:pt x="9730" y="412353"/>
                    <a:pt x="9730" y="404050"/>
                  </a:cubicBezTo>
                  <a:lnTo>
                    <a:pt x="9730" y="24811"/>
                  </a:lnTo>
                  <a:cubicBezTo>
                    <a:pt x="9730" y="16508"/>
                    <a:pt x="16476" y="9730"/>
                    <a:pt x="24811" y="9730"/>
                  </a:cubicBezTo>
                  <a:lnTo>
                    <a:pt x="607339" y="9730"/>
                  </a:lnTo>
                  <a:lnTo>
                    <a:pt x="607339" y="3762"/>
                  </a:lnTo>
                  <a:cubicBezTo>
                    <a:pt x="607339" y="1687"/>
                    <a:pt x="605686" y="0"/>
                    <a:pt x="603610" y="0"/>
                  </a:cubicBezTo>
                  <a:close/>
                </a:path>
              </a:pathLst>
            </a:custGeom>
            <a:grpFill/>
            <a:ln w="3243" cap="flat">
              <a:noFill/>
              <a:prstDash val="solid"/>
              <a:miter/>
            </a:ln>
          </p:spPr>
          <p:txBody>
            <a:bodyPr rtlCol="0" anchor="ctr"/>
            <a:lstStyle/>
            <a:p>
              <a:endParaRPr lang="en-US"/>
            </a:p>
          </p:txBody>
        </p:sp>
        <p:sp>
          <p:nvSpPr>
            <p:cNvPr id="251" name="Freeform: Shape 825"/>
            <p:cNvSpPr/>
            <p:nvPr/>
          </p:nvSpPr>
          <p:spPr>
            <a:xfrm>
              <a:off x="3136404" y="1406605"/>
              <a:ext cx="548603" cy="349043"/>
            </a:xfrm>
            <a:custGeom>
              <a:avLst/>
              <a:gdLst>
                <a:gd name="connsiteX0" fmla="*/ 0 w 548603"/>
                <a:gd name="connsiteY0" fmla="*/ 349011 h 349043"/>
                <a:gd name="connsiteX1" fmla="*/ 548603 w 548603"/>
                <a:gd name="connsiteY1" fmla="*/ 349011 h 349043"/>
                <a:gd name="connsiteX2" fmla="*/ 548603 w 548603"/>
                <a:gd name="connsiteY2" fmla="*/ 0 h 349043"/>
                <a:gd name="connsiteX3" fmla="*/ 0 w 548603"/>
                <a:gd name="connsiteY3" fmla="*/ 0 h 349043"/>
                <a:gd name="connsiteX4" fmla="*/ 0 w 548603"/>
                <a:gd name="connsiteY4" fmla="*/ 349044 h 349043"/>
                <a:gd name="connsiteX5" fmla="*/ 9730 w 548603"/>
                <a:gd name="connsiteY5" fmla="*/ 9697 h 349043"/>
                <a:gd name="connsiteX6" fmla="*/ 538873 w 548603"/>
                <a:gd name="connsiteY6" fmla="*/ 9697 h 349043"/>
                <a:gd name="connsiteX7" fmla="*/ 538873 w 548603"/>
                <a:gd name="connsiteY7" fmla="*/ 339281 h 349043"/>
                <a:gd name="connsiteX8" fmla="*/ 9730 w 548603"/>
                <a:gd name="connsiteY8" fmla="*/ 339281 h 349043"/>
                <a:gd name="connsiteX9" fmla="*/ 9730 w 548603"/>
                <a:gd name="connsiteY9" fmla="*/ 9730 h 34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8603" h="349043">
                  <a:moveTo>
                    <a:pt x="0" y="349011"/>
                  </a:moveTo>
                  <a:lnTo>
                    <a:pt x="548603" y="349011"/>
                  </a:lnTo>
                  <a:lnTo>
                    <a:pt x="548603" y="0"/>
                  </a:lnTo>
                  <a:lnTo>
                    <a:pt x="0" y="0"/>
                  </a:lnTo>
                  <a:lnTo>
                    <a:pt x="0" y="349044"/>
                  </a:lnTo>
                  <a:close/>
                  <a:moveTo>
                    <a:pt x="9730" y="9697"/>
                  </a:moveTo>
                  <a:lnTo>
                    <a:pt x="538873" y="9697"/>
                  </a:lnTo>
                  <a:lnTo>
                    <a:pt x="538873" y="339281"/>
                  </a:lnTo>
                  <a:lnTo>
                    <a:pt x="9730" y="339281"/>
                  </a:lnTo>
                  <a:lnTo>
                    <a:pt x="9730" y="9730"/>
                  </a:lnTo>
                  <a:close/>
                </a:path>
              </a:pathLst>
            </a:custGeom>
            <a:grpFill/>
            <a:ln w="3243" cap="flat">
              <a:noFill/>
              <a:prstDash val="solid"/>
              <a:miter/>
            </a:ln>
          </p:spPr>
          <p:txBody>
            <a:bodyPr rtlCol="0" anchor="ctr"/>
            <a:lstStyle/>
            <a:p>
              <a:endParaRPr lang="en-US"/>
            </a:p>
          </p:txBody>
        </p:sp>
        <p:sp>
          <p:nvSpPr>
            <p:cNvPr id="252" name="Freeform: Shape 826"/>
            <p:cNvSpPr/>
            <p:nvPr/>
          </p:nvSpPr>
          <p:spPr>
            <a:xfrm>
              <a:off x="3201172" y="1546326"/>
              <a:ext cx="419131" cy="149451"/>
            </a:xfrm>
            <a:custGeom>
              <a:avLst/>
              <a:gdLst>
                <a:gd name="connsiteX0" fmla="*/ 414007 w 419131"/>
                <a:gd name="connsiteY0" fmla="*/ 0 h 149451"/>
                <a:gd name="connsiteX1" fmla="*/ 364352 w 419131"/>
                <a:gd name="connsiteY1" fmla="*/ 0 h 149451"/>
                <a:gd name="connsiteX2" fmla="*/ 364352 w 419131"/>
                <a:gd name="connsiteY2" fmla="*/ 139721 h 149451"/>
                <a:gd name="connsiteX3" fmla="*/ 324200 w 419131"/>
                <a:gd name="connsiteY3" fmla="*/ 139721 h 149451"/>
                <a:gd name="connsiteX4" fmla="*/ 324200 w 419131"/>
                <a:gd name="connsiteY4" fmla="*/ 19979 h 149451"/>
                <a:gd name="connsiteX5" fmla="*/ 274545 w 419131"/>
                <a:gd name="connsiteY5" fmla="*/ 19979 h 149451"/>
                <a:gd name="connsiteX6" fmla="*/ 274545 w 419131"/>
                <a:gd name="connsiteY6" fmla="*/ 139721 h 149451"/>
                <a:gd name="connsiteX7" fmla="*/ 234393 w 419131"/>
                <a:gd name="connsiteY7" fmla="*/ 139721 h 149451"/>
                <a:gd name="connsiteX8" fmla="*/ 234393 w 419131"/>
                <a:gd name="connsiteY8" fmla="*/ 89839 h 149451"/>
                <a:gd name="connsiteX9" fmla="*/ 184738 w 419131"/>
                <a:gd name="connsiteY9" fmla="*/ 89839 h 149451"/>
                <a:gd name="connsiteX10" fmla="*/ 184738 w 419131"/>
                <a:gd name="connsiteY10" fmla="*/ 139721 h 149451"/>
                <a:gd name="connsiteX11" fmla="*/ 144586 w 419131"/>
                <a:gd name="connsiteY11" fmla="*/ 139721 h 149451"/>
                <a:gd name="connsiteX12" fmla="*/ 144586 w 419131"/>
                <a:gd name="connsiteY12" fmla="*/ 59871 h 149451"/>
                <a:gd name="connsiteX13" fmla="*/ 94931 w 419131"/>
                <a:gd name="connsiteY13" fmla="*/ 59871 h 149451"/>
                <a:gd name="connsiteX14" fmla="*/ 94931 w 419131"/>
                <a:gd name="connsiteY14" fmla="*/ 139721 h 149451"/>
                <a:gd name="connsiteX15" fmla="*/ 54779 w 419131"/>
                <a:gd name="connsiteY15" fmla="*/ 139721 h 149451"/>
                <a:gd name="connsiteX16" fmla="*/ 54779 w 419131"/>
                <a:gd name="connsiteY16" fmla="*/ 99796 h 149451"/>
                <a:gd name="connsiteX17" fmla="*/ 5124 w 419131"/>
                <a:gd name="connsiteY17" fmla="*/ 99796 h 149451"/>
                <a:gd name="connsiteX18" fmla="*/ 5124 w 419131"/>
                <a:gd name="connsiteY18" fmla="*/ 139721 h 149451"/>
                <a:gd name="connsiteX19" fmla="*/ 0 w 419131"/>
                <a:gd name="connsiteY19" fmla="*/ 139721 h 149451"/>
                <a:gd name="connsiteX20" fmla="*/ 0 w 419131"/>
                <a:gd name="connsiteY20" fmla="*/ 149451 h 149451"/>
                <a:gd name="connsiteX21" fmla="*/ 419131 w 419131"/>
                <a:gd name="connsiteY21" fmla="*/ 149451 h 149451"/>
                <a:gd name="connsiteX22" fmla="*/ 419131 w 419131"/>
                <a:gd name="connsiteY22" fmla="*/ 139721 h 149451"/>
                <a:gd name="connsiteX23" fmla="*/ 414007 w 419131"/>
                <a:gd name="connsiteY23" fmla="*/ 139721 h 149451"/>
                <a:gd name="connsiteX24" fmla="*/ 414007 w 419131"/>
                <a:gd name="connsiteY24" fmla="*/ 0 h 149451"/>
                <a:gd name="connsiteX25" fmla="*/ 14822 w 419131"/>
                <a:gd name="connsiteY25" fmla="*/ 139721 h 149451"/>
                <a:gd name="connsiteX26" fmla="*/ 14822 w 419131"/>
                <a:gd name="connsiteY26" fmla="*/ 109526 h 149451"/>
                <a:gd name="connsiteX27" fmla="*/ 45017 w 419131"/>
                <a:gd name="connsiteY27" fmla="*/ 109526 h 149451"/>
                <a:gd name="connsiteX28" fmla="*/ 45017 w 419131"/>
                <a:gd name="connsiteY28" fmla="*/ 139721 h 149451"/>
                <a:gd name="connsiteX29" fmla="*/ 14822 w 419131"/>
                <a:gd name="connsiteY29" fmla="*/ 139721 h 149451"/>
                <a:gd name="connsiteX30" fmla="*/ 104629 w 419131"/>
                <a:gd name="connsiteY30" fmla="*/ 139721 h 149451"/>
                <a:gd name="connsiteX31" fmla="*/ 104629 w 419131"/>
                <a:gd name="connsiteY31" fmla="*/ 69601 h 149451"/>
                <a:gd name="connsiteX32" fmla="*/ 134824 w 419131"/>
                <a:gd name="connsiteY32" fmla="*/ 69601 h 149451"/>
                <a:gd name="connsiteX33" fmla="*/ 134824 w 419131"/>
                <a:gd name="connsiteY33" fmla="*/ 139721 h 149451"/>
                <a:gd name="connsiteX34" fmla="*/ 104629 w 419131"/>
                <a:gd name="connsiteY34" fmla="*/ 139721 h 149451"/>
                <a:gd name="connsiteX35" fmla="*/ 194436 w 419131"/>
                <a:gd name="connsiteY35" fmla="*/ 139721 h 149451"/>
                <a:gd name="connsiteX36" fmla="*/ 194436 w 419131"/>
                <a:gd name="connsiteY36" fmla="*/ 99569 h 149451"/>
                <a:gd name="connsiteX37" fmla="*/ 224631 w 419131"/>
                <a:gd name="connsiteY37" fmla="*/ 99569 h 149451"/>
                <a:gd name="connsiteX38" fmla="*/ 224631 w 419131"/>
                <a:gd name="connsiteY38" fmla="*/ 139721 h 149451"/>
                <a:gd name="connsiteX39" fmla="*/ 194436 w 419131"/>
                <a:gd name="connsiteY39" fmla="*/ 139721 h 149451"/>
                <a:gd name="connsiteX40" fmla="*/ 284242 w 419131"/>
                <a:gd name="connsiteY40" fmla="*/ 139721 h 149451"/>
                <a:gd name="connsiteX41" fmla="*/ 284242 w 419131"/>
                <a:gd name="connsiteY41" fmla="*/ 29709 h 149451"/>
                <a:gd name="connsiteX42" fmla="*/ 314438 w 419131"/>
                <a:gd name="connsiteY42" fmla="*/ 29709 h 149451"/>
                <a:gd name="connsiteX43" fmla="*/ 314438 w 419131"/>
                <a:gd name="connsiteY43" fmla="*/ 139721 h 149451"/>
                <a:gd name="connsiteX44" fmla="*/ 284242 w 419131"/>
                <a:gd name="connsiteY44" fmla="*/ 139721 h 149451"/>
                <a:gd name="connsiteX45" fmla="*/ 374049 w 419131"/>
                <a:gd name="connsiteY45" fmla="*/ 139721 h 149451"/>
                <a:gd name="connsiteX46" fmla="*/ 374049 w 419131"/>
                <a:gd name="connsiteY46" fmla="*/ 9730 h 149451"/>
                <a:gd name="connsiteX47" fmla="*/ 404244 w 419131"/>
                <a:gd name="connsiteY47" fmla="*/ 9730 h 149451"/>
                <a:gd name="connsiteX48" fmla="*/ 404244 w 419131"/>
                <a:gd name="connsiteY48" fmla="*/ 139721 h 149451"/>
                <a:gd name="connsiteX49" fmla="*/ 374049 w 419131"/>
                <a:gd name="connsiteY49" fmla="*/ 139721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19131" h="149451">
                  <a:moveTo>
                    <a:pt x="414007" y="0"/>
                  </a:moveTo>
                  <a:lnTo>
                    <a:pt x="364352" y="0"/>
                  </a:lnTo>
                  <a:lnTo>
                    <a:pt x="364352" y="139721"/>
                  </a:lnTo>
                  <a:lnTo>
                    <a:pt x="324200" y="139721"/>
                  </a:lnTo>
                  <a:lnTo>
                    <a:pt x="324200" y="19979"/>
                  </a:lnTo>
                  <a:lnTo>
                    <a:pt x="274545" y="19979"/>
                  </a:lnTo>
                  <a:lnTo>
                    <a:pt x="274545" y="139721"/>
                  </a:lnTo>
                  <a:lnTo>
                    <a:pt x="234393" y="139721"/>
                  </a:lnTo>
                  <a:lnTo>
                    <a:pt x="234393" y="89839"/>
                  </a:lnTo>
                  <a:lnTo>
                    <a:pt x="184738" y="89839"/>
                  </a:lnTo>
                  <a:lnTo>
                    <a:pt x="184738" y="139721"/>
                  </a:lnTo>
                  <a:lnTo>
                    <a:pt x="144586" y="139721"/>
                  </a:lnTo>
                  <a:lnTo>
                    <a:pt x="144586" y="59871"/>
                  </a:lnTo>
                  <a:lnTo>
                    <a:pt x="94931" y="59871"/>
                  </a:lnTo>
                  <a:lnTo>
                    <a:pt x="94931" y="139721"/>
                  </a:lnTo>
                  <a:lnTo>
                    <a:pt x="54779" y="139721"/>
                  </a:lnTo>
                  <a:lnTo>
                    <a:pt x="54779" y="99796"/>
                  </a:lnTo>
                  <a:lnTo>
                    <a:pt x="5124" y="99796"/>
                  </a:lnTo>
                  <a:lnTo>
                    <a:pt x="5124" y="139721"/>
                  </a:lnTo>
                  <a:lnTo>
                    <a:pt x="0" y="139721"/>
                  </a:lnTo>
                  <a:lnTo>
                    <a:pt x="0" y="149451"/>
                  </a:lnTo>
                  <a:lnTo>
                    <a:pt x="419131" y="149451"/>
                  </a:lnTo>
                  <a:lnTo>
                    <a:pt x="419131" y="139721"/>
                  </a:lnTo>
                  <a:lnTo>
                    <a:pt x="414007" y="139721"/>
                  </a:lnTo>
                  <a:lnTo>
                    <a:pt x="414007" y="0"/>
                  </a:lnTo>
                  <a:close/>
                  <a:moveTo>
                    <a:pt x="14822" y="139721"/>
                  </a:moveTo>
                  <a:lnTo>
                    <a:pt x="14822" y="109526"/>
                  </a:lnTo>
                  <a:lnTo>
                    <a:pt x="45017" y="109526"/>
                  </a:lnTo>
                  <a:lnTo>
                    <a:pt x="45017" y="139721"/>
                  </a:lnTo>
                  <a:lnTo>
                    <a:pt x="14822" y="139721"/>
                  </a:lnTo>
                  <a:close/>
                  <a:moveTo>
                    <a:pt x="104629" y="139721"/>
                  </a:moveTo>
                  <a:lnTo>
                    <a:pt x="104629" y="69601"/>
                  </a:lnTo>
                  <a:lnTo>
                    <a:pt x="134824" y="69601"/>
                  </a:lnTo>
                  <a:lnTo>
                    <a:pt x="134824" y="139721"/>
                  </a:lnTo>
                  <a:lnTo>
                    <a:pt x="104629" y="139721"/>
                  </a:lnTo>
                  <a:close/>
                  <a:moveTo>
                    <a:pt x="194436" y="139721"/>
                  </a:moveTo>
                  <a:lnTo>
                    <a:pt x="194436" y="99569"/>
                  </a:lnTo>
                  <a:lnTo>
                    <a:pt x="224631" y="99569"/>
                  </a:lnTo>
                  <a:lnTo>
                    <a:pt x="224631" y="139721"/>
                  </a:lnTo>
                  <a:lnTo>
                    <a:pt x="194436" y="139721"/>
                  </a:lnTo>
                  <a:close/>
                  <a:moveTo>
                    <a:pt x="284242" y="139721"/>
                  </a:moveTo>
                  <a:lnTo>
                    <a:pt x="284242" y="29709"/>
                  </a:lnTo>
                  <a:lnTo>
                    <a:pt x="314438" y="29709"/>
                  </a:lnTo>
                  <a:lnTo>
                    <a:pt x="314438" y="139721"/>
                  </a:lnTo>
                  <a:lnTo>
                    <a:pt x="284242" y="139721"/>
                  </a:lnTo>
                  <a:close/>
                  <a:moveTo>
                    <a:pt x="374049" y="139721"/>
                  </a:moveTo>
                  <a:lnTo>
                    <a:pt x="374049" y="9730"/>
                  </a:lnTo>
                  <a:lnTo>
                    <a:pt x="404244" y="9730"/>
                  </a:lnTo>
                  <a:lnTo>
                    <a:pt x="404244" y="139721"/>
                  </a:lnTo>
                  <a:lnTo>
                    <a:pt x="374049" y="139721"/>
                  </a:lnTo>
                  <a:close/>
                </a:path>
              </a:pathLst>
            </a:custGeom>
            <a:grpFill/>
            <a:ln w="3243" cap="flat">
              <a:noFill/>
              <a:prstDash val="solid"/>
              <a:miter/>
            </a:ln>
          </p:spPr>
          <p:txBody>
            <a:bodyPr rtlCol="0" anchor="ctr"/>
            <a:lstStyle/>
            <a:p>
              <a:endParaRPr lang="en-US"/>
            </a:p>
          </p:txBody>
        </p:sp>
        <p:sp>
          <p:nvSpPr>
            <p:cNvPr id="253" name="Freeform: Shape 1093"/>
            <p:cNvSpPr/>
            <p:nvPr/>
          </p:nvSpPr>
          <p:spPr>
            <a:xfrm>
              <a:off x="3444387" y="1366680"/>
              <a:ext cx="291896" cy="508710"/>
            </a:xfrm>
            <a:custGeom>
              <a:avLst/>
              <a:gdLst>
                <a:gd name="connsiteX0" fmla="*/ 291897 w 291896"/>
                <a:gd name="connsiteY0" fmla="*/ 3762 h 508710"/>
                <a:gd name="connsiteX1" fmla="*/ 291897 w 291896"/>
                <a:gd name="connsiteY1" fmla="*/ 415337 h 508710"/>
                <a:gd name="connsiteX2" fmla="*/ 255734 w 291896"/>
                <a:gd name="connsiteY2" fmla="*/ 451499 h 508710"/>
                <a:gd name="connsiteX3" fmla="*/ 32433 w 291896"/>
                <a:gd name="connsiteY3" fmla="*/ 451499 h 508710"/>
                <a:gd name="connsiteX4" fmla="*/ 32433 w 291896"/>
                <a:gd name="connsiteY4" fmla="*/ 476278 h 508710"/>
                <a:gd name="connsiteX5" fmla="*/ 46185 w 291896"/>
                <a:gd name="connsiteY5" fmla="*/ 476278 h 508710"/>
                <a:gd name="connsiteX6" fmla="*/ 46185 w 291896"/>
                <a:gd name="connsiteY6" fmla="*/ 508711 h 508710"/>
                <a:gd name="connsiteX7" fmla="*/ 0 w 291896"/>
                <a:gd name="connsiteY7" fmla="*/ 508711 h 508710"/>
                <a:gd name="connsiteX8" fmla="*/ 0 w 291896"/>
                <a:gd name="connsiteY8" fmla="*/ 419066 h 508710"/>
                <a:gd name="connsiteX9" fmla="*/ 255734 w 291896"/>
                <a:gd name="connsiteY9" fmla="*/ 419066 h 508710"/>
                <a:gd name="connsiteX10" fmla="*/ 259464 w 291896"/>
                <a:gd name="connsiteY10" fmla="*/ 415337 h 508710"/>
                <a:gd name="connsiteX11" fmla="*/ 259464 w 291896"/>
                <a:gd name="connsiteY11" fmla="*/ 3762 h 508710"/>
                <a:gd name="connsiteX12" fmla="*/ 255734 w 291896"/>
                <a:gd name="connsiteY12" fmla="*/ 0 h 508710"/>
                <a:gd name="connsiteX13" fmla="*/ 291702 w 291896"/>
                <a:gd name="connsiteY13" fmla="*/ 0 h 508710"/>
                <a:gd name="connsiteX14" fmla="*/ 291897 w 291896"/>
                <a:gd name="connsiteY14" fmla="*/ 3762 h 50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1896" h="508710">
                  <a:moveTo>
                    <a:pt x="291897" y="3762"/>
                  </a:moveTo>
                  <a:lnTo>
                    <a:pt x="291897" y="415337"/>
                  </a:lnTo>
                  <a:cubicBezTo>
                    <a:pt x="291897" y="435283"/>
                    <a:pt x="275680" y="451499"/>
                    <a:pt x="255734" y="451499"/>
                  </a:cubicBezTo>
                  <a:lnTo>
                    <a:pt x="32433" y="451499"/>
                  </a:lnTo>
                  <a:lnTo>
                    <a:pt x="32433" y="476278"/>
                  </a:lnTo>
                  <a:lnTo>
                    <a:pt x="46185" y="476278"/>
                  </a:lnTo>
                  <a:lnTo>
                    <a:pt x="46185" y="508711"/>
                  </a:lnTo>
                  <a:lnTo>
                    <a:pt x="0" y="508711"/>
                  </a:lnTo>
                  <a:lnTo>
                    <a:pt x="0" y="419066"/>
                  </a:lnTo>
                  <a:lnTo>
                    <a:pt x="255734" y="419066"/>
                  </a:lnTo>
                  <a:cubicBezTo>
                    <a:pt x="257810" y="419066"/>
                    <a:pt x="259464" y="417412"/>
                    <a:pt x="259464" y="415337"/>
                  </a:cubicBezTo>
                  <a:lnTo>
                    <a:pt x="259464" y="3762"/>
                  </a:lnTo>
                  <a:cubicBezTo>
                    <a:pt x="259464" y="1687"/>
                    <a:pt x="257810" y="0"/>
                    <a:pt x="255734" y="0"/>
                  </a:cubicBezTo>
                  <a:lnTo>
                    <a:pt x="291702" y="0"/>
                  </a:lnTo>
                  <a:cubicBezTo>
                    <a:pt x="291832" y="1232"/>
                    <a:pt x="291897" y="2497"/>
                    <a:pt x="291897" y="3762"/>
                  </a:cubicBezTo>
                  <a:close/>
                </a:path>
              </a:pathLst>
            </a:custGeom>
            <a:solidFill>
              <a:srgbClr val="CAB481"/>
            </a:solidFill>
            <a:ln w="3243" cap="flat">
              <a:noFill/>
              <a:prstDash val="solid"/>
              <a:miter/>
            </a:ln>
          </p:spPr>
          <p:txBody>
            <a:bodyPr rtlCol="0" anchor="ctr"/>
            <a:lstStyle/>
            <a:p>
              <a:endParaRPr lang="en-US" dirty="0"/>
            </a:p>
          </p:txBody>
        </p:sp>
      </p:grpSp>
      <p:grpSp>
        <p:nvGrpSpPr>
          <p:cNvPr id="254" name="Group 87"/>
          <p:cNvGrpSpPr/>
          <p:nvPr/>
        </p:nvGrpSpPr>
        <p:grpSpPr>
          <a:xfrm>
            <a:off x="2012007" y="1776364"/>
            <a:ext cx="437755" cy="422893"/>
            <a:chOff x="4220605" y="2607078"/>
            <a:chExt cx="650540" cy="628454"/>
          </a:xfrm>
          <a:solidFill>
            <a:schemeClr val="tx1"/>
          </a:solidFill>
        </p:grpSpPr>
        <p:sp>
          <p:nvSpPr>
            <p:cNvPr id="255" name="Freeform: Shape 809"/>
            <p:cNvSpPr/>
            <p:nvPr/>
          </p:nvSpPr>
          <p:spPr>
            <a:xfrm>
              <a:off x="4508253" y="3172450"/>
              <a:ext cx="54098" cy="63082"/>
            </a:xfrm>
            <a:custGeom>
              <a:avLst/>
              <a:gdLst>
                <a:gd name="connsiteX0" fmla="*/ 9730 w 54098"/>
                <a:gd name="connsiteY0" fmla="*/ 16411 h 63082"/>
                <a:gd name="connsiteX1" fmla="*/ 21438 w 54098"/>
                <a:gd name="connsiteY1" fmla="*/ 10800 h 63082"/>
                <a:gd name="connsiteX2" fmla="*/ 21406 w 54098"/>
                <a:gd name="connsiteY2" fmla="*/ 10768 h 63082"/>
                <a:gd name="connsiteX3" fmla="*/ 21406 w 54098"/>
                <a:gd name="connsiteY3" fmla="*/ 0 h 63082"/>
                <a:gd name="connsiteX4" fmla="*/ 0 w 54098"/>
                <a:gd name="connsiteY4" fmla="*/ 10314 h 63082"/>
                <a:gd name="connsiteX5" fmla="*/ 0 w 54098"/>
                <a:gd name="connsiteY5" fmla="*/ 63082 h 63082"/>
                <a:gd name="connsiteX6" fmla="*/ 54098 w 54098"/>
                <a:gd name="connsiteY6" fmla="*/ 63082 h 63082"/>
                <a:gd name="connsiteX7" fmla="*/ 54098 w 54098"/>
                <a:gd name="connsiteY7" fmla="*/ 53352 h 63082"/>
                <a:gd name="connsiteX8" fmla="*/ 9730 w 54098"/>
                <a:gd name="connsiteY8" fmla="*/ 53352 h 63082"/>
                <a:gd name="connsiteX9" fmla="*/ 9730 w 54098"/>
                <a:gd name="connsiteY9" fmla="*/ 16411 h 63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8" h="63082">
                  <a:moveTo>
                    <a:pt x="9730" y="16411"/>
                  </a:moveTo>
                  <a:lnTo>
                    <a:pt x="21438" y="10800"/>
                  </a:lnTo>
                  <a:lnTo>
                    <a:pt x="21406" y="10768"/>
                  </a:lnTo>
                  <a:lnTo>
                    <a:pt x="21406" y="0"/>
                  </a:lnTo>
                  <a:lnTo>
                    <a:pt x="0" y="10314"/>
                  </a:lnTo>
                  <a:lnTo>
                    <a:pt x="0" y="63082"/>
                  </a:lnTo>
                  <a:lnTo>
                    <a:pt x="54098" y="63082"/>
                  </a:lnTo>
                  <a:lnTo>
                    <a:pt x="54098" y="53352"/>
                  </a:lnTo>
                  <a:lnTo>
                    <a:pt x="9730" y="53352"/>
                  </a:lnTo>
                  <a:lnTo>
                    <a:pt x="9730" y="16411"/>
                  </a:lnTo>
                  <a:close/>
                </a:path>
              </a:pathLst>
            </a:custGeom>
            <a:grpFill/>
            <a:ln w="3243" cap="flat">
              <a:noFill/>
              <a:prstDash val="solid"/>
              <a:miter/>
            </a:ln>
          </p:spPr>
          <p:txBody>
            <a:bodyPr rtlCol="0" anchor="ctr"/>
            <a:lstStyle/>
            <a:p>
              <a:endParaRPr lang="en-US"/>
            </a:p>
          </p:txBody>
        </p:sp>
        <p:sp>
          <p:nvSpPr>
            <p:cNvPr id="256" name="Freeform: Shape 810"/>
            <p:cNvSpPr/>
            <p:nvPr/>
          </p:nvSpPr>
          <p:spPr>
            <a:xfrm>
              <a:off x="4220605" y="2607078"/>
              <a:ext cx="650540" cy="526516"/>
            </a:xfrm>
            <a:custGeom>
              <a:avLst/>
              <a:gdLst>
                <a:gd name="connsiteX0" fmla="*/ 625988 w 650540"/>
                <a:gd name="connsiteY0" fmla="*/ 0 h 526516"/>
                <a:gd name="connsiteX1" fmla="*/ 25525 w 650540"/>
                <a:gd name="connsiteY1" fmla="*/ 0 h 526516"/>
                <a:gd name="connsiteX2" fmla="*/ 0 w 650540"/>
                <a:gd name="connsiteY2" fmla="*/ 25525 h 526516"/>
                <a:gd name="connsiteX3" fmla="*/ 0 w 650540"/>
                <a:gd name="connsiteY3" fmla="*/ 66877 h 526516"/>
                <a:gd name="connsiteX4" fmla="*/ 25525 w 650540"/>
                <a:gd name="connsiteY4" fmla="*/ 92401 h 526516"/>
                <a:gd name="connsiteX5" fmla="*/ 31006 w 650540"/>
                <a:gd name="connsiteY5" fmla="*/ 92401 h 526516"/>
                <a:gd name="connsiteX6" fmla="*/ 31006 w 650540"/>
                <a:gd name="connsiteY6" fmla="*/ 526517 h 526516"/>
                <a:gd name="connsiteX7" fmla="*/ 309053 w 650540"/>
                <a:gd name="connsiteY7" fmla="*/ 526517 h 526516"/>
                <a:gd name="connsiteX8" fmla="*/ 309053 w 650540"/>
                <a:gd name="connsiteY8" fmla="*/ 516787 h 526516"/>
                <a:gd name="connsiteX9" fmla="*/ 40736 w 650540"/>
                <a:gd name="connsiteY9" fmla="*/ 516787 h 526516"/>
                <a:gd name="connsiteX10" fmla="*/ 40736 w 650540"/>
                <a:gd name="connsiteY10" fmla="*/ 92401 h 526516"/>
                <a:gd name="connsiteX11" fmla="*/ 625015 w 650540"/>
                <a:gd name="connsiteY11" fmla="*/ 92401 h 526516"/>
                <a:gd name="connsiteX12" fmla="*/ 630886 w 650540"/>
                <a:gd name="connsiteY12" fmla="*/ 91720 h 526516"/>
                <a:gd name="connsiteX13" fmla="*/ 650540 w 650540"/>
                <a:gd name="connsiteY13" fmla="*/ 66877 h 526516"/>
                <a:gd name="connsiteX14" fmla="*/ 650540 w 650540"/>
                <a:gd name="connsiteY14" fmla="*/ 24552 h 526516"/>
                <a:gd name="connsiteX15" fmla="*/ 625988 w 650540"/>
                <a:gd name="connsiteY15" fmla="*/ 0 h 526516"/>
                <a:gd name="connsiteX16" fmla="*/ 640810 w 650540"/>
                <a:gd name="connsiteY16" fmla="*/ 66877 h 526516"/>
                <a:gd name="connsiteX17" fmla="*/ 625015 w 650540"/>
                <a:gd name="connsiteY17" fmla="*/ 82672 h 526516"/>
                <a:gd name="connsiteX18" fmla="*/ 25525 w 650540"/>
                <a:gd name="connsiteY18" fmla="*/ 82672 h 526516"/>
                <a:gd name="connsiteX19" fmla="*/ 9730 w 650540"/>
                <a:gd name="connsiteY19" fmla="*/ 66877 h 526516"/>
                <a:gd name="connsiteX20" fmla="*/ 9730 w 650540"/>
                <a:gd name="connsiteY20" fmla="*/ 25525 h 526516"/>
                <a:gd name="connsiteX21" fmla="*/ 25525 w 650540"/>
                <a:gd name="connsiteY21" fmla="*/ 9730 h 526516"/>
                <a:gd name="connsiteX22" fmla="*/ 625988 w 650540"/>
                <a:gd name="connsiteY22" fmla="*/ 9730 h 526516"/>
                <a:gd name="connsiteX23" fmla="*/ 640810 w 650540"/>
                <a:gd name="connsiteY23" fmla="*/ 24552 h 526516"/>
                <a:gd name="connsiteX24" fmla="*/ 640810 w 650540"/>
                <a:gd name="connsiteY24" fmla="*/ 66877 h 52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0540" h="526516">
                  <a:moveTo>
                    <a:pt x="625988" y="0"/>
                  </a:moveTo>
                  <a:lnTo>
                    <a:pt x="25525" y="0"/>
                  </a:lnTo>
                  <a:cubicBezTo>
                    <a:pt x="11449" y="0"/>
                    <a:pt x="0" y="11449"/>
                    <a:pt x="0" y="25525"/>
                  </a:cubicBezTo>
                  <a:lnTo>
                    <a:pt x="0" y="66877"/>
                  </a:lnTo>
                  <a:cubicBezTo>
                    <a:pt x="0" y="80953"/>
                    <a:pt x="11449" y="92401"/>
                    <a:pt x="25525" y="92401"/>
                  </a:cubicBezTo>
                  <a:lnTo>
                    <a:pt x="31006" y="92401"/>
                  </a:lnTo>
                  <a:lnTo>
                    <a:pt x="31006" y="526517"/>
                  </a:lnTo>
                  <a:lnTo>
                    <a:pt x="309053" y="526517"/>
                  </a:lnTo>
                  <a:lnTo>
                    <a:pt x="309053" y="516787"/>
                  </a:lnTo>
                  <a:lnTo>
                    <a:pt x="40736" y="516787"/>
                  </a:lnTo>
                  <a:lnTo>
                    <a:pt x="40736" y="92401"/>
                  </a:lnTo>
                  <a:lnTo>
                    <a:pt x="625015" y="92401"/>
                  </a:lnTo>
                  <a:cubicBezTo>
                    <a:pt x="627026" y="92401"/>
                    <a:pt x="629005" y="92174"/>
                    <a:pt x="630886" y="91720"/>
                  </a:cubicBezTo>
                  <a:cubicBezTo>
                    <a:pt x="642140" y="89061"/>
                    <a:pt x="650540" y="78942"/>
                    <a:pt x="650540" y="66877"/>
                  </a:cubicBezTo>
                  <a:lnTo>
                    <a:pt x="650540" y="24552"/>
                  </a:lnTo>
                  <a:cubicBezTo>
                    <a:pt x="650540" y="10995"/>
                    <a:pt x="639513" y="0"/>
                    <a:pt x="625988" y="0"/>
                  </a:cubicBezTo>
                  <a:close/>
                  <a:moveTo>
                    <a:pt x="640810" y="66877"/>
                  </a:moveTo>
                  <a:cubicBezTo>
                    <a:pt x="640810" y="75569"/>
                    <a:pt x="633707" y="82672"/>
                    <a:pt x="625015" y="82672"/>
                  </a:cubicBezTo>
                  <a:lnTo>
                    <a:pt x="25525" y="82672"/>
                  </a:lnTo>
                  <a:cubicBezTo>
                    <a:pt x="16833" y="82672"/>
                    <a:pt x="9730" y="75569"/>
                    <a:pt x="9730" y="66877"/>
                  </a:cubicBezTo>
                  <a:lnTo>
                    <a:pt x="9730" y="25525"/>
                  </a:lnTo>
                  <a:cubicBezTo>
                    <a:pt x="9730" y="16800"/>
                    <a:pt x="16833" y="9730"/>
                    <a:pt x="25525" y="9730"/>
                  </a:cubicBezTo>
                  <a:lnTo>
                    <a:pt x="625988" y="9730"/>
                  </a:lnTo>
                  <a:cubicBezTo>
                    <a:pt x="634161" y="9730"/>
                    <a:pt x="640810" y="16379"/>
                    <a:pt x="640810" y="24552"/>
                  </a:cubicBezTo>
                  <a:lnTo>
                    <a:pt x="640810" y="66877"/>
                  </a:lnTo>
                  <a:close/>
                </a:path>
              </a:pathLst>
            </a:custGeom>
            <a:grpFill/>
            <a:ln w="3243" cap="flat">
              <a:noFill/>
              <a:prstDash val="solid"/>
              <a:miter/>
            </a:ln>
          </p:spPr>
          <p:txBody>
            <a:bodyPr rtlCol="0" anchor="ctr"/>
            <a:lstStyle/>
            <a:p>
              <a:endParaRPr lang="en-US"/>
            </a:p>
          </p:txBody>
        </p:sp>
        <p:sp>
          <p:nvSpPr>
            <p:cNvPr id="257" name="Freeform: Shape 811"/>
            <p:cNvSpPr/>
            <p:nvPr/>
          </p:nvSpPr>
          <p:spPr>
            <a:xfrm>
              <a:off x="4349558" y="2777287"/>
              <a:ext cx="392763" cy="273571"/>
            </a:xfrm>
            <a:custGeom>
              <a:avLst/>
              <a:gdLst>
                <a:gd name="connsiteX0" fmla="*/ 366557 w 392763"/>
                <a:gd name="connsiteY0" fmla="*/ 77839 h 273571"/>
                <a:gd name="connsiteX1" fmla="*/ 294816 w 392763"/>
                <a:gd name="connsiteY1" fmla="*/ 77839 h 273571"/>
                <a:gd name="connsiteX2" fmla="*/ 294816 w 392763"/>
                <a:gd name="connsiteY2" fmla="*/ 263875 h 273571"/>
                <a:gd name="connsiteX3" fmla="*/ 252880 w 392763"/>
                <a:gd name="connsiteY3" fmla="*/ 263875 h 273571"/>
                <a:gd name="connsiteX4" fmla="*/ 252880 w 392763"/>
                <a:gd name="connsiteY4" fmla="*/ 139851 h 273571"/>
                <a:gd name="connsiteX5" fmla="*/ 181138 w 392763"/>
                <a:gd name="connsiteY5" fmla="*/ 139851 h 273571"/>
                <a:gd name="connsiteX6" fmla="*/ 181138 w 392763"/>
                <a:gd name="connsiteY6" fmla="*/ 263875 h 273571"/>
                <a:gd name="connsiteX7" fmla="*/ 139202 w 392763"/>
                <a:gd name="connsiteY7" fmla="*/ 263875 h 273571"/>
                <a:gd name="connsiteX8" fmla="*/ 139202 w 392763"/>
                <a:gd name="connsiteY8" fmla="*/ 201863 h 273571"/>
                <a:gd name="connsiteX9" fmla="*/ 67461 w 392763"/>
                <a:gd name="connsiteY9" fmla="*/ 201863 h 273571"/>
                <a:gd name="connsiteX10" fmla="*/ 67461 w 392763"/>
                <a:gd name="connsiteY10" fmla="*/ 263875 h 273571"/>
                <a:gd name="connsiteX11" fmla="*/ 25525 w 392763"/>
                <a:gd name="connsiteY11" fmla="*/ 263875 h 273571"/>
                <a:gd name="connsiteX12" fmla="*/ 25525 w 392763"/>
                <a:gd name="connsiteY12" fmla="*/ 0 h 273571"/>
                <a:gd name="connsiteX13" fmla="*/ 15795 w 392763"/>
                <a:gd name="connsiteY13" fmla="*/ 0 h 273571"/>
                <a:gd name="connsiteX14" fmla="*/ 15795 w 392763"/>
                <a:gd name="connsiteY14" fmla="*/ 15795 h 273571"/>
                <a:gd name="connsiteX15" fmla="*/ 0 w 392763"/>
                <a:gd name="connsiteY15" fmla="*/ 15795 h 273571"/>
                <a:gd name="connsiteX16" fmla="*/ 0 w 392763"/>
                <a:gd name="connsiteY16" fmla="*/ 25525 h 273571"/>
                <a:gd name="connsiteX17" fmla="*/ 15795 w 392763"/>
                <a:gd name="connsiteY17" fmla="*/ 25525 h 273571"/>
                <a:gd name="connsiteX18" fmla="*/ 15795 w 392763"/>
                <a:gd name="connsiteY18" fmla="*/ 139818 h 273571"/>
                <a:gd name="connsiteX19" fmla="*/ 0 w 392763"/>
                <a:gd name="connsiteY19" fmla="*/ 139818 h 273571"/>
                <a:gd name="connsiteX20" fmla="*/ 0 w 392763"/>
                <a:gd name="connsiteY20" fmla="*/ 149548 h 273571"/>
                <a:gd name="connsiteX21" fmla="*/ 15795 w 392763"/>
                <a:gd name="connsiteY21" fmla="*/ 149548 h 273571"/>
                <a:gd name="connsiteX22" fmla="*/ 15795 w 392763"/>
                <a:gd name="connsiteY22" fmla="*/ 263842 h 273571"/>
                <a:gd name="connsiteX23" fmla="*/ 0 w 392763"/>
                <a:gd name="connsiteY23" fmla="*/ 263842 h 273571"/>
                <a:gd name="connsiteX24" fmla="*/ 0 w 392763"/>
                <a:gd name="connsiteY24" fmla="*/ 273572 h 273571"/>
                <a:gd name="connsiteX25" fmla="*/ 392763 w 392763"/>
                <a:gd name="connsiteY25" fmla="*/ 273572 h 273571"/>
                <a:gd name="connsiteX26" fmla="*/ 392763 w 392763"/>
                <a:gd name="connsiteY26" fmla="*/ 263842 h 273571"/>
                <a:gd name="connsiteX27" fmla="*/ 366622 w 392763"/>
                <a:gd name="connsiteY27" fmla="*/ 263842 h 273571"/>
                <a:gd name="connsiteX28" fmla="*/ 366622 w 392763"/>
                <a:gd name="connsiteY28" fmla="*/ 77807 h 273571"/>
                <a:gd name="connsiteX29" fmla="*/ 77158 w 392763"/>
                <a:gd name="connsiteY29" fmla="*/ 263875 h 273571"/>
                <a:gd name="connsiteX30" fmla="*/ 77158 w 392763"/>
                <a:gd name="connsiteY30" fmla="*/ 211593 h 273571"/>
                <a:gd name="connsiteX31" fmla="*/ 129440 w 392763"/>
                <a:gd name="connsiteY31" fmla="*/ 211593 h 273571"/>
                <a:gd name="connsiteX32" fmla="*/ 129440 w 392763"/>
                <a:gd name="connsiteY32" fmla="*/ 263875 h 273571"/>
                <a:gd name="connsiteX33" fmla="*/ 77158 w 392763"/>
                <a:gd name="connsiteY33" fmla="*/ 263875 h 273571"/>
                <a:gd name="connsiteX34" fmla="*/ 190836 w 392763"/>
                <a:gd name="connsiteY34" fmla="*/ 263875 h 273571"/>
                <a:gd name="connsiteX35" fmla="*/ 190836 w 392763"/>
                <a:gd name="connsiteY35" fmla="*/ 149581 h 273571"/>
                <a:gd name="connsiteX36" fmla="*/ 243118 w 392763"/>
                <a:gd name="connsiteY36" fmla="*/ 149581 h 273571"/>
                <a:gd name="connsiteX37" fmla="*/ 243118 w 392763"/>
                <a:gd name="connsiteY37" fmla="*/ 263875 h 273571"/>
                <a:gd name="connsiteX38" fmla="*/ 190836 w 392763"/>
                <a:gd name="connsiteY38" fmla="*/ 263875 h 273571"/>
                <a:gd name="connsiteX39" fmla="*/ 304513 w 392763"/>
                <a:gd name="connsiteY39" fmla="*/ 263875 h 273571"/>
                <a:gd name="connsiteX40" fmla="*/ 304513 w 392763"/>
                <a:gd name="connsiteY40" fmla="*/ 87569 h 273571"/>
                <a:gd name="connsiteX41" fmla="*/ 356795 w 392763"/>
                <a:gd name="connsiteY41" fmla="*/ 87569 h 273571"/>
                <a:gd name="connsiteX42" fmla="*/ 356795 w 392763"/>
                <a:gd name="connsiteY42" fmla="*/ 263875 h 273571"/>
                <a:gd name="connsiteX43" fmla="*/ 304513 w 392763"/>
                <a:gd name="connsiteY43" fmla="*/ 263875 h 273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92763" h="273571">
                  <a:moveTo>
                    <a:pt x="366557" y="77839"/>
                  </a:moveTo>
                  <a:lnTo>
                    <a:pt x="294816" y="77839"/>
                  </a:lnTo>
                  <a:lnTo>
                    <a:pt x="294816" y="263875"/>
                  </a:lnTo>
                  <a:lnTo>
                    <a:pt x="252880" y="263875"/>
                  </a:lnTo>
                  <a:lnTo>
                    <a:pt x="252880" y="139851"/>
                  </a:lnTo>
                  <a:lnTo>
                    <a:pt x="181138" y="139851"/>
                  </a:lnTo>
                  <a:lnTo>
                    <a:pt x="181138" y="263875"/>
                  </a:lnTo>
                  <a:lnTo>
                    <a:pt x="139202" y="263875"/>
                  </a:lnTo>
                  <a:lnTo>
                    <a:pt x="139202" y="201863"/>
                  </a:lnTo>
                  <a:lnTo>
                    <a:pt x="67461" y="201863"/>
                  </a:lnTo>
                  <a:lnTo>
                    <a:pt x="67461" y="263875"/>
                  </a:lnTo>
                  <a:lnTo>
                    <a:pt x="25525" y="263875"/>
                  </a:lnTo>
                  <a:lnTo>
                    <a:pt x="25525" y="0"/>
                  </a:lnTo>
                  <a:lnTo>
                    <a:pt x="15795" y="0"/>
                  </a:lnTo>
                  <a:lnTo>
                    <a:pt x="15795" y="15795"/>
                  </a:lnTo>
                  <a:lnTo>
                    <a:pt x="0" y="15795"/>
                  </a:lnTo>
                  <a:lnTo>
                    <a:pt x="0" y="25525"/>
                  </a:lnTo>
                  <a:lnTo>
                    <a:pt x="15795" y="25525"/>
                  </a:lnTo>
                  <a:lnTo>
                    <a:pt x="15795" y="139818"/>
                  </a:lnTo>
                  <a:lnTo>
                    <a:pt x="0" y="139818"/>
                  </a:lnTo>
                  <a:lnTo>
                    <a:pt x="0" y="149548"/>
                  </a:lnTo>
                  <a:lnTo>
                    <a:pt x="15795" y="149548"/>
                  </a:lnTo>
                  <a:lnTo>
                    <a:pt x="15795" y="263842"/>
                  </a:lnTo>
                  <a:lnTo>
                    <a:pt x="0" y="263842"/>
                  </a:lnTo>
                  <a:lnTo>
                    <a:pt x="0" y="273572"/>
                  </a:lnTo>
                  <a:lnTo>
                    <a:pt x="392763" y="273572"/>
                  </a:lnTo>
                  <a:lnTo>
                    <a:pt x="392763" y="263842"/>
                  </a:lnTo>
                  <a:lnTo>
                    <a:pt x="366622" y="263842"/>
                  </a:lnTo>
                  <a:lnTo>
                    <a:pt x="366622" y="77807"/>
                  </a:lnTo>
                  <a:close/>
                  <a:moveTo>
                    <a:pt x="77158" y="263875"/>
                  </a:moveTo>
                  <a:lnTo>
                    <a:pt x="77158" y="211593"/>
                  </a:lnTo>
                  <a:lnTo>
                    <a:pt x="129440" y="211593"/>
                  </a:lnTo>
                  <a:lnTo>
                    <a:pt x="129440" y="263875"/>
                  </a:lnTo>
                  <a:lnTo>
                    <a:pt x="77158" y="263875"/>
                  </a:lnTo>
                  <a:close/>
                  <a:moveTo>
                    <a:pt x="190836" y="263875"/>
                  </a:moveTo>
                  <a:lnTo>
                    <a:pt x="190836" y="149581"/>
                  </a:lnTo>
                  <a:lnTo>
                    <a:pt x="243118" y="149581"/>
                  </a:lnTo>
                  <a:lnTo>
                    <a:pt x="243118" y="263875"/>
                  </a:lnTo>
                  <a:lnTo>
                    <a:pt x="190836" y="263875"/>
                  </a:lnTo>
                  <a:close/>
                  <a:moveTo>
                    <a:pt x="304513" y="263875"/>
                  </a:moveTo>
                  <a:lnTo>
                    <a:pt x="304513" y="87569"/>
                  </a:lnTo>
                  <a:lnTo>
                    <a:pt x="356795" y="87569"/>
                  </a:lnTo>
                  <a:lnTo>
                    <a:pt x="356795" y="263875"/>
                  </a:lnTo>
                  <a:lnTo>
                    <a:pt x="304513" y="263875"/>
                  </a:lnTo>
                  <a:close/>
                </a:path>
              </a:pathLst>
            </a:custGeom>
            <a:grpFill/>
            <a:ln w="3243" cap="flat">
              <a:noFill/>
              <a:prstDash val="solid"/>
              <a:miter/>
            </a:ln>
          </p:spPr>
          <p:txBody>
            <a:bodyPr rtlCol="0" anchor="ctr"/>
            <a:lstStyle/>
            <a:p>
              <a:endParaRPr lang="en-US"/>
            </a:p>
          </p:txBody>
        </p:sp>
        <p:sp>
          <p:nvSpPr>
            <p:cNvPr id="258" name="Freeform: Shape 1060"/>
            <p:cNvSpPr/>
            <p:nvPr/>
          </p:nvSpPr>
          <p:spPr>
            <a:xfrm>
              <a:off x="4529691" y="2698799"/>
              <a:ext cx="321832" cy="536733"/>
            </a:xfrm>
            <a:custGeom>
              <a:avLst/>
              <a:gdLst>
                <a:gd name="connsiteX0" fmla="*/ 32400 w 321832"/>
                <a:gd name="connsiteY0" fmla="*/ 457499 h 536733"/>
                <a:gd name="connsiteX1" fmla="*/ 32400 w 321832"/>
                <a:gd name="connsiteY1" fmla="*/ 464018 h 536733"/>
                <a:gd name="connsiteX2" fmla="*/ 65158 w 321832"/>
                <a:gd name="connsiteY2" fmla="*/ 476829 h 536733"/>
                <a:gd name="connsiteX3" fmla="*/ 65093 w 321832"/>
                <a:gd name="connsiteY3" fmla="*/ 536733 h 536733"/>
                <a:gd name="connsiteX4" fmla="*/ 32660 w 321832"/>
                <a:gd name="connsiteY4" fmla="*/ 536733 h 536733"/>
                <a:gd name="connsiteX5" fmla="*/ 32660 w 321832"/>
                <a:gd name="connsiteY5" fmla="*/ 497197 h 536733"/>
                <a:gd name="connsiteX6" fmla="*/ 0 w 321832"/>
                <a:gd name="connsiteY6" fmla="*/ 484451 h 536733"/>
                <a:gd name="connsiteX7" fmla="*/ 0 w 321832"/>
                <a:gd name="connsiteY7" fmla="*/ 484451 h 536733"/>
                <a:gd name="connsiteX8" fmla="*/ 0 w 321832"/>
                <a:gd name="connsiteY8" fmla="*/ 425066 h 536733"/>
                <a:gd name="connsiteX9" fmla="*/ 289399 w 321832"/>
                <a:gd name="connsiteY9" fmla="*/ 425066 h 536733"/>
                <a:gd name="connsiteX10" fmla="*/ 289399 w 321832"/>
                <a:gd name="connsiteY10" fmla="*/ 681 h 536733"/>
                <a:gd name="connsiteX11" fmla="*/ 315962 w 321832"/>
                <a:gd name="connsiteY11" fmla="*/ 681 h 536733"/>
                <a:gd name="connsiteX12" fmla="*/ 321832 w 321832"/>
                <a:gd name="connsiteY12" fmla="*/ 0 h 536733"/>
                <a:gd name="connsiteX13" fmla="*/ 321832 w 321832"/>
                <a:gd name="connsiteY13" fmla="*/ 457499 h 536733"/>
                <a:gd name="connsiteX14" fmla="*/ 32433 w 321832"/>
                <a:gd name="connsiteY14" fmla="*/ 457499 h 53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1832" h="536733">
                  <a:moveTo>
                    <a:pt x="32400" y="457499"/>
                  </a:moveTo>
                  <a:lnTo>
                    <a:pt x="32400" y="464018"/>
                  </a:lnTo>
                  <a:lnTo>
                    <a:pt x="65158" y="476829"/>
                  </a:lnTo>
                  <a:lnTo>
                    <a:pt x="65093" y="536733"/>
                  </a:lnTo>
                  <a:lnTo>
                    <a:pt x="32660" y="536733"/>
                  </a:lnTo>
                  <a:lnTo>
                    <a:pt x="32660" y="497197"/>
                  </a:lnTo>
                  <a:cubicBezTo>
                    <a:pt x="32660" y="497197"/>
                    <a:pt x="0" y="484451"/>
                    <a:pt x="0" y="484451"/>
                  </a:cubicBezTo>
                  <a:lnTo>
                    <a:pt x="0" y="484451"/>
                  </a:lnTo>
                  <a:lnTo>
                    <a:pt x="0" y="425066"/>
                  </a:lnTo>
                  <a:lnTo>
                    <a:pt x="289399" y="425066"/>
                  </a:lnTo>
                  <a:lnTo>
                    <a:pt x="289399" y="681"/>
                  </a:lnTo>
                  <a:lnTo>
                    <a:pt x="315962" y="681"/>
                  </a:lnTo>
                  <a:cubicBezTo>
                    <a:pt x="317973" y="681"/>
                    <a:pt x="319951" y="454"/>
                    <a:pt x="321832" y="0"/>
                  </a:cubicBezTo>
                  <a:lnTo>
                    <a:pt x="321832" y="457499"/>
                  </a:lnTo>
                  <a:lnTo>
                    <a:pt x="32433" y="457499"/>
                  </a:lnTo>
                  <a:close/>
                </a:path>
              </a:pathLst>
            </a:custGeom>
            <a:solidFill>
              <a:srgbClr val="CAB481"/>
            </a:solidFill>
            <a:ln w="3243" cap="flat">
              <a:noFill/>
              <a:prstDash val="solid"/>
              <a:miter/>
            </a:ln>
          </p:spPr>
          <p:txBody>
            <a:bodyPr rtlCol="0" anchor="ctr"/>
            <a:lstStyle/>
            <a:p>
              <a:endParaRPr lang="en-US"/>
            </a:p>
          </p:txBody>
        </p:sp>
      </p:grpSp>
      <p:grpSp>
        <p:nvGrpSpPr>
          <p:cNvPr id="259" name="Group 107"/>
          <p:cNvGrpSpPr/>
          <p:nvPr/>
        </p:nvGrpSpPr>
        <p:grpSpPr>
          <a:xfrm>
            <a:off x="3239662" y="1757855"/>
            <a:ext cx="458726" cy="447099"/>
            <a:chOff x="10878443" y="1313652"/>
            <a:chExt cx="639804" cy="623588"/>
          </a:xfrm>
          <a:solidFill>
            <a:schemeClr val="tx1"/>
          </a:solidFill>
        </p:grpSpPr>
        <p:sp>
          <p:nvSpPr>
            <p:cNvPr id="260" name="Freeform: Shape 897"/>
            <p:cNvSpPr/>
            <p:nvPr/>
          </p:nvSpPr>
          <p:spPr>
            <a:xfrm>
              <a:off x="10878443" y="1313652"/>
              <a:ext cx="577404" cy="463921"/>
            </a:xfrm>
            <a:custGeom>
              <a:avLst/>
              <a:gdLst>
                <a:gd name="connsiteX0" fmla="*/ 577404 w 577404"/>
                <a:gd name="connsiteY0" fmla="*/ 29092 h 463921"/>
                <a:gd name="connsiteX1" fmla="*/ 319076 w 577404"/>
                <a:gd name="connsiteY1" fmla="*/ 29092 h 463921"/>
                <a:gd name="connsiteX2" fmla="*/ 319076 w 577404"/>
                <a:gd name="connsiteY2" fmla="*/ 0 h 463921"/>
                <a:gd name="connsiteX3" fmla="*/ 309346 w 577404"/>
                <a:gd name="connsiteY3" fmla="*/ 0 h 463921"/>
                <a:gd name="connsiteX4" fmla="*/ 309346 w 577404"/>
                <a:gd name="connsiteY4" fmla="*/ 29092 h 463921"/>
                <a:gd name="connsiteX5" fmla="*/ 29936 w 577404"/>
                <a:gd name="connsiteY5" fmla="*/ 29092 h 463921"/>
                <a:gd name="connsiteX6" fmla="*/ 29936 w 577404"/>
                <a:gd name="connsiteY6" fmla="*/ 394450 h 463921"/>
                <a:gd name="connsiteX7" fmla="*/ 0 w 577404"/>
                <a:gd name="connsiteY7" fmla="*/ 394450 h 463921"/>
                <a:gd name="connsiteX8" fmla="*/ 0 w 577404"/>
                <a:gd name="connsiteY8" fmla="*/ 463921 h 463921"/>
                <a:gd name="connsiteX9" fmla="*/ 297994 w 577404"/>
                <a:gd name="connsiteY9" fmla="*/ 463921 h 463921"/>
                <a:gd name="connsiteX10" fmla="*/ 297994 w 577404"/>
                <a:gd name="connsiteY10" fmla="*/ 454191 h 463921"/>
                <a:gd name="connsiteX11" fmla="*/ 9730 w 577404"/>
                <a:gd name="connsiteY11" fmla="*/ 454191 h 463921"/>
                <a:gd name="connsiteX12" fmla="*/ 9730 w 577404"/>
                <a:gd name="connsiteY12" fmla="*/ 404180 h 463921"/>
                <a:gd name="connsiteX13" fmla="*/ 577404 w 577404"/>
                <a:gd name="connsiteY13" fmla="*/ 404180 h 463921"/>
                <a:gd name="connsiteX14" fmla="*/ 577404 w 577404"/>
                <a:gd name="connsiteY14" fmla="*/ 394450 h 463921"/>
                <a:gd name="connsiteX15" fmla="*/ 39665 w 577404"/>
                <a:gd name="connsiteY15" fmla="*/ 394450 h 463921"/>
                <a:gd name="connsiteX16" fmla="*/ 39665 w 577404"/>
                <a:gd name="connsiteY16" fmla="*/ 38822 h 463921"/>
                <a:gd name="connsiteX17" fmla="*/ 577404 w 577404"/>
                <a:gd name="connsiteY17" fmla="*/ 38822 h 463921"/>
                <a:gd name="connsiteX18" fmla="*/ 577404 w 577404"/>
                <a:gd name="connsiteY18" fmla="*/ 29092 h 46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404" h="463921">
                  <a:moveTo>
                    <a:pt x="577404" y="29092"/>
                  </a:moveTo>
                  <a:lnTo>
                    <a:pt x="319076" y="29092"/>
                  </a:lnTo>
                  <a:lnTo>
                    <a:pt x="319076" y="0"/>
                  </a:lnTo>
                  <a:lnTo>
                    <a:pt x="309346" y="0"/>
                  </a:lnTo>
                  <a:lnTo>
                    <a:pt x="309346" y="29092"/>
                  </a:lnTo>
                  <a:lnTo>
                    <a:pt x="29936" y="29092"/>
                  </a:lnTo>
                  <a:lnTo>
                    <a:pt x="29936" y="394450"/>
                  </a:lnTo>
                  <a:lnTo>
                    <a:pt x="0" y="394450"/>
                  </a:lnTo>
                  <a:lnTo>
                    <a:pt x="0" y="463921"/>
                  </a:lnTo>
                  <a:lnTo>
                    <a:pt x="297994" y="463921"/>
                  </a:lnTo>
                  <a:lnTo>
                    <a:pt x="297994" y="454191"/>
                  </a:lnTo>
                  <a:lnTo>
                    <a:pt x="9730" y="454191"/>
                  </a:lnTo>
                  <a:lnTo>
                    <a:pt x="9730" y="404180"/>
                  </a:lnTo>
                  <a:lnTo>
                    <a:pt x="577404" y="404180"/>
                  </a:lnTo>
                  <a:lnTo>
                    <a:pt x="577404" y="394450"/>
                  </a:lnTo>
                  <a:lnTo>
                    <a:pt x="39665" y="394450"/>
                  </a:lnTo>
                  <a:lnTo>
                    <a:pt x="39665" y="38822"/>
                  </a:lnTo>
                  <a:lnTo>
                    <a:pt x="577404" y="38822"/>
                  </a:lnTo>
                  <a:lnTo>
                    <a:pt x="577404" y="29092"/>
                  </a:lnTo>
                  <a:close/>
                </a:path>
              </a:pathLst>
            </a:custGeom>
            <a:grpFill/>
            <a:ln w="3243" cap="flat">
              <a:noFill/>
              <a:prstDash val="solid"/>
              <a:miter/>
            </a:ln>
          </p:spPr>
          <p:txBody>
            <a:bodyPr rtlCol="0" anchor="ctr"/>
            <a:lstStyle/>
            <a:p>
              <a:endParaRPr lang="en-US"/>
            </a:p>
          </p:txBody>
        </p:sp>
        <p:sp>
          <p:nvSpPr>
            <p:cNvPr id="261" name="Freeform: Shape 898"/>
            <p:cNvSpPr/>
            <p:nvPr/>
          </p:nvSpPr>
          <p:spPr>
            <a:xfrm>
              <a:off x="11208870" y="1852039"/>
              <a:ext cx="85362" cy="85201"/>
            </a:xfrm>
            <a:custGeom>
              <a:avLst/>
              <a:gdLst>
                <a:gd name="connsiteX0" fmla="*/ 0 w 85362"/>
                <a:gd name="connsiteY0" fmla="*/ 13752 h 85201"/>
                <a:gd name="connsiteX1" fmla="*/ 61849 w 85362"/>
                <a:gd name="connsiteY1" fmla="*/ 75472 h 85201"/>
                <a:gd name="connsiteX2" fmla="*/ 0 w 85362"/>
                <a:gd name="connsiteY2" fmla="*/ 75472 h 85201"/>
                <a:gd name="connsiteX3" fmla="*/ 0 w 85362"/>
                <a:gd name="connsiteY3" fmla="*/ 85201 h 85201"/>
                <a:gd name="connsiteX4" fmla="*/ 85363 w 85362"/>
                <a:gd name="connsiteY4" fmla="*/ 85201 h 85201"/>
                <a:gd name="connsiteX5" fmla="*/ 0 w 85362"/>
                <a:gd name="connsiteY5" fmla="*/ 0 h 85201"/>
                <a:gd name="connsiteX6" fmla="*/ 0 w 85362"/>
                <a:gd name="connsiteY6" fmla="*/ 13752 h 8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62" h="85201">
                  <a:moveTo>
                    <a:pt x="0" y="13752"/>
                  </a:moveTo>
                  <a:lnTo>
                    <a:pt x="61849" y="75472"/>
                  </a:lnTo>
                  <a:lnTo>
                    <a:pt x="0" y="75472"/>
                  </a:lnTo>
                  <a:lnTo>
                    <a:pt x="0" y="85201"/>
                  </a:lnTo>
                  <a:lnTo>
                    <a:pt x="85363" y="85201"/>
                  </a:lnTo>
                  <a:lnTo>
                    <a:pt x="0" y="0"/>
                  </a:lnTo>
                  <a:lnTo>
                    <a:pt x="0" y="13752"/>
                  </a:lnTo>
                  <a:close/>
                </a:path>
              </a:pathLst>
            </a:custGeom>
            <a:grpFill/>
            <a:ln w="3243" cap="flat">
              <a:noFill/>
              <a:prstDash val="solid"/>
              <a:miter/>
            </a:ln>
          </p:spPr>
          <p:txBody>
            <a:bodyPr rtlCol="0" anchor="ctr"/>
            <a:lstStyle/>
            <a:p>
              <a:endParaRPr lang="en-US"/>
            </a:p>
          </p:txBody>
        </p:sp>
        <p:sp>
          <p:nvSpPr>
            <p:cNvPr id="262" name="Freeform: Shape 899"/>
            <p:cNvSpPr/>
            <p:nvPr/>
          </p:nvSpPr>
          <p:spPr>
            <a:xfrm>
              <a:off x="11091073" y="1852039"/>
              <a:ext cx="85363" cy="85201"/>
            </a:xfrm>
            <a:custGeom>
              <a:avLst/>
              <a:gdLst>
                <a:gd name="connsiteX0" fmla="*/ 85364 w 85363"/>
                <a:gd name="connsiteY0" fmla="*/ 85201 h 85201"/>
                <a:gd name="connsiteX1" fmla="*/ 85364 w 85363"/>
                <a:gd name="connsiteY1" fmla="*/ 75472 h 85201"/>
                <a:gd name="connsiteX2" fmla="*/ 23514 w 85363"/>
                <a:gd name="connsiteY2" fmla="*/ 75472 h 85201"/>
                <a:gd name="connsiteX3" fmla="*/ 85364 w 85363"/>
                <a:gd name="connsiteY3" fmla="*/ 13752 h 85201"/>
                <a:gd name="connsiteX4" fmla="*/ 85364 w 85363"/>
                <a:gd name="connsiteY4" fmla="*/ 0 h 85201"/>
                <a:gd name="connsiteX5" fmla="*/ 0 w 85363"/>
                <a:gd name="connsiteY5" fmla="*/ 85201 h 85201"/>
                <a:gd name="connsiteX6" fmla="*/ 85364 w 85363"/>
                <a:gd name="connsiteY6" fmla="*/ 85201 h 8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63" h="85201">
                  <a:moveTo>
                    <a:pt x="85364" y="85201"/>
                  </a:moveTo>
                  <a:lnTo>
                    <a:pt x="85364" y="75472"/>
                  </a:lnTo>
                  <a:lnTo>
                    <a:pt x="23514" y="75472"/>
                  </a:lnTo>
                  <a:lnTo>
                    <a:pt x="85364" y="13752"/>
                  </a:lnTo>
                  <a:lnTo>
                    <a:pt x="85364" y="0"/>
                  </a:lnTo>
                  <a:lnTo>
                    <a:pt x="0" y="85201"/>
                  </a:lnTo>
                  <a:lnTo>
                    <a:pt x="85364" y="85201"/>
                  </a:lnTo>
                  <a:close/>
                </a:path>
              </a:pathLst>
            </a:custGeom>
            <a:grpFill/>
            <a:ln w="3243" cap="flat">
              <a:noFill/>
              <a:prstDash val="solid"/>
              <a:miter/>
            </a:ln>
          </p:spPr>
          <p:txBody>
            <a:bodyPr rtlCol="0" anchor="ctr"/>
            <a:lstStyle/>
            <a:p>
              <a:endParaRPr lang="en-US"/>
            </a:p>
          </p:txBody>
        </p:sp>
        <p:sp>
          <p:nvSpPr>
            <p:cNvPr id="263" name="Freeform: Shape 900"/>
            <p:cNvSpPr/>
            <p:nvPr/>
          </p:nvSpPr>
          <p:spPr>
            <a:xfrm>
              <a:off x="10988196" y="1420064"/>
              <a:ext cx="277723" cy="221290"/>
            </a:xfrm>
            <a:custGeom>
              <a:avLst/>
              <a:gdLst>
                <a:gd name="connsiteX0" fmla="*/ 0 w 277723"/>
                <a:gd name="connsiteY0" fmla="*/ 166543 h 221290"/>
                <a:gd name="connsiteX1" fmla="*/ 54746 w 277723"/>
                <a:gd name="connsiteY1" fmla="*/ 221290 h 221290"/>
                <a:gd name="connsiteX2" fmla="*/ 109266 w 277723"/>
                <a:gd name="connsiteY2" fmla="*/ 171408 h 221290"/>
                <a:gd name="connsiteX3" fmla="*/ 154543 w 277723"/>
                <a:gd name="connsiteY3" fmla="*/ 171408 h 221290"/>
                <a:gd name="connsiteX4" fmla="*/ 249214 w 277723"/>
                <a:gd name="connsiteY4" fmla="*/ 76736 h 221290"/>
                <a:gd name="connsiteX5" fmla="*/ 249214 w 277723"/>
                <a:gd name="connsiteY5" fmla="*/ 18617 h 221290"/>
                <a:gd name="connsiteX6" fmla="*/ 270848 w 277723"/>
                <a:gd name="connsiteY6" fmla="*/ 40249 h 221290"/>
                <a:gd name="connsiteX7" fmla="*/ 277723 w 277723"/>
                <a:gd name="connsiteY7" fmla="*/ 33374 h 221290"/>
                <a:gd name="connsiteX8" fmla="*/ 244349 w 277723"/>
                <a:gd name="connsiteY8" fmla="*/ 0 h 221290"/>
                <a:gd name="connsiteX9" fmla="*/ 210977 w 277723"/>
                <a:gd name="connsiteY9" fmla="*/ 33341 h 221290"/>
                <a:gd name="connsiteX10" fmla="*/ 217852 w 277723"/>
                <a:gd name="connsiteY10" fmla="*/ 40217 h 221290"/>
                <a:gd name="connsiteX11" fmla="*/ 239484 w 277723"/>
                <a:gd name="connsiteY11" fmla="*/ 18584 h 221290"/>
                <a:gd name="connsiteX12" fmla="*/ 239484 w 277723"/>
                <a:gd name="connsiteY12" fmla="*/ 76704 h 221290"/>
                <a:gd name="connsiteX13" fmla="*/ 154543 w 277723"/>
                <a:gd name="connsiteY13" fmla="*/ 161646 h 221290"/>
                <a:gd name="connsiteX14" fmla="*/ 109266 w 277723"/>
                <a:gd name="connsiteY14" fmla="*/ 161646 h 221290"/>
                <a:gd name="connsiteX15" fmla="*/ 54746 w 277723"/>
                <a:gd name="connsiteY15" fmla="*/ 111764 h 221290"/>
                <a:gd name="connsiteX16" fmla="*/ 0 w 277723"/>
                <a:gd name="connsiteY16" fmla="*/ 166511 h 221290"/>
                <a:gd name="connsiteX17" fmla="*/ 54746 w 277723"/>
                <a:gd name="connsiteY17" fmla="*/ 121526 h 221290"/>
                <a:gd name="connsiteX18" fmla="*/ 99764 w 277723"/>
                <a:gd name="connsiteY18" fmla="*/ 166543 h 221290"/>
                <a:gd name="connsiteX19" fmla="*/ 54746 w 277723"/>
                <a:gd name="connsiteY19" fmla="*/ 211560 h 221290"/>
                <a:gd name="connsiteX20" fmla="*/ 9730 w 277723"/>
                <a:gd name="connsiteY20" fmla="*/ 166543 h 221290"/>
                <a:gd name="connsiteX21" fmla="*/ 54746 w 277723"/>
                <a:gd name="connsiteY21" fmla="*/ 121526 h 22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723" h="221290">
                  <a:moveTo>
                    <a:pt x="0" y="166543"/>
                  </a:moveTo>
                  <a:cubicBezTo>
                    <a:pt x="0" y="196738"/>
                    <a:pt x="24551" y="221290"/>
                    <a:pt x="54746" y="221290"/>
                  </a:cubicBezTo>
                  <a:cubicBezTo>
                    <a:pt x="83288" y="221290"/>
                    <a:pt x="106802" y="199301"/>
                    <a:pt x="109266" y="171408"/>
                  </a:cubicBezTo>
                  <a:lnTo>
                    <a:pt x="154543" y="171408"/>
                  </a:lnTo>
                  <a:cubicBezTo>
                    <a:pt x="185289" y="171408"/>
                    <a:pt x="249214" y="171408"/>
                    <a:pt x="249214" y="76736"/>
                  </a:cubicBezTo>
                  <a:lnTo>
                    <a:pt x="249214" y="18617"/>
                  </a:lnTo>
                  <a:lnTo>
                    <a:pt x="270848" y="40249"/>
                  </a:lnTo>
                  <a:lnTo>
                    <a:pt x="277723" y="33374"/>
                  </a:lnTo>
                  <a:lnTo>
                    <a:pt x="244349" y="0"/>
                  </a:lnTo>
                  <a:lnTo>
                    <a:pt x="210977" y="33341"/>
                  </a:lnTo>
                  <a:lnTo>
                    <a:pt x="217852" y="40217"/>
                  </a:lnTo>
                  <a:lnTo>
                    <a:pt x="239484" y="18584"/>
                  </a:lnTo>
                  <a:lnTo>
                    <a:pt x="239484" y="76704"/>
                  </a:lnTo>
                  <a:cubicBezTo>
                    <a:pt x="239484" y="161646"/>
                    <a:pt x="184219" y="161646"/>
                    <a:pt x="154543" y="161646"/>
                  </a:cubicBezTo>
                  <a:lnTo>
                    <a:pt x="109266" y="161646"/>
                  </a:lnTo>
                  <a:cubicBezTo>
                    <a:pt x="106802" y="133721"/>
                    <a:pt x="83320" y="111764"/>
                    <a:pt x="54746" y="111764"/>
                  </a:cubicBezTo>
                  <a:cubicBezTo>
                    <a:pt x="24551" y="111764"/>
                    <a:pt x="0" y="136316"/>
                    <a:pt x="0" y="166511"/>
                  </a:cubicBezTo>
                  <a:close/>
                  <a:moveTo>
                    <a:pt x="54746" y="121526"/>
                  </a:moveTo>
                  <a:cubicBezTo>
                    <a:pt x="79591" y="121526"/>
                    <a:pt x="99764" y="141732"/>
                    <a:pt x="99764" y="166543"/>
                  </a:cubicBezTo>
                  <a:cubicBezTo>
                    <a:pt x="99764" y="191354"/>
                    <a:pt x="79558" y="211560"/>
                    <a:pt x="54746" y="211560"/>
                  </a:cubicBezTo>
                  <a:cubicBezTo>
                    <a:pt x="29936" y="211560"/>
                    <a:pt x="9730" y="191354"/>
                    <a:pt x="9730" y="166543"/>
                  </a:cubicBezTo>
                  <a:cubicBezTo>
                    <a:pt x="9730" y="141732"/>
                    <a:pt x="29936" y="121526"/>
                    <a:pt x="54746" y="121526"/>
                  </a:cubicBezTo>
                  <a:close/>
                </a:path>
              </a:pathLst>
            </a:custGeom>
            <a:grpFill/>
            <a:ln w="3243" cap="flat">
              <a:noFill/>
              <a:prstDash val="solid"/>
              <a:miter/>
            </a:ln>
          </p:spPr>
          <p:txBody>
            <a:bodyPr rtlCol="0" anchor="ctr"/>
            <a:lstStyle/>
            <a:p>
              <a:endParaRPr lang="en-US"/>
            </a:p>
          </p:txBody>
        </p:sp>
        <p:sp>
          <p:nvSpPr>
            <p:cNvPr id="264" name="Freeform: Shape 901"/>
            <p:cNvSpPr/>
            <p:nvPr/>
          </p:nvSpPr>
          <p:spPr>
            <a:xfrm>
              <a:off x="11009601" y="1423502"/>
              <a:ext cx="66747" cy="66747"/>
            </a:xfrm>
            <a:custGeom>
              <a:avLst/>
              <a:gdLst>
                <a:gd name="connsiteX0" fmla="*/ 6876 w 66747"/>
                <a:gd name="connsiteY0" fmla="*/ 66747 h 66747"/>
                <a:gd name="connsiteX1" fmla="*/ 33374 w 66747"/>
                <a:gd name="connsiteY1" fmla="*/ 40249 h 66747"/>
                <a:gd name="connsiteX2" fmla="*/ 59871 w 66747"/>
                <a:gd name="connsiteY2" fmla="*/ 66747 h 66747"/>
                <a:gd name="connsiteX3" fmla="*/ 66747 w 66747"/>
                <a:gd name="connsiteY3" fmla="*/ 59871 h 66747"/>
                <a:gd name="connsiteX4" fmla="*/ 40250 w 66747"/>
                <a:gd name="connsiteY4" fmla="*/ 33374 h 66747"/>
                <a:gd name="connsiteX5" fmla="*/ 66747 w 66747"/>
                <a:gd name="connsiteY5" fmla="*/ 6876 h 66747"/>
                <a:gd name="connsiteX6" fmla="*/ 59871 w 66747"/>
                <a:gd name="connsiteY6" fmla="*/ 0 h 66747"/>
                <a:gd name="connsiteX7" fmla="*/ 33374 w 66747"/>
                <a:gd name="connsiteY7" fmla="*/ 26498 h 66747"/>
                <a:gd name="connsiteX8" fmla="*/ 6876 w 66747"/>
                <a:gd name="connsiteY8" fmla="*/ 0 h 66747"/>
                <a:gd name="connsiteX9" fmla="*/ 0 w 66747"/>
                <a:gd name="connsiteY9" fmla="*/ 6876 h 66747"/>
                <a:gd name="connsiteX10" fmla="*/ 26498 w 66747"/>
                <a:gd name="connsiteY10" fmla="*/ 33374 h 66747"/>
                <a:gd name="connsiteX11" fmla="*/ 0 w 66747"/>
                <a:gd name="connsiteY11" fmla="*/ 59871 h 66747"/>
                <a:gd name="connsiteX12" fmla="*/ 6876 w 66747"/>
                <a:gd name="connsiteY12" fmla="*/ 66747 h 6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747" h="66747">
                  <a:moveTo>
                    <a:pt x="6876" y="66747"/>
                  </a:moveTo>
                  <a:lnTo>
                    <a:pt x="33374" y="40249"/>
                  </a:lnTo>
                  <a:lnTo>
                    <a:pt x="59871" y="66747"/>
                  </a:lnTo>
                  <a:lnTo>
                    <a:pt x="66747" y="59871"/>
                  </a:lnTo>
                  <a:lnTo>
                    <a:pt x="40250" y="33374"/>
                  </a:lnTo>
                  <a:lnTo>
                    <a:pt x="66747" y="6876"/>
                  </a:lnTo>
                  <a:lnTo>
                    <a:pt x="59871" y="0"/>
                  </a:lnTo>
                  <a:lnTo>
                    <a:pt x="33374" y="26498"/>
                  </a:lnTo>
                  <a:lnTo>
                    <a:pt x="6876" y="0"/>
                  </a:lnTo>
                  <a:lnTo>
                    <a:pt x="0" y="6876"/>
                  </a:lnTo>
                  <a:lnTo>
                    <a:pt x="26498" y="33374"/>
                  </a:lnTo>
                  <a:lnTo>
                    <a:pt x="0" y="59871"/>
                  </a:lnTo>
                  <a:lnTo>
                    <a:pt x="6876" y="66747"/>
                  </a:lnTo>
                  <a:close/>
                </a:path>
              </a:pathLst>
            </a:custGeom>
            <a:grpFill/>
            <a:ln w="3243" cap="flat">
              <a:noFill/>
              <a:prstDash val="solid"/>
              <a:miter/>
            </a:ln>
          </p:spPr>
          <p:txBody>
            <a:bodyPr rtlCol="0" anchor="ctr"/>
            <a:lstStyle/>
            <a:p>
              <a:endParaRPr lang="en-US"/>
            </a:p>
          </p:txBody>
        </p:sp>
        <p:sp>
          <p:nvSpPr>
            <p:cNvPr id="265" name="Freeform: Shape 902"/>
            <p:cNvSpPr/>
            <p:nvPr/>
          </p:nvSpPr>
          <p:spPr>
            <a:xfrm>
              <a:off x="11308958" y="1523299"/>
              <a:ext cx="86725" cy="86693"/>
            </a:xfrm>
            <a:custGeom>
              <a:avLst/>
              <a:gdLst>
                <a:gd name="connsiteX0" fmla="*/ 79850 w 86725"/>
                <a:gd name="connsiteY0" fmla="*/ 0 h 86693"/>
                <a:gd name="connsiteX1" fmla="*/ 43363 w 86725"/>
                <a:gd name="connsiteY1" fmla="*/ 36455 h 86693"/>
                <a:gd name="connsiteX2" fmla="*/ 6876 w 86725"/>
                <a:gd name="connsiteY2" fmla="*/ 0 h 86693"/>
                <a:gd name="connsiteX3" fmla="*/ 0 w 86725"/>
                <a:gd name="connsiteY3" fmla="*/ 6876 h 86693"/>
                <a:gd name="connsiteX4" fmla="*/ 36487 w 86725"/>
                <a:gd name="connsiteY4" fmla="*/ 43330 h 86693"/>
                <a:gd name="connsiteX5" fmla="*/ 0 w 86725"/>
                <a:gd name="connsiteY5" fmla="*/ 79818 h 86693"/>
                <a:gd name="connsiteX6" fmla="*/ 6876 w 86725"/>
                <a:gd name="connsiteY6" fmla="*/ 86693 h 86693"/>
                <a:gd name="connsiteX7" fmla="*/ 43363 w 86725"/>
                <a:gd name="connsiteY7" fmla="*/ 50239 h 86693"/>
                <a:gd name="connsiteX8" fmla="*/ 79850 w 86725"/>
                <a:gd name="connsiteY8" fmla="*/ 86693 h 86693"/>
                <a:gd name="connsiteX9" fmla="*/ 86726 w 86725"/>
                <a:gd name="connsiteY9" fmla="*/ 79818 h 86693"/>
                <a:gd name="connsiteX10" fmla="*/ 50239 w 86725"/>
                <a:gd name="connsiteY10" fmla="*/ 43330 h 86693"/>
                <a:gd name="connsiteX11" fmla="*/ 86726 w 86725"/>
                <a:gd name="connsiteY11" fmla="*/ 6876 h 86693"/>
                <a:gd name="connsiteX12" fmla="*/ 79850 w 86725"/>
                <a:gd name="connsiteY12" fmla="*/ 0 h 8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25" h="86693">
                  <a:moveTo>
                    <a:pt x="79850" y="0"/>
                  </a:moveTo>
                  <a:lnTo>
                    <a:pt x="43363" y="36455"/>
                  </a:lnTo>
                  <a:lnTo>
                    <a:pt x="6876" y="0"/>
                  </a:lnTo>
                  <a:lnTo>
                    <a:pt x="0" y="6876"/>
                  </a:lnTo>
                  <a:lnTo>
                    <a:pt x="36487" y="43330"/>
                  </a:lnTo>
                  <a:lnTo>
                    <a:pt x="0" y="79818"/>
                  </a:lnTo>
                  <a:lnTo>
                    <a:pt x="6876" y="86693"/>
                  </a:lnTo>
                  <a:lnTo>
                    <a:pt x="43363" y="50239"/>
                  </a:lnTo>
                  <a:lnTo>
                    <a:pt x="79850" y="86693"/>
                  </a:lnTo>
                  <a:lnTo>
                    <a:pt x="86726" y="79818"/>
                  </a:lnTo>
                  <a:lnTo>
                    <a:pt x="50239" y="43330"/>
                  </a:lnTo>
                  <a:lnTo>
                    <a:pt x="86726" y="6876"/>
                  </a:lnTo>
                  <a:lnTo>
                    <a:pt x="79850" y="0"/>
                  </a:lnTo>
                  <a:close/>
                </a:path>
              </a:pathLst>
            </a:custGeom>
            <a:grpFill/>
            <a:ln w="3243" cap="flat">
              <a:noFill/>
              <a:prstDash val="solid"/>
              <a:miter/>
            </a:ln>
          </p:spPr>
          <p:txBody>
            <a:bodyPr rtlCol="0" anchor="ctr"/>
            <a:lstStyle/>
            <a:p>
              <a:endParaRPr lang="en-US"/>
            </a:p>
          </p:txBody>
        </p:sp>
        <p:sp>
          <p:nvSpPr>
            <p:cNvPr id="266" name="Freeform: Shape 1072"/>
            <p:cNvSpPr/>
            <p:nvPr/>
          </p:nvSpPr>
          <p:spPr>
            <a:xfrm>
              <a:off x="11176437" y="1342744"/>
              <a:ext cx="341810" cy="594496"/>
            </a:xfrm>
            <a:custGeom>
              <a:avLst/>
              <a:gdLst>
                <a:gd name="connsiteX0" fmla="*/ 341811 w 341810"/>
                <a:gd name="connsiteY0" fmla="*/ 457499 h 594496"/>
                <a:gd name="connsiteX1" fmla="*/ 32433 w 341810"/>
                <a:gd name="connsiteY1" fmla="*/ 457499 h 594496"/>
                <a:gd name="connsiteX2" fmla="*/ 32433 w 341810"/>
                <a:gd name="connsiteY2" fmla="*/ 594496 h 594496"/>
                <a:gd name="connsiteX3" fmla="*/ 0 w 341810"/>
                <a:gd name="connsiteY3" fmla="*/ 594496 h 594496"/>
                <a:gd name="connsiteX4" fmla="*/ 0 w 341810"/>
                <a:gd name="connsiteY4" fmla="*/ 425066 h 594496"/>
                <a:gd name="connsiteX5" fmla="*/ 309345 w 341810"/>
                <a:gd name="connsiteY5" fmla="*/ 425066 h 594496"/>
                <a:gd name="connsiteX6" fmla="*/ 309345 w 341810"/>
                <a:gd name="connsiteY6" fmla="*/ 375120 h 594496"/>
                <a:gd name="connsiteX7" fmla="*/ 279410 w 341810"/>
                <a:gd name="connsiteY7" fmla="*/ 375120 h 594496"/>
                <a:gd name="connsiteX8" fmla="*/ 279410 w 341810"/>
                <a:gd name="connsiteY8" fmla="*/ 0 h 594496"/>
                <a:gd name="connsiteX9" fmla="*/ 311843 w 341810"/>
                <a:gd name="connsiteY9" fmla="*/ 0 h 594496"/>
                <a:gd name="connsiteX10" fmla="*/ 311843 w 341810"/>
                <a:gd name="connsiteY10" fmla="*/ 342687 h 594496"/>
                <a:gd name="connsiteX11" fmla="*/ 341811 w 341810"/>
                <a:gd name="connsiteY11" fmla="*/ 342687 h 594496"/>
                <a:gd name="connsiteX12" fmla="*/ 341811 w 341810"/>
                <a:gd name="connsiteY12" fmla="*/ 438753 h 594496"/>
                <a:gd name="connsiteX13" fmla="*/ 341811 w 341810"/>
                <a:gd name="connsiteY13" fmla="*/ 457499 h 59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1810" h="594496">
                  <a:moveTo>
                    <a:pt x="341811" y="457499"/>
                  </a:moveTo>
                  <a:lnTo>
                    <a:pt x="32433" y="457499"/>
                  </a:lnTo>
                  <a:lnTo>
                    <a:pt x="32433" y="594496"/>
                  </a:lnTo>
                  <a:lnTo>
                    <a:pt x="0" y="594496"/>
                  </a:lnTo>
                  <a:lnTo>
                    <a:pt x="0" y="425066"/>
                  </a:lnTo>
                  <a:lnTo>
                    <a:pt x="309345" y="425066"/>
                  </a:lnTo>
                  <a:lnTo>
                    <a:pt x="309345" y="375120"/>
                  </a:lnTo>
                  <a:lnTo>
                    <a:pt x="279410" y="375120"/>
                  </a:lnTo>
                  <a:lnTo>
                    <a:pt x="279410" y="0"/>
                  </a:lnTo>
                  <a:lnTo>
                    <a:pt x="311843" y="0"/>
                  </a:lnTo>
                  <a:lnTo>
                    <a:pt x="311843" y="342687"/>
                  </a:lnTo>
                  <a:lnTo>
                    <a:pt x="341811" y="342687"/>
                  </a:lnTo>
                  <a:lnTo>
                    <a:pt x="341811" y="438753"/>
                  </a:lnTo>
                  <a:cubicBezTo>
                    <a:pt x="341746" y="456980"/>
                    <a:pt x="341811" y="457499"/>
                    <a:pt x="341811" y="457499"/>
                  </a:cubicBezTo>
                  <a:close/>
                </a:path>
              </a:pathLst>
            </a:custGeom>
            <a:solidFill>
              <a:srgbClr val="CAB481"/>
            </a:solidFill>
            <a:ln w="3243" cap="flat">
              <a:noFill/>
              <a:prstDash val="solid"/>
              <a:miter/>
            </a:ln>
          </p:spPr>
          <p:txBody>
            <a:bodyPr rtlCol="0" anchor="ctr"/>
            <a:lstStyle/>
            <a:p>
              <a:endParaRPr lang="en-US"/>
            </a:p>
          </p:txBody>
        </p:sp>
      </p:grpSp>
      <p:grpSp>
        <p:nvGrpSpPr>
          <p:cNvPr id="267" name="Group 90"/>
          <p:cNvGrpSpPr/>
          <p:nvPr/>
        </p:nvGrpSpPr>
        <p:grpSpPr>
          <a:xfrm>
            <a:off x="797012" y="2714742"/>
            <a:ext cx="427907" cy="420336"/>
            <a:chOff x="826204" y="3902580"/>
            <a:chExt cx="639772" cy="628453"/>
          </a:xfrm>
          <a:solidFill>
            <a:schemeClr val="tx1"/>
          </a:solidFill>
        </p:grpSpPr>
        <p:sp>
          <p:nvSpPr>
            <p:cNvPr id="268" name="Freeform: Shape 869"/>
            <p:cNvSpPr/>
            <p:nvPr/>
          </p:nvSpPr>
          <p:spPr>
            <a:xfrm>
              <a:off x="826204" y="3902580"/>
              <a:ext cx="607404" cy="628388"/>
            </a:xfrm>
            <a:custGeom>
              <a:avLst/>
              <a:gdLst>
                <a:gd name="connsiteX0" fmla="*/ 247236 w 607404"/>
                <a:gd name="connsiteY0" fmla="*/ 39925 h 628388"/>
                <a:gd name="connsiteX1" fmla="*/ 194436 w 607404"/>
                <a:gd name="connsiteY1" fmla="*/ 0 h 628388"/>
                <a:gd name="connsiteX2" fmla="*/ 139689 w 607404"/>
                <a:gd name="connsiteY2" fmla="*/ 54098 h 628388"/>
                <a:gd name="connsiteX3" fmla="*/ 139689 w 607404"/>
                <a:gd name="connsiteY3" fmla="*/ 87764 h 628388"/>
                <a:gd name="connsiteX4" fmla="*/ 150651 w 607404"/>
                <a:gd name="connsiteY4" fmla="*/ 124608 h 628388"/>
                <a:gd name="connsiteX5" fmla="*/ 149678 w 607404"/>
                <a:gd name="connsiteY5" fmla="*/ 124608 h 628388"/>
                <a:gd name="connsiteX6" fmla="*/ 149678 w 607404"/>
                <a:gd name="connsiteY6" fmla="*/ 142543 h 628388"/>
                <a:gd name="connsiteX7" fmla="*/ 131775 w 607404"/>
                <a:gd name="connsiteY7" fmla="*/ 160446 h 628388"/>
                <a:gd name="connsiteX8" fmla="*/ 91980 w 607404"/>
                <a:gd name="connsiteY8" fmla="*/ 178641 h 628388"/>
                <a:gd name="connsiteX9" fmla="*/ 91526 w 607404"/>
                <a:gd name="connsiteY9" fmla="*/ 178868 h 628388"/>
                <a:gd name="connsiteX10" fmla="*/ 59871 w 607404"/>
                <a:gd name="connsiteY10" fmla="*/ 234328 h 628388"/>
                <a:gd name="connsiteX11" fmla="*/ 59871 w 607404"/>
                <a:gd name="connsiteY11" fmla="*/ 299324 h 628388"/>
                <a:gd name="connsiteX12" fmla="*/ 0 w 607404"/>
                <a:gd name="connsiteY12" fmla="*/ 299324 h 628388"/>
                <a:gd name="connsiteX13" fmla="*/ 0 w 607404"/>
                <a:gd name="connsiteY13" fmla="*/ 348979 h 628388"/>
                <a:gd name="connsiteX14" fmla="*/ 19946 w 607404"/>
                <a:gd name="connsiteY14" fmla="*/ 348979 h 628388"/>
                <a:gd name="connsiteX15" fmla="*/ 19946 w 607404"/>
                <a:gd name="connsiteY15" fmla="*/ 628389 h 628388"/>
                <a:gd name="connsiteX16" fmla="*/ 368990 w 607404"/>
                <a:gd name="connsiteY16" fmla="*/ 628389 h 628388"/>
                <a:gd name="connsiteX17" fmla="*/ 368990 w 607404"/>
                <a:gd name="connsiteY17" fmla="*/ 348979 h 628388"/>
                <a:gd name="connsiteX18" fmla="*/ 388936 w 607404"/>
                <a:gd name="connsiteY18" fmla="*/ 348979 h 628388"/>
                <a:gd name="connsiteX19" fmla="*/ 388936 w 607404"/>
                <a:gd name="connsiteY19" fmla="*/ 299324 h 628388"/>
                <a:gd name="connsiteX20" fmla="*/ 329065 w 607404"/>
                <a:gd name="connsiteY20" fmla="*/ 299324 h 628388"/>
                <a:gd name="connsiteX21" fmla="*/ 329065 w 607404"/>
                <a:gd name="connsiteY21" fmla="*/ 234328 h 628388"/>
                <a:gd name="connsiteX22" fmla="*/ 297410 w 607404"/>
                <a:gd name="connsiteY22" fmla="*/ 178868 h 628388"/>
                <a:gd name="connsiteX23" fmla="*/ 257193 w 607404"/>
                <a:gd name="connsiteY23" fmla="*/ 160413 h 628388"/>
                <a:gd name="connsiteX24" fmla="*/ 239290 w 607404"/>
                <a:gd name="connsiteY24" fmla="*/ 142510 h 628388"/>
                <a:gd name="connsiteX25" fmla="*/ 239290 w 607404"/>
                <a:gd name="connsiteY25" fmla="*/ 124575 h 628388"/>
                <a:gd name="connsiteX26" fmla="*/ 238317 w 607404"/>
                <a:gd name="connsiteY26" fmla="*/ 124575 h 628388"/>
                <a:gd name="connsiteX27" fmla="*/ 249280 w 607404"/>
                <a:gd name="connsiteY27" fmla="*/ 87731 h 628388"/>
                <a:gd name="connsiteX28" fmla="*/ 249280 w 607404"/>
                <a:gd name="connsiteY28" fmla="*/ 54066 h 628388"/>
                <a:gd name="connsiteX29" fmla="*/ 249053 w 607404"/>
                <a:gd name="connsiteY29" fmla="*/ 49623 h 628388"/>
                <a:gd name="connsiteX30" fmla="*/ 607404 w 607404"/>
                <a:gd name="connsiteY30" fmla="*/ 49623 h 628388"/>
                <a:gd name="connsiteX31" fmla="*/ 607404 w 607404"/>
                <a:gd name="connsiteY31" fmla="*/ 39893 h 628388"/>
                <a:gd name="connsiteX32" fmla="*/ 247301 w 607404"/>
                <a:gd name="connsiteY32" fmla="*/ 39893 h 628388"/>
                <a:gd name="connsiteX33" fmla="*/ 194436 w 607404"/>
                <a:gd name="connsiteY33" fmla="*/ 149451 h 628388"/>
                <a:gd name="connsiteX34" fmla="*/ 229496 w 607404"/>
                <a:gd name="connsiteY34" fmla="*/ 135083 h 628388"/>
                <a:gd name="connsiteX35" fmla="*/ 229496 w 607404"/>
                <a:gd name="connsiteY35" fmla="*/ 144586 h 628388"/>
                <a:gd name="connsiteX36" fmla="*/ 194436 w 607404"/>
                <a:gd name="connsiteY36" fmla="*/ 178835 h 628388"/>
                <a:gd name="connsiteX37" fmla="*/ 159376 w 607404"/>
                <a:gd name="connsiteY37" fmla="*/ 144586 h 628388"/>
                <a:gd name="connsiteX38" fmla="*/ 159376 w 607404"/>
                <a:gd name="connsiteY38" fmla="*/ 135116 h 628388"/>
                <a:gd name="connsiteX39" fmla="*/ 194403 w 607404"/>
                <a:gd name="connsiteY39" fmla="*/ 149451 h 628388"/>
                <a:gd name="connsiteX40" fmla="*/ 194436 w 607404"/>
                <a:gd name="connsiteY40" fmla="*/ 227517 h 628388"/>
                <a:gd name="connsiteX41" fmla="*/ 173322 w 607404"/>
                <a:gd name="connsiteY41" fmla="*/ 206403 h 628388"/>
                <a:gd name="connsiteX42" fmla="*/ 194436 w 607404"/>
                <a:gd name="connsiteY42" fmla="*/ 190576 h 628388"/>
                <a:gd name="connsiteX43" fmla="*/ 215549 w 607404"/>
                <a:gd name="connsiteY43" fmla="*/ 206403 h 628388"/>
                <a:gd name="connsiteX44" fmla="*/ 194436 w 607404"/>
                <a:gd name="connsiteY44" fmla="*/ 227517 h 628388"/>
                <a:gd name="connsiteX45" fmla="*/ 185808 w 607404"/>
                <a:gd name="connsiteY45" fmla="*/ 184900 h 628388"/>
                <a:gd name="connsiteX46" fmla="*/ 156684 w 607404"/>
                <a:gd name="connsiteY46" fmla="*/ 206728 h 628388"/>
                <a:gd name="connsiteX47" fmla="*/ 140273 w 607404"/>
                <a:gd name="connsiteY47" fmla="*/ 165700 h 628388"/>
                <a:gd name="connsiteX48" fmla="*/ 152240 w 607404"/>
                <a:gd name="connsiteY48" fmla="*/ 153732 h 628388"/>
                <a:gd name="connsiteX49" fmla="*/ 185808 w 607404"/>
                <a:gd name="connsiteY49" fmla="*/ 184868 h 628388"/>
                <a:gd name="connsiteX50" fmla="*/ 96229 w 607404"/>
                <a:gd name="connsiteY50" fmla="*/ 187430 h 628388"/>
                <a:gd name="connsiteX51" fmla="*/ 131937 w 607404"/>
                <a:gd name="connsiteY51" fmla="*/ 171084 h 628388"/>
                <a:gd name="connsiteX52" fmla="*/ 152370 w 607404"/>
                <a:gd name="connsiteY52" fmla="*/ 222134 h 628388"/>
                <a:gd name="connsiteX53" fmla="*/ 165473 w 607404"/>
                <a:gd name="connsiteY53" fmla="*/ 212306 h 628388"/>
                <a:gd name="connsiteX54" fmla="*/ 189571 w 607404"/>
                <a:gd name="connsiteY54" fmla="*/ 236404 h 628388"/>
                <a:gd name="connsiteX55" fmla="*/ 189571 w 607404"/>
                <a:gd name="connsiteY55" fmla="*/ 299389 h 628388"/>
                <a:gd name="connsiteX56" fmla="*/ 69601 w 607404"/>
                <a:gd name="connsiteY56" fmla="*/ 299389 h 628388"/>
                <a:gd name="connsiteX57" fmla="*/ 69601 w 607404"/>
                <a:gd name="connsiteY57" fmla="*/ 234393 h 628388"/>
                <a:gd name="connsiteX58" fmla="*/ 96261 w 607404"/>
                <a:gd name="connsiteY58" fmla="*/ 187430 h 628388"/>
                <a:gd name="connsiteX59" fmla="*/ 359227 w 607404"/>
                <a:gd name="connsiteY59" fmla="*/ 384071 h 628388"/>
                <a:gd name="connsiteX60" fmla="*/ 359227 w 607404"/>
                <a:gd name="connsiteY60" fmla="*/ 618724 h 628388"/>
                <a:gd name="connsiteX61" fmla="*/ 29676 w 607404"/>
                <a:gd name="connsiteY61" fmla="*/ 618724 h 628388"/>
                <a:gd name="connsiteX62" fmla="*/ 29676 w 607404"/>
                <a:gd name="connsiteY62" fmla="*/ 349044 h 628388"/>
                <a:gd name="connsiteX63" fmla="*/ 359260 w 607404"/>
                <a:gd name="connsiteY63" fmla="*/ 349044 h 628388"/>
                <a:gd name="connsiteX64" fmla="*/ 359260 w 607404"/>
                <a:gd name="connsiteY64" fmla="*/ 384104 h 628388"/>
                <a:gd name="connsiteX65" fmla="*/ 379174 w 607404"/>
                <a:gd name="connsiteY65" fmla="*/ 339281 h 628388"/>
                <a:gd name="connsiteX66" fmla="*/ 9730 w 607404"/>
                <a:gd name="connsiteY66" fmla="*/ 339281 h 628388"/>
                <a:gd name="connsiteX67" fmla="*/ 9730 w 607404"/>
                <a:gd name="connsiteY67" fmla="*/ 309086 h 628388"/>
                <a:gd name="connsiteX68" fmla="*/ 379206 w 607404"/>
                <a:gd name="connsiteY68" fmla="*/ 309086 h 628388"/>
                <a:gd name="connsiteX69" fmla="*/ 379206 w 607404"/>
                <a:gd name="connsiteY69" fmla="*/ 339281 h 628388"/>
                <a:gd name="connsiteX70" fmla="*/ 319302 w 607404"/>
                <a:gd name="connsiteY70" fmla="*/ 234361 h 628388"/>
                <a:gd name="connsiteX71" fmla="*/ 319302 w 607404"/>
                <a:gd name="connsiteY71" fmla="*/ 299356 h 628388"/>
                <a:gd name="connsiteX72" fmla="*/ 199301 w 607404"/>
                <a:gd name="connsiteY72" fmla="*/ 299356 h 628388"/>
                <a:gd name="connsiteX73" fmla="*/ 199301 w 607404"/>
                <a:gd name="connsiteY73" fmla="*/ 236371 h 628388"/>
                <a:gd name="connsiteX74" fmla="*/ 223398 w 607404"/>
                <a:gd name="connsiteY74" fmla="*/ 212274 h 628388"/>
                <a:gd name="connsiteX75" fmla="*/ 236501 w 607404"/>
                <a:gd name="connsiteY75" fmla="*/ 222101 h 628388"/>
                <a:gd name="connsiteX76" fmla="*/ 256934 w 607404"/>
                <a:gd name="connsiteY76" fmla="*/ 171052 h 628388"/>
                <a:gd name="connsiteX77" fmla="*/ 292643 w 607404"/>
                <a:gd name="connsiteY77" fmla="*/ 187398 h 628388"/>
                <a:gd name="connsiteX78" fmla="*/ 319302 w 607404"/>
                <a:gd name="connsiteY78" fmla="*/ 234361 h 628388"/>
                <a:gd name="connsiteX79" fmla="*/ 232188 w 607404"/>
                <a:gd name="connsiteY79" fmla="*/ 206695 h 628388"/>
                <a:gd name="connsiteX80" fmla="*/ 203063 w 607404"/>
                <a:gd name="connsiteY80" fmla="*/ 184868 h 628388"/>
                <a:gd name="connsiteX81" fmla="*/ 236663 w 607404"/>
                <a:gd name="connsiteY81" fmla="*/ 153732 h 628388"/>
                <a:gd name="connsiteX82" fmla="*/ 248599 w 607404"/>
                <a:gd name="connsiteY82" fmla="*/ 165668 h 628388"/>
                <a:gd name="connsiteX83" fmla="*/ 232188 w 607404"/>
                <a:gd name="connsiteY83" fmla="*/ 206695 h 628388"/>
                <a:gd name="connsiteX84" fmla="*/ 239453 w 607404"/>
                <a:gd name="connsiteY84" fmla="*/ 87731 h 628388"/>
                <a:gd name="connsiteX85" fmla="*/ 194403 w 607404"/>
                <a:gd name="connsiteY85" fmla="*/ 139689 h 628388"/>
                <a:gd name="connsiteX86" fmla="*/ 149386 w 607404"/>
                <a:gd name="connsiteY86" fmla="*/ 87731 h 628388"/>
                <a:gd name="connsiteX87" fmla="*/ 149386 w 607404"/>
                <a:gd name="connsiteY87" fmla="*/ 54066 h 628388"/>
                <a:gd name="connsiteX88" fmla="*/ 194403 w 607404"/>
                <a:gd name="connsiteY88" fmla="*/ 9698 h 628388"/>
                <a:gd name="connsiteX89" fmla="*/ 239453 w 607404"/>
                <a:gd name="connsiteY89" fmla="*/ 54066 h 628388"/>
                <a:gd name="connsiteX90" fmla="*/ 239453 w 607404"/>
                <a:gd name="connsiteY90" fmla="*/ 87731 h 628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7404" h="628388">
                  <a:moveTo>
                    <a:pt x="247236" y="39925"/>
                  </a:moveTo>
                  <a:cubicBezTo>
                    <a:pt x="240912" y="16963"/>
                    <a:pt x="219668" y="0"/>
                    <a:pt x="194436" y="0"/>
                  </a:cubicBezTo>
                  <a:cubicBezTo>
                    <a:pt x="164241" y="0"/>
                    <a:pt x="139689" y="24260"/>
                    <a:pt x="139689" y="54098"/>
                  </a:cubicBezTo>
                  <a:lnTo>
                    <a:pt x="139689" y="87764"/>
                  </a:lnTo>
                  <a:cubicBezTo>
                    <a:pt x="139689" y="101580"/>
                    <a:pt x="143808" y="114326"/>
                    <a:pt x="150651" y="124608"/>
                  </a:cubicBezTo>
                  <a:lnTo>
                    <a:pt x="149678" y="124608"/>
                  </a:lnTo>
                  <a:lnTo>
                    <a:pt x="149678" y="142543"/>
                  </a:lnTo>
                  <a:lnTo>
                    <a:pt x="131775" y="160446"/>
                  </a:lnTo>
                  <a:lnTo>
                    <a:pt x="91980" y="178641"/>
                  </a:lnTo>
                  <a:lnTo>
                    <a:pt x="91526" y="178868"/>
                  </a:lnTo>
                  <a:cubicBezTo>
                    <a:pt x="70509" y="191225"/>
                    <a:pt x="59871" y="203225"/>
                    <a:pt x="59871" y="234328"/>
                  </a:cubicBezTo>
                  <a:lnTo>
                    <a:pt x="59871" y="299324"/>
                  </a:lnTo>
                  <a:lnTo>
                    <a:pt x="0" y="299324"/>
                  </a:lnTo>
                  <a:lnTo>
                    <a:pt x="0" y="348979"/>
                  </a:lnTo>
                  <a:lnTo>
                    <a:pt x="19946" y="348979"/>
                  </a:lnTo>
                  <a:lnTo>
                    <a:pt x="19946" y="628389"/>
                  </a:lnTo>
                  <a:lnTo>
                    <a:pt x="368990" y="628389"/>
                  </a:lnTo>
                  <a:lnTo>
                    <a:pt x="368990" y="348979"/>
                  </a:lnTo>
                  <a:lnTo>
                    <a:pt x="388936" y="348979"/>
                  </a:lnTo>
                  <a:lnTo>
                    <a:pt x="388936" y="299324"/>
                  </a:lnTo>
                  <a:lnTo>
                    <a:pt x="329065" y="299324"/>
                  </a:lnTo>
                  <a:lnTo>
                    <a:pt x="329065" y="234328"/>
                  </a:lnTo>
                  <a:cubicBezTo>
                    <a:pt x="329065" y="203193"/>
                    <a:pt x="318394" y="191225"/>
                    <a:pt x="297410" y="178868"/>
                  </a:cubicBezTo>
                  <a:lnTo>
                    <a:pt x="257193" y="160413"/>
                  </a:lnTo>
                  <a:lnTo>
                    <a:pt x="239290" y="142510"/>
                  </a:lnTo>
                  <a:lnTo>
                    <a:pt x="239290" y="124575"/>
                  </a:lnTo>
                  <a:lnTo>
                    <a:pt x="238317" y="124575"/>
                  </a:lnTo>
                  <a:cubicBezTo>
                    <a:pt x="245161" y="114294"/>
                    <a:pt x="249280" y="101548"/>
                    <a:pt x="249280" y="87731"/>
                  </a:cubicBezTo>
                  <a:lnTo>
                    <a:pt x="249280" y="54066"/>
                  </a:lnTo>
                  <a:cubicBezTo>
                    <a:pt x="249280" y="52574"/>
                    <a:pt x="249182" y="51082"/>
                    <a:pt x="249053" y="49623"/>
                  </a:cubicBezTo>
                  <a:lnTo>
                    <a:pt x="607404" y="49623"/>
                  </a:lnTo>
                  <a:lnTo>
                    <a:pt x="607404" y="39893"/>
                  </a:lnTo>
                  <a:lnTo>
                    <a:pt x="247301" y="39893"/>
                  </a:lnTo>
                  <a:close/>
                  <a:moveTo>
                    <a:pt x="194436" y="149451"/>
                  </a:moveTo>
                  <a:cubicBezTo>
                    <a:pt x="207766" y="149451"/>
                    <a:pt x="219993" y="144035"/>
                    <a:pt x="229496" y="135083"/>
                  </a:cubicBezTo>
                  <a:lnTo>
                    <a:pt x="229496" y="144586"/>
                  </a:lnTo>
                  <a:cubicBezTo>
                    <a:pt x="229496" y="153570"/>
                    <a:pt x="209776" y="169430"/>
                    <a:pt x="194436" y="178835"/>
                  </a:cubicBezTo>
                  <a:cubicBezTo>
                    <a:pt x="179095" y="169430"/>
                    <a:pt x="159376" y="153603"/>
                    <a:pt x="159376" y="144586"/>
                  </a:cubicBezTo>
                  <a:lnTo>
                    <a:pt x="159376" y="135116"/>
                  </a:lnTo>
                  <a:cubicBezTo>
                    <a:pt x="168878" y="144067"/>
                    <a:pt x="181073" y="149451"/>
                    <a:pt x="194403" y="149451"/>
                  </a:cubicBezTo>
                  <a:close/>
                  <a:moveTo>
                    <a:pt x="194436" y="227517"/>
                  </a:moveTo>
                  <a:lnTo>
                    <a:pt x="173322" y="206403"/>
                  </a:lnTo>
                  <a:lnTo>
                    <a:pt x="194436" y="190576"/>
                  </a:lnTo>
                  <a:lnTo>
                    <a:pt x="215549" y="206403"/>
                  </a:lnTo>
                  <a:lnTo>
                    <a:pt x="194436" y="227517"/>
                  </a:lnTo>
                  <a:close/>
                  <a:moveTo>
                    <a:pt x="185808" y="184900"/>
                  </a:moveTo>
                  <a:lnTo>
                    <a:pt x="156684" y="206728"/>
                  </a:lnTo>
                  <a:lnTo>
                    <a:pt x="140273" y="165700"/>
                  </a:lnTo>
                  <a:lnTo>
                    <a:pt x="152240" y="153732"/>
                  </a:lnTo>
                  <a:cubicBezTo>
                    <a:pt x="158694" y="166122"/>
                    <a:pt x="175852" y="178479"/>
                    <a:pt x="185808" y="184868"/>
                  </a:cubicBezTo>
                  <a:close/>
                  <a:moveTo>
                    <a:pt x="96229" y="187430"/>
                  </a:moveTo>
                  <a:lnTo>
                    <a:pt x="131937" y="171084"/>
                  </a:lnTo>
                  <a:lnTo>
                    <a:pt x="152370" y="222134"/>
                  </a:lnTo>
                  <a:lnTo>
                    <a:pt x="165473" y="212306"/>
                  </a:lnTo>
                  <a:lnTo>
                    <a:pt x="189571" y="236404"/>
                  </a:lnTo>
                  <a:lnTo>
                    <a:pt x="189571" y="299389"/>
                  </a:lnTo>
                  <a:lnTo>
                    <a:pt x="69601" y="299389"/>
                  </a:lnTo>
                  <a:lnTo>
                    <a:pt x="69601" y="234393"/>
                  </a:lnTo>
                  <a:cubicBezTo>
                    <a:pt x="69601" y="207571"/>
                    <a:pt x="77450" y="198522"/>
                    <a:pt x="96261" y="187430"/>
                  </a:cubicBezTo>
                  <a:close/>
                  <a:moveTo>
                    <a:pt x="359227" y="384071"/>
                  </a:moveTo>
                  <a:lnTo>
                    <a:pt x="359227" y="618724"/>
                  </a:lnTo>
                  <a:lnTo>
                    <a:pt x="29676" y="618724"/>
                  </a:lnTo>
                  <a:lnTo>
                    <a:pt x="29676" y="349044"/>
                  </a:lnTo>
                  <a:lnTo>
                    <a:pt x="359260" y="349044"/>
                  </a:lnTo>
                  <a:lnTo>
                    <a:pt x="359260" y="384104"/>
                  </a:lnTo>
                  <a:close/>
                  <a:moveTo>
                    <a:pt x="379174" y="339281"/>
                  </a:moveTo>
                  <a:lnTo>
                    <a:pt x="9730" y="339281"/>
                  </a:lnTo>
                  <a:lnTo>
                    <a:pt x="9730" y="309086"/>
                  </a:lnTo>
                  <a:lnTo>
                    <a:pt x="379206" y="309086"/>
                  </a:lnTo>
                  <a:lnTo>
                    <a:pt x="379206" y="339281"/>
                  </a:lnTo>
                  <a:close/>
                  <a:moveTo>
                    <a:pt x="319302" y="234361"/>
                  </a:moveTo>
                  <a:lnTo>
                    <a:pt x="319302" y="299356"/>
                  </a:lnTo>
                  <a:lnTo>
                    <a:pt x="199301" y="299356"/>
                  </a:lnTo>
                  <a:lnTo>
                    <a:pt x="199301" y="236371"/>
                  </a:lnTo>
                  <a:lnTo>
                    <a:pt x="223398" y="212274"/>
                  </a:lnTo>
                  <a:lnTo>
                    <a:pt x="236501" y="222101"/>
                  </a:lnTo>
                  <a:lnTo>
                    <a:pt x="256934" y="171052"/>
                  </a:lnTo>
                  <a:lnTo>
                    <a:pt x="292643" y="187398"/>
                  </a:lnTo>
                  <a:cubicBezTo>
                    <a:pt x="311454" y="198490"/>
                    <a:pt x="319302" y="207539"/>
                    <a:pt x="319302" y="234361"/>
                  </a:cubicBezTo>
                  <a:close/>
                  <a:moveTo>
                    <a:pt x="232188" y="206695"/>
                  </a:moveTo>
                  <a:lnTo>
                    <a:pt x="203063" y="184868"/>
                  </a:lnTo>
                  <a:cubicBezTo>
                    <a:pt x="213020" y="178479"/>
                    <a:pt x="230209" y="166154"/>
                    <a:pt x="236663" y="153732"/>
                  </a:cubicBezTo>
                  <a:lnTo>
                    <a:pt x="248599" y="165668"/>
                  </a:lnTo>
                  <a:lnTo>
                    <a:pt x="232188" y="206695"/>
                  </a:lnTo>
                  <a:close/>
                  <a:moveTo>
                    <a:pt x="239453" y="87731"/>
                  </a:moveTo>
                  <a:cubicBezTo>
                    <a:pt x="239453" y="116369"/>
                    <a:pt x="219247" y="139689"/>
                    <a:pt x="194403" y="139689"/>
                  </a:cubicBezTo>
                  <a:cubicBezTo>
                    <a:pt x="169560" y="139689"/>
                    <a:pt x="149386" y="116402"/>
                    <a:pt x="149386" y="87731"/>
                  </a:cubicBezTo>
                  <a:lnTo>
                    <a:pt x="149386" y="54066"/>
                  </a:lnTo>
                  <a:cubicBezTo>
                    <a:pt x="149386" y="29611"/>
                    <a:pt x="169592" y="9698"/>
                    <a:pt x="194403" y="9698"/>
                  </a:cubicBezTo>
                  <a:cubicBezTo>
                    <a:pt x="219214" y="9698"/>
                    <a:pt x="239453" y="29611"/>
                    <a:pt x="239453" y="54066"/>
                  </a:cubicBezTo>
                  <a:lnTo>
                    <a:pt x="239453" y="87731"/>
                  </a:lnTo>
                  <a:close/>
                </a:path>
              </a:pathLst>
            </a:custGeom>
            <a:grpFill/>
            <a:ln w="3243" cap="flat">
              <a:noFill/>
              <a:prstDash val="solid"/>
              <a:miter/>
            </a:ln>
          </p:spPr>
          <p:txBody>
            <a:bodyPr rtlCol="0" anchor="ctr"/>
            <a:lstStyle/>
            <a:p>
              <a:endParaRPr lang="en-US" dirty="0"/>
            </a:p>
          </p:txBody>
        </p:sp>
        <p:sp>
          <p:nvSpPr>
            <p:cNvPr id="269" name="Freeform: Shape 870"/>
            <p:cNvSpPr/>
            <p:nvPr/>
          </p:nvSpPr>
          <p:spPr>
            <a:xfrm>
              <a:off x="906022" y="4301765"/>
              <a:ext cx="229268" cy="169397"/>
            </a:xfrm>
            <a:custGeom>
              <a:avLst/>
              <a:gdLst>
                <a:gd name="connsiteX0" fmla="*/ 229269 w 229268"/>
                <a:gd name="connsiteY0" fmla="*/ 169397 h 169397"/>
                <a:gd name="connsiteX1" fmla="*/ 229269 w 229268"/>
                <a:gd name="connsiteY1" fmla="*/ 0 h 169397"/>
                <a:gd name="connsiteX2" fmla="*/ 0 w 229268"/>
                <a:gd name="connsiteY2" fmla="*/ 0 h 169397"/>
                <a:gd name="connsiteX3" fmla="*/ 0 w 229268"/>
                <a:gd name="connsiteY3" fmla="*/ 169397 h 169397"/>
                <a:gd name="connsiteX4" fmla="*/ 229269 w 229268"/>
                <a:gd name="connsiteY4" fmla="*/ 169397 h 169397"/>
                <a:gd name="connsiteX5" fmla="*/ 9730 w 229268"/>
                <a:gd name="connsiteY5" fmla="*/ 9730 h 169397"/>
                <a:gd name="connsiteX6" fmla="*/ 219539 w 229268"/>
                <a:gd name="connsiteY6" fmla="*/ 9730 h 169397"/>
                <a:gd name="connsiteX7" fmla="*/ 219539 w 229268"/>
                <a:gd name="connsiteY7" fmla="*/ 159667 h 169397"/>
                <a:gd name="connsiteX8" fmla="*/ 9730 w 229268"/>
                <a:gd name="connsiteY8" fmla="*/ 159667 h 169397"/>
                <a:gd name="connsiteX9" fmla="*/ 9730 w 229268"/>
                <a:gd name="connsiteY9" fmla="*/ 9730 h 16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68" h="169397">
                  <a:moveTo>
                    <a:pt x="229269" y="169397"/>
                  </a:moveTo>
                  <a:lnTo>
                    <a:pt x="229269" y="0"/>
                  </a:lnTo>
                  <a:lnTo>
                    <a:pt x="0" y="0"/>
                  </a:lnTo>
                  <a:lnTo>
                    <a:pt x="0" y="169397"/>
                  </a:lnTo>
                  <a:lnTo>
                    <a:pt x="229269" y="169397"/>
                  </a:lnTo>
                  <a:close/>
                  <a:moveTo>
                    <a:pt x="9730" y="9730"/>
                  </a:moveTo>
                  <a:lnTo>
                    <a:pt x="219539" y="9730"/>
                  </a:lnTo>
                  <a:lnTo>
                    <a:pt x="219539" y="159667"/>
                  </a:lnTo>
                  <a:lnTo>
                    <a:pt x="9730" y="159667"/>
                  </a:lnTo>
                  <a:lnTo>
                    <a:pt x="9730" y="9730"/>
                  </a:lnTo>
                  <a:close/>
                </a:path>
              </a:pathLst>
            </a:custGeom>
            <a:grpFill/>
            <a:ln w="3243" cap="flat">
              <a:noFill/>
              <a:prstDash val="solid"/>
              <a:miter/>
            </a:ln>
          </p:spPr>
          <p:txBody>
            <a:bodyPr rtlCol="0" anchor="ctr"/>
            <a:lstStyle/>
            <a:p>
              <a:endParaRPr lang="en-US"/>
            </a:p>
          </p:txBody>
        </p:sp>
        <p:sp>
          <p:nvSpPr>
            <p:cNvPr id="270" name="Freeform: Shape 871"/>
            <p:cNvSpPr/>
            <p:nvPr/>
          </p:nvSpPr>
          <p:spPr>
            <a:xfrm>
              <a:off x="1205410" y="4082713"/>
              <a:ext cx="47481" cy="89579"/>
            </a:xfrm>
            <a:custGeom>
              <a:avLst/>
              <a:gdLst>
                <a:gd name="connsiteX0" fmla="*/ 0 w 47481"/>
                <a:gd name="connsiteY0" fmla="*/ 89580 h 89579"/>
                <a:gd name="connsiteX1" fmla="*/ 47482 w 47481"/>
                <a:gd name="connsiteY1" fmla="*/ 89580 h 89579"/>
                <a:gd name="connsiteX2" fmla="*/ 47482 w 47481"/>
                <a:gd name="connsiteY2" fmla="*/ 0 h 89579"/>
                <a:gd name="connsiteX3" fmla="*/ 0 w 47481"/>
                <a:gd name="connsiteY3" fmla="*/ 0 h 89579"/>
                <a:gd name="connsiteX4" fmla="*/ 0 w 47481"/>
                <a:gd name="connsiteY4" fmla="*/ 89580 h 89579"/>
                <a:gd name="connsiteX5" fmla="*/ 9730 w 47481"/>
                <a:gd name="connsiteY5" fmla="*/ 9730 h 89579"/>
                <a:gd name="connsiteX6" fmla="*/ 37752 w 47481"/>
                <a:gd name="connsiteY6" fmla="*/ 9730 h 89579"/>
                <a:gd name="connsiteX7" fmla="*/ 37752 w 47481"/>
                <a:gd name="connsiteY7" fmla="*/ 79850 h 89579"/>
                <a:gd name="connsiteX8" fmla="*/ 9730 w 47481"/>
                <a:gd name="connsiteY8" fmla="*/ 79850 h 89579"/>
                <a:gd name="connsiteX9" fmla="*/ 9730 w 47481"/>
                <a:gd name="connsiteY9" fmla="*/ 9730 h 89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89579">
                  <a:moveTo>
                    <a:pt x="0" y="89580"/>
                  </a:moveTo>
                  <a:lnTo>
                    <a:pt x="47482" y="89580"/>
                  </a:lnTo>
                  <a:lnTo>
                    <a:pt x="47482" y="0"/>
                  </a:lnTo>
                  <a:lnTo>
                    <a:pt x="0" y="0"/>
                  </a:lnTo>
                  <a:lnTo>
                    <a:pt x="0" y="89580"/>
                  </a:lnTo>
                  <a:close/>
                  <a:moveTo>
                    <a:pt x="9730" y="9730"/>
                  </a:moveTo>
                  <a:lnTo>
                    <a:pt x="37752" y="9730"/>
                  </a:lnTo>
                  <a:lnTo>
                    <a:pt x="37752" y="79850"/>
                  </a:lnTo>
                  <a:lnTo>
                    <a:pt x="9730" y="79850"/>
                  </a:lnTo>
                  <a:lnTo>
                    <a:pt x="9730" y="9730"/>
                  </a:lnTo>
                  <a:close/>
                </a:path>
              </a:pathLst>
            </a:custGeom>
            <a:grpFill/>
            <a:ln w="3243" cap="flat">
              <a:noFill/>
              <a:prstDash val="solid"/>
              <a:miter/>
            </a:ln>
          </p:spPr>
          <p:txBody>
            <a:bodyPr rtlCol="0" anchor="ctr"/>
            <a:lstStyle/>
            <a:p>
              <a:endParaRPr lang="en-US"/>
            </a:p>
          </p:txBody>
        </p:sp>
        <p:sp>
          <p:nvSpPr>
            <p:cNvPr id="271" name="Freeform: Shape 872"/>
            <p:cNvSpPr/>
            <p:nvPr/>
          </p:nvSpPr>
          <p:spPr>
            <a:xfrm>
              <a:off x="1277671" y="4052777"/>
              <a:ext cx="47481" cy="119515"/>
            </a:xfrm>
            <a:custGeom>
              <a:avLst/>
              <a:gdLst>
                <a:gd name="connsiteX0" fmla="*/ 0 w 47481"/>
                <a:gd name="connsiteY0" fmla="*/ 119516 h 119515"/>
                <a:gd name="connsiteX1" fmla="*/ 47482 w 47481"/>
                <a:gd name="connsiteY1" fmla="*/ 119516 h 119515"/>
                <a:gd name="connsiteX2" fmla="*/ 47482 w 47481"/>
                <a:gd name="connsiteY2" fmla="*/ 0 h 119515"/>
                <a:gd name="connsiteX3" fmla="*/ 0 w 47481"/>
                <a:gd name="connsiteY3" fmla="*/ 0 h 119515"/>
                <a:gd name="connsiteX4" fmla="*/ 0 w 47481"/>
                <a:gd name="connsiteY4" fmla="*/ 119516 h 119515"/>
                <a:gd name="connsiteX5" fmla="*/ 9730 w 47481"/>
                <a:gd name="connsiteY5" fmla="*/ 9730 h 119515"/>
                <a:gd name="connsiteX6" fmla="*/ 37752 w 47481"/>
                <a:gd name="connsiteY6" fmla="*/ 9730 h 119515"/>
                <a:gd name="connsiteX7" fmla="*/ 37752 w 47481"/>
                <a:gd name="connsiteY7" fmla="*/ 109786 h 119515"/>
                <a:gd name="connsiteX8" fmla="*/ 9730 w 47481"/>
                <a:gd name="connsiteY8" fmla="*/ 109786 h 119515"/>
                <a:gd name="connsiteX9" fmla="*/ 9730 w 47481"/>
                <a:gd name="connsiteY9" fmla="*/ 9730 h 1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119515">
                  <a:moveTo>
                    <a:pt x="0" y="119516"/>
                  </a:moveTo>
                  <a:lnTo>
                    <a:pt x="47482" y="119516"/>
                  </a:lnTo>
                  <a:lnTo>
                    <a:pt x="47482" y="0"/>
                  </a:lnTo>
                  <a:lnTo>
                    <a:pt x="0" y="0"/>
                  </a:lnTo>
                  <a:lnTo>
                    <a:pt x="0" y="119516"/>
                  </a:lnTo>
                  <a:close/>
                  <a:moveTo>
                    <a:pt x="9730" y="9730"/>
                  </a:moveTo>
                  <a:lnTo>
                    <a:pt x="37752" y="9730"/>
                  </a:lnTo>
                  <a:lnTo>
                    <a:pt x="37752" y="109786"/>
                  </a:lnTo>
                  <a:lnTo>
                    <a:pt x="9730" y="109786"/>
                  </a:lnTo>
                  <a:lnTo>
                    <a:pt x="9730" y="9730"/>
                  </a:lnTo>
                  <a:close/>
                </a:path>
              </a:pathLst>
            </a:custGeom>
            <a:grpFill/>
            <a:ln w="3243" cap="flat">
              <a:noFill/>
              <a:prstDash val="solid"/>
              <a:miter/>
            </a:ln>
          </p:spPr>
          <p:txBody>
            <a:bodyPr rtlCol="0" anchor="ctr"/>
            <a:lstStyle/>
            <a:p>
              <a:endParaRPr lang="en-US"/>
            </a:p>
          </p:txBody>
        </p:sp>
        <p:sp>
          <p:nvSpPr>
            <p:cNvPr id="272" name="Freeform: Shape 873"/>
            <p:cNvSpPr/>
            <p:nvPr/>
          </p:nvSpPr>
          <p:spPr>
            <a:xfrm>
              <a:off x="1349964" y="4022842"/>
              <a:ext cx="47481" cy="149451"/>
            </a:xfrm>
            <a:custGeom>
              <a:avLst/>
              <a:gdLst>
                <a:gd name="connsiteX0" fmla="*/ 0 w 47481"/>
                <a:gd name="connsiteY0" fmla="*/ 149451 h 149451"/>
                <a:gd name="connsiteX1" fmla="*/ 47482 w 47481"/>
                <a:gd name="connsiteY1" fmla="*/ 149451 h 149451"/>
                <a:gd name="connsiteX2" fmla="*/ 47482 w 47481"/>
                <a:gd name="connsiteY2" fmla="*/ 0 h 149451"/>
                <a:gd name="connsiteX3" fmla="*/ 0 w 47481"/>
                <a:gd name="connsiteY3" fmla="*/ 0 h 149451"/>
                <a:gd name="connsiteX4" fmla="*/ 0 w 47481"/>
                <a:gd name="connsiteY4" fmla="*/ 149451 h 149451"/>
                <a:gd name="connsiteX5" fmla="*/ 9730 w 47481"/>
                <a:gd name="connsiteY5" fmla="*/ 9730 h 149451"/>
                <a:gd name="connsiteX6" fmla="*/ 37752 w 47481"/>
                <a:gd name="connsiteY6" fmla="*/ 9730 h 149451"/>
                <a:gd name="connsiteX7" fmla="*/ 37752 w 47481"/>
                <a:gd name="connsiteY7" fmla="*/ 139721 h 149451"/>
                <a:gd name="connsiteX8" fmla="*/ 9730 w 47481"/>
                <a:gd name="connsiteY8" fmla="*/ 139721 h 149451"/>
                <a:gd name="connsiteX9" fmla="*/ 9730 w 47481"/>
                <a:gd name="connsiteY9" fmla="*/ 9730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149451">
                  <a:moveTo>
                    <a:pt x="0" y="149451"/>
                  </a:moveTo>
                  <a:lnTo>
                    <a:pt x="47482" y="149451"/>
                  </a:lnTo>
                  <a:lnTo>
                    <a:pt x="47482" y="0"/>
                  </a:lnTo>
                  <a:lnTo>
                    <a:pt x="0" y="0"/>
                  </a:lnTo>
                  <a:lnTo>
                    <a:pt x="0" y="149451"/>
                  </a:lnTo>
                  <a:close/>
                  <a:moveTo>
                    <a:pt x="9730" y="9730"/>
                  </a:moveTo>
                  <a:lnTo>
                    <a:pt x="37752" y="9730"/>
                  </a:lnTo>
                  <a:lnTo>
                    <a:pt x="37752" y="139721"/>
                  </a:lnTo>
                  <a:lnTo>
                    <a:pt x="9730" y="139721"/>
                  </a:lnTo>
                  <a:lnTo>
                    <a:pt x="9730" y="9730"/>
                  </a:lnTo>
                  <a:close/>
                </a:path>
              </a:pathLst>
            </a:custGeom>
            <a:grpFill/>
            <a:ln w="3243" cap="flat">
              <a:noFill/>
              <a:prstDash val="solid"/>
              <a:miter/>
            </a:ln>
          </p:spPr>
          <p:txBody>
            <a:bodyPr rtlCol="0" anchor="ctr"/>
            <a:lstStyle/>
            <a:p>
              <a:endParaRPr lang="en-US"/>
            </a:p>
          </p:txBody>
        </p:sp>
        <p:sp>
          <p:nvSpPr>
            <p:cNvPr id="273" name="Freeform: Shape 1054"/>
            <p:cNvSpPr/>
            <p:nvPr/>
          </p:nvSpPr>
          <p:spPr>
            <a:xfrm>
              <a:off x="1233984" y="3942505"/>
              <a:ext cx="231992" cy="588528"/>
            </a:xfrm>
            <a:custGeom>
              <a:avLst/>
              <a:gdLst>
                <a:gd name="connsiteX0" fmla="*/ 32433 w 231992"/>
                <a:gd name="connsiteY0" fmla="*/ 588529 h 588528"/>
                <a:gd name="connsiteX1" fmla="*/ 0 w 231992"/>
                <a:gd name="connsiteY1" fmla="*/ 588529 h 588528"/>
                <a:gd name="connsiteX2" fmla="*/ 0 w 231992"/>
                <a:gd name="connsiteY2" fmla="*/ 327930 h 588528"/>
                <a:gd name="connsiteX3" fmla="*/ 199560 w 231992"/>
                <a:gd name="connsiteY3" fmla="*/ 327930 h 588528"/>
                <a:gd name="connsiteX4" fmla="*/ 199560 w 231992"/>
                <a:gd name="connsiteY4" fmla="*/ 0 h 588528"/>
                <a:gd name="connsiteX5" fmla="*/ 231993 w 231992"/>
                <a:gd name="connsiteY5" fmla="*/ 0 h 588528"/>
                <a:gd name="connsiteX6" fmla="*/ 231993 w 231992"/>
                <a:gd name="connsiteY6" fmla="*/ 360363 h 588528"/>
                <a:gd name="connsiteX7" fmla="*/ 32433 w 231992"/>
                <a:gd name="connsiteY7" fmla="*/ 360363 h 588528"/>
                <a:gd name="connsiteX8" fmla="*/ 32433 w 231992"/>
                <a:gd name="connsiteY8" fmla="*/ 588529 h 58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92" h="588528">
                  <a:moveTo>
                    <a:pt x="32433" y="588529"/>
                  </a:moveTo>
                  <a:lnTo>
                    <a:pt x="0" y="588529"/>
                  </a:lnTo>
                  <a:lnTo>
                    <a:pt x="0" y="327930"/>
                  </a:lnTo>
                  <a:lnTo>
                    <a:pt x="199560" y="327930"/>
                  </a:lnTo>
                  <a:lnTo>
                    <a:pt x="199560" y="0"/>
                  </a:lnTo>
                  <a:lnTo>
                    <a:pt x="231993" y="0"/>
                  </a:lnTo>
                  <a:lnTo>
                    <a:pt x="231993" y="360363"/>
                  </a:lnTo>
                  <a:lnTo>
                    <a:pt x="32433" y="360363"/>
                  </a:lnTo>
                  <a:lnTo>
                    <a:pt x="32433" y="588529"/>
                  </a:lnTo>
                  <a:close/>
                </a:path>
              </a:pathLst>
            </a:custGeom>
            <a:solidFill>
              <a:schemeClr val="tx2"/>
            </a:solidFill>
            <a:ln w="3243" cap="flat">
              <a:noFill/>
              <a:prstDash val="solid"/>
              <a:miter/>
            </a:ln>
          </p:spPr>
          <p:txBody>
            <a:bodyPr rtlCol="0" anchor="ctr"/>
            <a:lstStyle/>
            <a:p>
              <a:endParaRPr lang="en-US"/>
            </a:p>
          </p:txBody>
        </p:sp>
      </p:grpSp>
      <p:grpSp>
        <p:nvGrpSpPr>
          <p:cNvPr id="274" name="Group 1139"/>
          <p:cNvGrpSpPr/>
          <p:nvPr/>
        </p:nvGrpSpPr>
        <p:grpSpPr>
          <a:xfrm>
            <a:off x="7298960" y="2696576"/>
            <a:ext cx="421681" cy="420336"/>
            <a:chOff x="7472982" y="6495304"/>
            <a:chExt cx="630464" cy="628453"/>
          </a:xfrm>
          <a:solidFill>
            <a:schemeClr val="bg1"/>
          </a:solidFill>
        </p:grpSpPr>
        <p:sp>
          <p:nvSpPr>
            <p:cNvPr id="275" name="Freeform: Shape 807"/>
            <p:cNvSpPr/>
            <p:nvPr/>
          </p:nvSpPr>
          <p:spPr>
            <a:xfrm>
              <a:off x="7472982" y="6495304"/>
              <a:ext cx="630464" cy="628453"/>
            </a:xfrm>
            <a:custGeom>
              <a:avLst/>
              <a:gdLst>
                <a:gd name="connsiteX0" fmla="*/ 585675 w 630464"/>
                <a:gd name="connsiteY0" fmla="*/ 219571 h 628453"/>
                <a:gd name="connsiteX1" fmla="*/ 478743 w 630464"/>
                <a:gd name="connsiteY1" fmla="*/ 219571 h 628453"/>
                <a:gd name="connsiteX2" fmla="*/ 478743 w 630464"/>
                <a:gd name="connsiteY2" fmla="*/ 195311 h 628453"/>
                <a:gd name="connsiteX3" fmla="*/ 424645 w 630464"/>
                <a:gd name="connsiteY3" fmla="*/ 131451 h 628453"/>
                <a:gd name="connsiteX4" fmla="*/ 378492 w 630464"/>
                <a:gd name="connsiteY4" fmla="*/ 123764 h 628453"/>
                <a:gd name="connsiteX5" fmla="*/ 408883 w 630464"/>
                <a:gd name="connsiteY5" fmla="*/ 74726 h 628453"/>
                <a:gd name="connsiteX6" fmla="*/ 408883 w 630464"/>
                <a:gd name="connsiteY6" fmla="*/ 54779 h 628453"/>
                <a:gd name="connsiteX7" fmla="*/ 354135 w 630464"/>
                <a:gd name="connsiteY7" fmla="*/ 0 h 628453"/>
                <a:gd name="connsiteX8" fmla="*/ 299356 w 630464"/>
                <a:gd name="connsiteY8" fmla="*/ 54779 h 628453"/>
                <a:gd name="connsiteX9" fmla="*/ 299356 w 630464"/>
                <a:gd name="connsiteY9" fmla="*/ 74726 h 628453"/>
                <a:gd name="connsiteX10" fmla="*/ 329778 w 630464"/>
                <a:gd name="connsiteY10" fmla="*/ 123764 h 628453"/>
                <a:gd name="connsiteX11" fmla="*/ 283594 w 630464"/>
                <a:gd name="connsiteY11" fmla="*/ 131451 h 628453"/>
                <a:gd name="connsiteX12" fmla="*/ 229496 w 630464"/>
                <a:gd name="connsiteY12" fmla="*/ 195311 h 628453"/>
                <a:gd name="connsiteX13" fmla="*/ 229496 w 630464"/>
                <a:gd name="connsiteY13" fmla="*/ 219571 h 628453"/>
                <a:gd name="connsiteX14" fmla="*/ 199203 w 630464"/>
                <a:gd name="connsiteY14" fmla="*/ 219571 h 628453"/>
                <a:gd name="connsiteX15" fmla="*/ 104629 w 630464"/>
                <a:gd name="connsiteY15" fmla="*/ 159667 h 628453"/>
                <a:gd name="connsiteX16" fmla="*/ 0 w 630464"/>
                <a:gd name="connsiteY16" fmla="*/ 264329 h 628453"/>
                <a:gd name="connsiteX17" fmla="*/ 104629 w 630464"/>
                <a:gd name="connsiteY17" fmla="*/ 368990 h 628453"/>
                <a:gd name="connsiteX18" fmla="*/ 199268 w 630464"/>
                <a:gd name="connsiteY18" fmla="*/ 309118 h 628453"/>
                <a:gd name="connsiteX19" fmla="*/ 279410 w 630464"/>
                <a:gd name="connsiteY19" fmla="*/ 309118 h 628453"/>
                <a:gd name="connsiteX20" fmla="*/ 279410 w 630464"/>
                <a:gd name="connsiteY20" fmla="*/ 314243 h 628453"/>
                <a:gd name="connsiteX21" fmla="*/ 299389 w 630464"/>
                <a:gd name="connsiteY21" fmla="*/ 624043 h 628453"/>
                <a:gd name="connsiteX22" fmla="*/ 299778 w 630464"/>
                <a:gd name="connsiteY22" fmla="*/ 628454 h 628453"/>
                <a:gd name="connsiteX23" fmla="*/ 387476 w 630464"/>
                <a:gd name="connsiteY23" fmla="*/ 628454 h 628453"/>
                <a:gd name="connsiteX24" fmla="*/ 388320 w 630464"/>
                <a:gd name="connsiteY24" fmla="*/ 618724 h 628453"/>
                <a:gd name="connsiteX25" fmla="*/ 359000 w 630464"/>
                <a:gd name="connsiteY25" fmla="*/ 618724 h 628453"/>
                <a:gd name="connsiteX26" fmla="*/ 359000 w 630464"/>
                <a:gd name="connsiteY26" fmla="*/ 364125 h 628453"/>
                <a:gd name="connsiteX27" fmla="*/ 349270 w 630464"/>
                <a:gd name="connsiteY27" fmla="*/ 364125 h 628453"/>
                <a:gd name="connsiteX28" fmla="*/ 349270 w 630464"/>
                <a:gd name="connsiteY28" fmla="*/ 618724 h 628453"/>
                <a:gd name="connsiteX29" fmla="*/ 308664 w 630464"/>
                <a:gd name="connsiteY29" fmla="*/ 618724 h 628453"/>
                <a:gd name="connsiteX30" fmla="*/ 289140 w 630464"/>
                <a:gd name="connsiteY30" fmla="*/ 314243 h 628453"/>
                <a:gd name="connsiteX31" fmla="*/ 289140 w 630464"/>
                <a:gd name="connsiteY31" fmla="*/ 309118 h 628453"/>
                <a:gd name="connsiteX32" fmla="*/ 356147 w 630464"/>
                <a:gd name="connsiteY32" fmla="*/ 309118 h 628453"/>
                <a:gd name="connsiteX33" fmla="*/ 374082 w 630464"/>
                <a:gd name="connsiteY33" fmla="*/ 291183 h 628453"/>
                <a:gd name="connsiteX34" fmla="*/ 392018 w 630464"/>
                <a:gd name="connsiteY34" fmla="*/ 309118 h 628453"/>
                <a:gd name="connsiteX35" fmla="*/ 515814 w 630464"/>
                <a:gd name="connsiteY35" fmla="*/ 309118 h 628453"/>
                <a:gd name="connsiteX36" fmla="*/ 533749 w 630464"/>
                <a:gd name="connsiteY36" fmla="*/ 291183 h 628453"/>
                <a:gd name="connsiteX37" fmla="*/ 551685 w 630464"/>
                <a:gd name="connsiteY37" fmla="*/ 309118 h 628453"/>
                <a:gd name="connsiteX38" fmla="*/ 585675 w 630464"/>
                <a:gd name="connsiteY38" fmla="*/ 309118 h 628453"/>
                <a:gd name="connsiteX39" fmla="*/ 630465 w 630464"/>
                <a:gd name="connsiteY39" fmla="*/ 264329 h 628453"/>
                <a:gd name="connsiteX40" fmla="*/ 585675 w 630464"/>
                <a:gd name="connsiteY40" fmla="*/ 219571 h 628453"/>
                <a:gd name="connsiteX41" fmla="*/ 309086 w 630464"/>
                <a:gd name="connsiteY41" fmla="*/ 74726 h 628453"/>
                <a:gd name="connsiteX42" fmla="*/ 309086 w 630464"/>
                <a:gd name="connsiteY42" fmla="*/ 54779 h 628453"/>
                <a:gd name="connsiteX43" fmla="*/ 354135 w 630464"/>
                <a:gd name="connsiteY43" fmla="*/ 9730 h 628453"/>
                <a:gd name="connsiteX44" fmla="*/ 399153 w 630464"/>
                <a:gd name="connsiteY44" fmla="*/ 54779 h 628453"/>
                <a:gd name="connsiteX45" fmla="*/ 399153 w 630464"/>
                <a:gd name="connsiteY45" fmla="*/ 74726 h 628453"/>
                <a:gd name="connsiteX46" fmla="*/ 354135 w 630464"/>
                <a:gd name="connsiteY46" fmla="*/ 119775 h 628453"/>
                <a:gd name="connsiteX47" fmla="*/ 309086 w 630464"/>
                <a:gd name="connsiteY47" fmla="*/ 74726 h 628453"/>
                <a:gd name="connsiteX48" fmla="*/ 239226 w 630464"/>
                <a:gd name="connsiteY48" fmla="*/ 195311 h 628453"/>
                <a:gd name="connsiteX49" fmla="*/ 285215 w 630464"/>
                <a:gd name="connsiteY49" fmla="*/ 141051 h 628453"/>
                <a:gd name="connsiteX50" fmla="*/ 349270 w 630464"/>
                <a:gd name="connsiteY50" fmla="*/ 130380 h 628453"/>
                <a:gd name="connsiteX51" fmla="*/ 349270 w 630464"/>
                <a:gd name="connsiteY51" fmla="*/ 144586 h 628453"/>
                <a:gd name="connsiteX52" fmla="*/ 359000 w 630464"/>
                <a:gd name="connsiteY52" fmla="*/ 144586 h 628453"/>
                <a:gd name="connsiteX53" fmla="*/ 359000 w 630464"/>
                <a:gd name="connsiteY53" fmla="*/ 130380 h 628453"/>
                <a:gd name="connsiteX54" fmla="*/ 359000 w 630464"/>
                <a:gd name="connsiteY54" fmla="*/ 130380 h 628453"/>
                <a:gd name="connsiteX55" fmla="*/ 423055 w 630464"/>
                <a:gd name="connsiteY55" fmla="*/ 141051 h 628453"/>
                <a:gd name="connsiteX56" fmla="*/ 469013 w 630464"/>
                <a:gd name="connsiteY56" fmla="*/ 195311 h 628453"/>
                <a:gd name="connsiteX57" fmla="*/ 469013 w 630464"/>
                <a:gd name="connsiteY57" fmla="*/ 219571 h 628453"/>
                <a:gd name="connsiteX58" fmla="*/ 359000 w 630464"/>
                <a:gd name="connsiteY58" fmla="*/ 219571 h 628453"/>
                <a:gd name="connsiteX59" fmla="*/ 359000 w 630464"/>
                <a:gd name="connsiteY59" fmla="*/ 184511 h 628453"/>
                <a:gd name="connsiteX60" fmla="*/ 349270 w 630464"/>
                <a:gd name="connsiteY60" fmla="*/ 184511 h 628453"/>
                <a:gd name="connsiteX61" fmla="*/ 349270 w 630464"/>
                <a:gd name="connsiteY61" fmla="*/ 219571 h 628453"/>
                <a:gd name="connsiteX62" fmla="*/ 289140 w 630464"/>
                <a:gd name="connsiteY62" fmla="*/ 219571 h 628453"/>
                <a:gd name="connsiteX63" fmla="*/ 289140 w 630464"/>
                <a:gd name="connsiteY63" fmla="*/ 194500 h 628453"/>
                <a:gd name="connsiteX64" fmla="*/ 279410 w 630464"/>
                <a:gd name="connsiteY64" fmla="*/ 194500 h 628453"/>
                <a:gd name="connsiteX65" fmla="*/ 279410 w 630464"/>
                <a:gd name="connsiteY65" fmla="*/ 219571 h 628453"/>
                <a:gd name="connsiteX66" fmla="*/ 239226 w 630464"/>
                <a:gd name="connsiteY66" fmla="*/ 219571 h 628453"/>
                <a:gd name="connsiteX67" fmla="*/ 239226 w 630464"/>
                <a:gd name="connsiteY67" fmla="*/ 195311 h 628453"/>
                <a:gd name="connsiteX68" fmla="*/ 244350 w 630464"/>
                <a:gd name="connsiteY68" fmla="*/ 299388 h 628453"/>
                <a:gd name="connsiteX69" fmla="*/ 239226 w 630464"/>
                <a:gd name="connsiteY69" fmla="*/ 294264 h 628453"/>
                <a:gd name="connsiteX70" fmla="*/ 239226 w 630464"/>
                <a:gd name="connsiteY70" fmla="*/ 290697 h 628453"/>
                <a:gd name="connsiteX71" fmla="*/ 257226 w 630464"/>
                <a:gd name="connsiteY71" fmla="*/ 269323 h 628453"/>
                <a:gd name="connsiteX72" fmla="*/ 259334 w 630464"/>
                <a:gd name="connsiteY72" fmla="*/ 269194 h 628453"/>
                <a:gd name="connsiteX73" fmla="*/ 272794 w 630464"/>
                <a:gd name="connsiteY73" fmla="*/ 274383 h 628453"/>
                <a:gd name="connsiteX74" fmla="*/ 279410 w 630464"/>
                <a:gd name="connsiteY74" fmla="*/ 289302 h 628453"/>
                <a:gd name="connsiteX75" fmla="*/ 279410 w 630464"/>
                <a:gd name="connsiteY75" fmla="*/ 294264 h 628453"/>
                <a:gd name="connsiteX76" fmla="*/ 274286 w 630464"/>
                <a:gd name="connsiteY76" fmla="*/ 299388 h 628453"/>
                <a:gd name="connsiteX77" fmla="*/ 244350 w 630464"/>
                <a:gd name="connsiteY77" fmla="*/ 299388 h 628453"/>
                <a:gd name="connsiteX78" fmla="*/ 469013 w 630464"/>
                <a:gd name="connsiteY78" fmla="*/ 294264 h 628453"/>
                <a:gd name="connsiteX79" fmla="*/ 463889 w 630464"/>
                <a:gd name="connsiteY79" fmla="*/ 299388 h 628453"/>
                <a:gd name="connsiteX80" fmla="*/ 433953 w 630464"/>
                <a:gd name="connsiteY80" fmla="*/ 299388 h 628453"/>
                <a:gd name="connsiteX81" fmla="*/ 428861 w 630464"/>
                <a:gd name="connsiteY81" fmla="*/ 294264 h 628453"/>
                <a:gd name="connsiteX82" fmla="*/ 428861 w 630464"/>
                <a:gd name="connsiteY82" fmla="*/ 290697 h 628453"/>
                <a:gd name="connsiteX83" fmla="*/ 446829 w 630464"/>
                <a:gd name="connsiteY83" fmla="*/ 269323 h 628453"/>
                <a:gd name="connsiteX84" fmla="*/ 448937 w 630464"/>
                <a:gd name="connsiteY84" fmla="*/ 269194 h 628453"/>
                <a:gd name="connsiteX85" fmla="*/ 462397 w 630464"/>
                <a:gd name="connsiteY85" fmla="*/ 274383 h 628453"/>
                <a:gd name="connsiteX86" fmla="*/ 469013 w 630464"/>
                <a:gd name="connsiteY86" fmla="*/ 289302 h 628453"/>
                <a:gd name="connsiteX87" fmla="*/ 469013 w 630464"/>
                <a:gd name="connsiteY87" fmla="*/ 294264 h 628453"/>
                <a:gd name="connsiteX88" fmla="*/ 581653 w 630464"/>
                <a:gd name="connsiteY88" fmla="*/ 299388 h 628453"/>
                <a:gd name="connsiteX89" fmla="*/ 555739 w 630464"/>
                <a:gd name="connsiteY89" fmla="*/ 299388 h 628453"/>
                <a:gd name="connsiteX90" fmla="*/ 533749 w 630464"/>
                <a:gd name="connsiteY90" fmla="*/ 277432 h 628453"/>
                <a:gd name="connsiteX91" fmla="*/ 511792 w 630464"/>
                <a:gd name="connsiteY91" fmla="*/ 299388 h 628453"/>
                <a:gd name="connsiteX92" fmla="*/ 477803 w 630464"/>
                <a:gd name="connsiteY92" fmla="*/ 299388 h 628453"/>
                <a:gd name="connsiteX93" fmla="*/ 478743 w 630464"/>
                <a:gd name="connsiteY93" fmla="*/ 294264 h 628453"/>
                <a:gd name="connsiteX94" fmla="*/ 478743 w 630464"/>
                <a:gd name="connsiteY94" fmla="*/ 289302 h 628453"/>
                <a:gd name="connsiteX95" fmla="*/ 468916 w 630464"/>
                <a:gd name="connsiteY95" fmla="*/ 267183 h 628453"/>
                <a:gd name="connsiteX96" fmla="*/ 445888 w 630464"/>
                <a:gd name="connsiteY96" fmla="*/ 259626 h 628453"/>
                <a:gd name="connsiteX97" fmla="*/ 419131 w 630464"/>
                <a:gd name="connsiteY97" fmla="*/ 290697 h 628453"/>
                <a:gd name="connsiteX98" fmla="*/ 419131 w 630464"/>
                <a:gd name="connsiteY98" fmla="*/ 294264 h 628453"/>
                <a:gd name="connsiteX99" fmla="*/ 420072 w 630464"/>
                <a:gd name="connsiteY99" fmla="*/ 299388 h 628453"/>
                <a:gd name="connsiteX100" fmla="*/ 396072 w 630464"/>
                <a:gd name="connsiteY100" fmla="*/ 299388 h 628453"/>
                <a:gd name="connsiteX101" fmla="*/ 374082 w 630464"/>
                <a:gd name="connsiteY101" fmla="*/ 277432 h 628453"/>
                <a:gd name="connsiteX102" fmla="*/ 352125 w 630464"/>
                <a:gd name="connsiteY102" fmla="*/ 299388 h 628453"/>
                <a:gd name="connsiteX103" fmla="*/ 289140 w 630464"/>
                <a:gd name="connsiteY103" fmla="*/ 299388 h 628453"/>
                <a:gd name="connsiteX104" fmla="*/ 289140 w 630464"/>
                <a:gd name="connsiteY104" fmla="*/ 289302 h 628453"/>
                <a:gd name="connsiteX105" fmla="*/ 279313 w 630464"/>
                <a:gd name="connsiteY105" fmla="*/ 267183 h 628453"/>
                <a:gd name="connsiteX106" fmla="*/ 256253 w 630464"/>
                <a:gd name="connsiteY106" fmla="*/ 259626 h 628453"/>
                <a:gd name="connsiteX107" fmla="*/ 229496 w 630464"/>
                <a:gd name="connsiteY107" fmla="*/ 290697 h 628453"/>
                <a:gd name="connsiteX108" fmla="*/ 229496 w 630464"/>
                <a:gd name="connsiteY108" fmla="*/ 294264 h 628453"/>
                <a:gd name="connsiteX109" fmla="*/ 230436 w 630464"/>
                <a:gd name="connsiteY109" fmla="*/ 299388 h 628453"/>
                <a:gd name="connsiteX110" fmla="*/ 192944 w 630464"/>
                <a:gd name="connsiteY110" fmla="*/ 299388 h 628453"/>
                <a:gd name="connsiteX111" fmla="*/ 191679 w 630464"/>
                <a:gd name="connsiteY111" fmla="*/ 302308 h 628453"/>
                <a:gd name="connsiteX112" fmla="*/ 104629 w 630464"/>
                <a:gd name="connsiteY112" fmla="*/ 359260 h 628453"/>
                <a:gd name="connsiteX113" fmla="*/ 9730 w 630464"/>
                <a:gd name="connsiteY113" fmla="*/ 264329 h 628453"/>
                <a:gd name="connsiteX114" fmla="*/ 104629 w 630464"/>
                <a:gd name="connsiteY114" fmla="*/ 169397 h 628453"/>
                <a:gd name="connsiteX115" fmla="*/ 191614 w 630464"/>
                <a:gd name="connsiteY115" fmla="*/ 226382 h 628453"/>
                <a:gd name="connsiteX116" fmla="*/ 192879 w 630464"/>
                <a:gd name="connsiteY116" fmla="*/ 229301 h 628453"/>
                <a:gd name="connsiteX117" fmla="*/ 581653 w 630464"/>
                <a:gd name="connsiteY117" fmla="*/ 229301 h 628453"/>
                <a:gd name="connsiteX118" fmla="*/ 616681 w 630464"/>
                <a:gd name="connsiteY118" fmla="*/ 264329 h 628453"/>
                <a:gd name="connsiteX119" fmla="*/ 581653 w 630464"/>
                <a:gd name="connsiteY119" fmla="*/ 299388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30464" h="628453">
                  <a:moveTo>
                    <a:pt x="585675" y="219571"/>
                  </a:moveTo>
                  <a:lnTo>
                    <a:pt x="478743" y="219571"/>
                  </a:lnTo>
                  <a:lnTo>
                    <a:pt x="478743" y="195311"/>
                  </a:lnTo>
                  <a:cubicBezTo>
                    <a:pt x="478743" y="163527"/>
                    <a:pt x="456008" y="136673"/>
                    <a:pt x="424645" y="131451"/>
                  </a:cubicBezTo>
                  <a:lnTo>
                    <a:pt x="378492" y="123764"/>
                  </a:lnTo>
                  <a:cubicBezTo>
                    <a:pt x="396493" y="114780"/>
                    <a:pt x="408883" y="96164"/>
                    <a:pt x="408883" y="74726"/>
                  </a:cubicBezTo>
                  <a:lnTo>
                    <a:pt x="408883" y="54779"/>
                  </a:lnTo>
                  <a:cubicBezTo>
                    <a:pt x="408883" y="24584"/>
                    <a:pt x="384331" y="0"/>
                    <a:pt x="354135" y="0"/>
                  </a:cubicBezTo>
                  <a:cubicBezTo>
                    <a:pt x="323941" y="0"/>
                    <a:pt x="299356" y="24584"/>
                    <a:pt x="299356" y="54779"/>
                  </a:cubicBezTo>
                  <a:lnTo>
                    <a:pt x="299356" y="74726"/>
                  </a:lnTo>
                  <a:cubicBezTo>
                    <a:pt x="299356" y="96164"/>
                    <a:pt x="311778" y="114813"/>
                    <a:pt x="329778" y="123764"/>
                  </a:cubicBezTo>
                  <a:lnTo>
                    <a:pt x="283594" y="131451"/>
                  </a:lnTo>
                  <a:cubicBezTo>
                    <a:pt x="252264" y="136673"/>
                    <a:pt x="229496" y="163527"/>
                    <a:pt x="229496" y="195311"/>
                  </a:cubicBezTo>
                  <a:lnTo>
                    <a:pt x="229496" y="219571"/>
                  </a:lnTo>
                  <a:lnTo>
                    <a:pt x="199203" y="219571"/>
                  </a:lnTo>
                  <a:cubicBezTo>
                    <a:pt x="181917" y="183084"/>
                    <a:pt x="145137" y="159667"/>
                    <a:pt x="104629" y="159667"/>
                  </a:cubicBezTo>
                  <a:cubicBezTo>
                    <a:pt x="46930" y="159667"/>
                    <a:pt x="0" y="206630"/>
                    <a:pt x="0" y="264329"/>
                  </a:cubicBezTo>
                  <a:cubicBezTo>
                    <a:pt x="0" y="322027"/>
                    <a:pt x="46930" y="368990"/>
                    <a:pt x="104629" y="368990"/>
                  </a:cubicBezTo>
                  <a:cubicBezTo>
                    <a:pt x="145202" y="368990"/>
                    <a:pt x="181982" y="345605"/>
                    <a:pt x="199268" y="309118"/>
                  </a:cubicBezTo>
                  <a:lnTo>
                    <a:pt x="279410" y="309118"/>
                  </a:lnTo>
                  <a:lnTo>
                    <a:pt x="279410" y="314243"/>
                  </a:lnTo>
                  <a:cubicBezTo>
                    <a:pt x="279410" y="403239"/>
                    <a:pt x="299194" y="621837"/>
                    <a:pt x="299389" y="624043"/>
                  </a:cubicBezTo>
                  <a:lnTo>
                    <a:pt x="299778" y="628454"/>
                  </a:lnTo>
                  <a:lnTo>
                    <a:pt x="387476" y="628454"/>
                  </a:lnTo>
                  <a:cubicBezTo>
                    <a:pt x="387509" y="628194"/>
                    <a:pt x="387801" y="624756"/>
                    <a:pt x="388320" y="618724"/>
                  </a:cubicBezTo>
                  <a:lnTo>
                    <a:pt x="359000" y="618724"/>
                  </a:lnTo>
                  <a:lnTo>
                    <a:pt x="359000" y="364125"/>
                  </a:lnTo>
                  <a:lnTo>
                    <a:pt x="349270" y="364125"/>
                  </a:lnTo>
                  <a:lnTo>
                    <a:pt x="349270" y="618724"/>
                  </a:lnTo>
                  <a:lnTo>
                    <a:pt x="308664" y="618724"/>
                  </a:lnTo>
                  <a:cubicBezTo>
                    <a:pt x="305875" y="587199"/>
                    <a:pt x="289140" y="395780"/>
                    <a:pt x="289140" y="314243"/>
                  </a:cubicBezTo>
                  <a:lnTo>
                    <a:pt x="289140" y="309118"/>
                  </a:lnTo>
                  <a:lnTo>
                    <a:pt x="356147" y="309118"/>
                  </a:lnTo>
                  <a:lnTo>
                    <a:pt x="374082" y="291183"/>
                  </a:lnTo>
                  <a:lnTo>
                    <a:pt x="392018" y="309118"/>
                  </a:lnTo>
                  <a:lnTo>
                    <a:pt x="515814" y="309118"/>
                  </a:lnTo>
                  <a:lnTo>
                    <a:pt x="533749" y="291183"/>
                  </a:lnTo>
                  <a:lnTo>
                    <a:pt x="551685" y="309118"/>
                  </a:lnTo>
                  <a:lnTo>
                    <a:pt x="585675" y="309118"/>
                  </a:lnTo>
                  <a:lnTo>
                    <a:pt x="630465" y="264329"/>
                  </a:lnTo>
                  <a:lnTo>
                    <a:pt x="585675" y="219571"/>
                  </a:lnTo>
                  <a:close/>
                  <a:moveTo>
                    <a:pt x="309086" y="74726"/>
                  </a:moveTo>
                  <a:lnTo>
                    <a:pt x="309086" y="54779"/>
                  </a:lnTo>
                  <a:cubicBezTo>
                    <a:pt x="309086" y="29936"/>
                    <a:pt x="329292" y="9730"/>
                    <a:pt x="354135" y="9730"/>
                  </a:cubicBezTo>
                  <a:cubicBezTo>
                    <a:pt x="378979" y="9730"/>
                    <a:pt x="399153" y="29936"/>
                    <a:pt x="399153" y="54779"/>
                  </a:cubicBezTo>
                  <a:lnTo>
                    <a:pt x="399153" y="74726"/>
                  </a:lnTo>
                  <a:cubicBezTo>
                    <a:pt x="399153" y="99569"/>
                    <a:pt x="378947" y="119775"/>
                    <a:pt x="354135" y="119775"/>
                  </a:cubicBezTo>
                  <a:cubicBezTo>
                    <a:pt x="329324" y="119775"/>
                    <a:pt x="309086" y="99569"/>
                    <a:pt x="309086" y="74726"/>
                  </a:cubicBezTo>
                  <a:close/>
                  <a:moveTo>
                    <a:pt x="239226" y="195311"/>
                  </a:moveTo>
                  <a:cubicBezTo>
                    <a:pt x="239226" y="168295"/>
                    <a:pt x="258588" y="145494"/>
                    <a:pt x="285215" y="141051"/>
                  </a:cubicBezTo>
                  <a:lnTo>
                    <a:pt x="349270" y="130380"/>
                  </a:lnTo>
                  <a:lnTo>
                    <a:pt x="349270" y="144586"/>
                  </a:lnTo>
                  <a:lnTo>
                    <a:pt x="359000" y="144586"/>
                  </a:lnTo>
                  <a:lnTo>
                    <a:pt x="359000" y="130380"/>
                  </a:lnTo>
                  <a:lnTo>
                    <a:pt x="359000" y="130380"/>
                  </a:lnTo>
                  <a:cubicBezTo>
                    <a:pt x="359000" y="130380"/>
                    <a:pt x="423055" y="141051"/>
                    <a:pt x="423055" y="141051"/>
                  </a:cubicBezTo>
                  <a:cubicBezTo>
                    <a:pt x="449683" y="145494"/>
                    <a:pt x="469013" y="168295"/>
                    <a:pt x="469013" y="195311"/>
                  </a:cubicBezTo>
                  <a:lnTo>
                    <a:pt x="469013" y="219571"/>
                  </a:lnTo>
                  <a:lnTo>
                    <a:pt x="359000" y="219571"/>
                  </a:lnTo>
                  <a:lnTo>
                    <a:pt x="359000" y="184511"/>
                  </a:lnTo>
                  <a:lnTo>
                    <a:pt x="349270" y="184511"/>
                  </a:lnTo>
                  <a:lnTo>
                    <a:pt x="349270" y="219571"/>
                  </a:lnTo>
                  <a:lnTo>
                    <a:pt x="289140" y="219571"/>
                  </a:lnTo>
                  <a:lnTo>
                    <a:pt x="289140" y="194500"/>
                  </a:lnTo>
                  <a:lnTo>
                    <a:pt x="279410" y="194500"/>
                  </a:lnTo>
                  <a:lnTo>
                    <a:pt x="279410" y="219571"/>
                  </a:lnTo>
                  <a:lnTo>
                    <a:pt x="239226" y="219571"/>
                  </a:lnTo>
                  <a:lnTo>
                    <a:pt x="239226" y="195311"/>
                  </a:lnTo>
                  <a:close/>
                  <a:moveTo>
                    <a:pt x="244350" y="299388"/>
                  </a:moveTo>
                  <a:cubicBezTo>
                    <a:pt x="241528" y="299388"/>
                    <a:pt x="239226" y="297086"/>
                    <a:pt x="239226" y="294264"/>
                  </a:cubicBezTo>
                  <a:lnTo>
                    <a:pt x="239226" y="290697"/>
                  </a:lnTo>
                  <a:cubicBezTo>
                    <a:pt x="239226" y="279734"/>
                    <a:pt x="247139" y="270329"/>
                    <a:pt x="257226" y="269323"/>
                  </a:cubicBezTo>
                  <a:cubicBezTo>
                    <a:pt x="257939" y="269226"/>
                    <a:pt x="258653" y="269194"/>
                    <a:pt x="259334" y="269194"/>
                  </a:cubicBezTo>
                  <a:cubicBezTo>
                    <a:pt x="264329" y="269194"/>
                    <a:pt x="269064" y="271010"/>
                    <a:pt x="272794" y="274383"/>
                  </a:cubicBezTo>
                  <a:cubicBezTo>
                    <a:pt x="277010" y="278210"/>
                    <a:pt x="279410" y="283626"/>
                    <a:pt x="279410" y="289302"/>
                  </a:cubicBezTo>
                  <a:lnTo>
                    <a:pt x="279410" y="294264"/>
                  </a:lnTo>
                  <a:cubicBezTo>
                    <a:pt x="279410" y="297086"/>
                    <a:pt x="277107" y="299388"/>
                    <a:pt x="274286" y="299388"/>
                  </a:cubicBezTo>
                  <a:lnTo>
                    <a:pt x="244350" y="299388"/>
                  </a:lnTo>
                  <a:close/>
                  <a:moveTo>
                    <a:pt x="469013" y="294264"/>
                  </a:moveTo>
                  <a:cubicBezTo>
                    <a:pt x="469013" y="297086"/>
                    <a:pt x="466710" y="299388"/>
                    <a:pt x="463889" y="299388"/>
                  </a:cubicBezTo>
                  <a:lnTo>
                    <a:pt x="433953" y="299388"/>
                  </a:lnTo>
                  <a:cubicBezTo>
                    <a:pt x="431131" y="299388"/>
                    <a:pt x="428861" y="297086"/>
                    <a:pt x="428861" y="294264"/>
                  </a:cubicBezTo>
                  <a:lnTo>
                    <a:pt x="428861" y="290697"/>
                  </a:lnTo>
                  <a:cubicBezTo>
                    <a:pt x="428861" y="279734"/>
                    <a:pt x="436742" y="270329"/>
                    <a:pt x="446829" y="269323"/>
                  </a:cubicBezTo>
                  <a:cubicBezTo>
                    <a:pt x="447542" y="269226"/>
                    <a:pt x="448256" y="269194"/>
                    <a:pt x="448937" y="269194"/>
                  </a:cubicBezTo>
                  <a:cubicBezTo>
                    <a:pt x="453932" y="269194"/>
                    <a:pt x="458667" y="271010"/>
                    <a:pt x="462397" y="274383"/>
                  </a:cubicBezTo>
                  <a:cubicBezTo>
                    <a:pt x="466613" y="278210"/>
                    <a:pt x="469013" y="283626"/>
                    <a:pt x="469013" y="289302"/>
                  </a:cubicBezTo>
                  <a:lnTo>
                    <a:pt x="469013" y="294264"/>
                  </a:lnTo>
                  <a:close/>
                  <a:moveTo>
                    <a:pt x="581653" y="299388"/>
                  </a:moveTo>
                  <a:lnTo>
                    <a:pt x="555739" y="299388"/>
                  </a:lnTo>
                  <a:lnTo>
                    <a:pt x="533749" y="277432"/>
                  </a:lnTo>
                  <a:lnTo>
                    <a:pt x="511792" y="299388"/>
                  </a:lnTo>
                  <a:lnTo>
                    <a:pt x="477803" y="299388"/>
                  </a:lnTo>
                  <a:cubicBezTo>
                    <a:pt x="478419" y="297799"/>
                    <a:pt x="478743" y="296081"/>
                    <a:pt x="478743" y="294264"/>
                  </a:cubicBezTo>
                  <a:lnTo>
                    <a:pt x="478743" y="289302"/>
                  </a:lnTo>
                  <a:cubicBezTo>
                    <a:pt x="478743" y="280869"/>
                    <a:pt x="475175" y="272826"/>
                    <a:pt x="468916" y="267183"/>
                  </a:cubicBezTo>
                  <a:cubicBezTo>
                    <a:pt x="462688" y="261539"/>
                    <a:pt x="454289" y="258783"/>
                    <a:pt x="445888" y="259626"/>
                  </a:cubicBezTo>
                  <a:cubicBezTo>
                    <a:pt x="430872" y="261118"/>
                    <a:pt x="419131" y="274772"/>
                    <a:pt x="419131" y="290697"/>
                  </a:cubicBezTo>
                  <a:lnTo>
                    <a:pt x="419131" y="294264"/>
                  </a:lnTo>
                  <a:cubicBezTo>
                    <a:pt x="419131" y="296081"/>
                    <a:pt x="419456" y="297799"/>
                    <a:pt x="420072" y="299388"/>
                  </a:cubicBezTo>
                  <a:lnTo>
                    <a:pt x="396072" y="299388"/>
                  </a:lnTo>
                  <a:lnTo>
                    <a:pt x="374082" y="277432"/>
                  </a:lnTo>
                  <a:lnTo>
                    <a:pt x="352125" y="299388"/>
                  </a:lnTo>
                  <a:lnTo>
                    <a:pt x="289140" y="299388"/>
                  </a:lnTo>
                  <a:lnTo>
                    <a:pt x="289140" y="289302"/>
                  </a:lnTo>
                  <a:cubicBezTo>
                    <a:pt x="289140" y="280869"/>
                    <a:pt x="285572" y="272826"/>
                    <a:pt x="279313" y="267183"/>
                  </a:cubicBezTo>
                  <a:cubicBezTo>
                    <a:pt x="273085" y="261539"/>
                    <a:pt x="264686" y="258783"/>
                    <a:pt x="256253" y="259626"/>
                  </a:cubicBezTo>
                  <a:cubicBezTo>
                    <a:pt x="241269" y="261118"/>
                    <a:pt x="229496" y="274772"/>
                    <a:pt x="229496" y="290697"/>
                  </a:cubicBezTo>
                  <a:lnTo>
                    <a:pt x="229496" y="294264"/>
                  </a:lnTo>
                  <a:cubicBezTo>
                    <a:pt x="229496" y="296081"/>
                    <a:pt x="229820" y="297799"/>
                    <a:pt x="230436" y="299388"/>
                  </a:cubicBezTo>
                  <a:lnTo>
                    <a:pt x="192944" y="299388"/>
                  </a:lnTo>
                  <a:lnTo>
                    <a:pt x="191679" y="302308"/>
                  </a:lnTo>
                  <a:cubicBezTo>
                    <a:pt x="176565" y="336914"/>
                    <a:pt x="142380" y="359260"/>
                    <a:pt x="104629" y="359260"/>
                  </a:cubicBezTo>
                  <a:cubicBezTo>
                    <a:pt x="52315" y="359260"/>
                    <a:pt x="9730" y="316675"/>
                    <a:pt x="9730" y="264329"/>
                  </a:cubicBezTo>
                  <a:cubicBezTo>
                    <a:pt x="9730" y="211982"/>
                    <a:pt x="52315" y="169397"/>
                    <a:pt x="104629" y="169397"/>
                  </a:cubicBezTo>
                  <a:cubicBezTo>
                    <a:pt x="142349" y="169397"/>
                    <a:pt x="176500" y="191776"/>
                    <a:pt x="191614" y="226382"/>
                  </a:cubicBezTo>
                  <a:lnTo>
                    <a:pt x="192879" y="229301"/>
                  </a:lnTo>
                  <a:lnTo>
                    <a:pt x="581653" y="229301"/>
                  </a:lnTo>
                  <a:lnTo>
                    <a:pt x="616681" y="264329"/>
                  </a:lnTo>
                  <a:lnTo>
                    <a:pt x="581653" y="299388"/>
                  </a:lnTo>
                  <a:close/>
                </a:path>
              </a:pathLst>
            </a:custGeom>
            <a:grpFill/>
            <a:ln w="3243" cap="flat">
              <a:noFill/>
              <a:prstDash val="solid"/>
              <a:miter/>
            </a:ln>
          </p:spPr>
          <p:txBody>
            <a:bodyPr rtlCol="0" anchor="ctr"/>
            <a:lstStyle/>
            <a:p>
              <a:endParaRPr lang="en-US"/>
            </a:p>
          </p:txBody>
        </p:sp>
        <p:sp>
          <p:nvSpPr>
            <p:cNvPr id="386" name="Freeform: Shape 808"/>
            <p:cNvSpPr/>
            <p:nvPr/>
          </p:nvSpPr>
          <p:spPr>
            <a:xfrm>
              <a:off x="7512875" y="6734821"/>
              <a:ext cx="49655" cy="49655"/>
            </a:xfrm>
            <a:custGeom>
              <a:avLst/>
              <a:gdLst>
                <a:gd name="connsiteX0" fmla="*/ 24843 w 49655"/>
                <a:gd name="connsiteY0" fmla="*/ 0 h 49655"/>
                <a:gd name="connsiteX1" fmla="*/ 0 w 49655"/>
                <a:gd name="connsiteY1" fmla="*/ 24811 h 49655"/>
                <a:gd name="connsiteX2" fmla="*/ 24843 w 49655"/>
                <a:gd name="connsiteY2" fmla="*/ 49655 h 49655"/>
                <a:gd name="connsiteX3" fmla="*/ 49655 w 49655"/>
                <a:gd name="connsiteY3" fmla="*/ 24811 h 49655"/>
                <a:gd name="connsiteX4" fmla="*/ 24843 w 49655"/>
                <a:gd name="connsiteY4" fmla="*/ 0 h 49655"/>
                <a:gd name="connsiteX5" fmla="*/ 24843 w 49655"/>
                <a:gd name="connsiteY5" fmla="*/ 39925 h 49655"/>
                <a:gd name="connsiteX6" fmla="*/ 9730 w 49655"/>
                <a:gd name="connsiteY6" fmla="*/ 24811 h 49655"/>
                <a:gd name="connsiteX7" fmla="*/ 24843 w 49655"/>
                <a:gd name="connsiteY7" fmla="*/ 9730 h 49655"/>
                <a:gd name="connsiteX8" fmla="*/ 39925 w 49655"/>
                <a:gd name="connsiteY8" fmla="*/ 24811 h 49655"/>
                <a:gd name="connsiteX9" fmla="*/ 24843 w 49655"/>
                <a:gd name="connsiteY9" fmla="*/ 39925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24843" y="0"/>
                  </a:moveTo>
                  <a:cubicBezTo>
                    <a:pt x="11157" y="0"/>
                    <a:pt x="0" y="11125"/>
                    <a:pt x="0" y="24811"/>
                  </a:cubicBezTo>
                  <a:cubicBezTo>
                    <a:pt x="0" y="38498"/>
                    <a:pt x="11157" y="49655"/>
                    <a:pt x="24843" y="49655"/>
                  </a:cubicBezTo>
                  <a:cubicBezTo>
                    <a:pt x="38530" y="49655"/>
                    <a:pt x="49655" y="38498"/>
                    <a:pt x="49655" y="24811"/>
                  </a:cubicBezTo>
                  <a:cubicBezTo>
                    <a:pt x="49655" y="11125"/>
                    <a:pt x="38530" y="0"/>
                    <a:pt x="24843" y="0"/>
                  </a:cubicBezTo>
                  <a:close/>
                  <a:moveTo>
                    <a:pt x="24843" y="39925"/>
                  </a:moveTo>
                  <a:cubicBezTo>
                    <a:pt x="16509" y="39925"/>
                    <a:pt x="9730" y="33146"/>
                    <a:pt x="9730" y="24811"/>
                  </a:cubicBezTo>
                  <a:cubicBezTo>
                    <a:pt x="9730" y="16476"/>
                    <a:pt x="16509" y="9730"/>
                    <a:pt x="24843" y="9730"/>
                  </a:cubicBezTo>
                  <a:cubicBezTo>
                    <a:pt x="33179" y="9730"/>
                    <a:pt x="39925" y="16508"/>
                    <a:pt x="39925" y="24811"/>
                  </a:cubicBezTo>
                  <a:cubicBezTo>
                    <a:pt x="39925" y="33114"/>
                    <a:pt x="33146" y="39925"/>
                    <a:pt x="24843" y="39925"/>
                  </a:cubicBezTo>
                  <a:close/>
                </a:path>
              </a:pathLst>
            </a:custGeom>
            <a:grpFill/>
            <a:ln w="3243" cap="flat">
              <a:noFill/>
              <a:prstDash val="solid"/>
              <a:miter/>
            </a:ln>
          </p:spPr>
          <p:txBody>
            <a:bodyPr rtlCol="0" anchor="ctr"/>
            <a:lstStyle/>
            <a:p>
              <a:endParaRPr lang="en-US"/>
            </a:p>
          </p:txBody>
        </p:sp>
        <p:sp>
          <p:nvSpPr>
            <p:cNvPr id="387" name="Freeform: Shape 1073"/>
            <p:cNvSpPr/>
            <p:nvPr/>
          </p:nvSpPr>
          <p:spPr>
            <a:xfrm>
              <a:off x="7860458" y="6804422"/>
              <a:ext cx="52736" cy="319335"/>
            </a:xfrm>
            <a:custGeom>
              <a:avLst/>
              <a:gdLst>
                <a:gd name="connsiteX0" fmla="*/ 20303 w 52736"/>
                <a:gd name="connsiteY0" fmla="*/ 5125 h 319335"/>
                <a:gd name="connsiteX1" fmla="*/ 843 w 52736"/>
                <a:gd name="connsiteY1" fmla="*/ 309605 h 319335"/>
                <a:gd name="connsiteX2" fmla="*/ 0 w 52736"/>
                <a:gd name="connsiteY2" fmla="*/ 319335 h 319335"/>
                <a:gd name="connsiteX3" fmla="*/ 32465 w 52736"/>
                <a:gd name="connsiteY3" fmla="*/ 319335 h 319335"/>
                <a:gd name="connsiteX4" fmla="*/ 52736 w 52736"/>
                <a:gd name="connsiteY4" fmla="*/ 5125 h 319335"/>
                <a:gd name="connsiteX5" fmla="*/ 52736 w 52736"/>
                <a:gd name="connsiteY5" fmla="*/ 0 h 319335"/>
                <a:gd name="connsiteX6" fmla="*/ 20303 w 52736"/>
                <a:gd name="connsiteY6" fmla="*/ 0 h 319335"/>
                <a:gd name="connsiteX7" fmla="*/ 20303 w 52736"/>
                <a:gd name="connsiteY7" fmla="*/ 5125 h 31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36" h="319335">
                  <a:moveTo>
                    <a:pt x="20303" y="5125"/>
                  </a:moveTo>
                  <a:cubicBezTo>
                    <a:pt x="20303" y="82640"/>
                    <a:pt x="4735" y="265464"/>
                    <a:pt x="843" y="309605"/>
                  </a:cubicBezTo>
                  <a:cubicBezTo>
                    <a:pt x="325" y="315638"/>
                    <a:pt x="32" y="319075"/>
                    <a:pt x="0" y="319335"/>
                  </a:cubicBezTo>
                  <a:lnTo>
                    <a:pt x="32465" y="319335"/>
                  </a:lnTo>
                  <a:cubicBezTo>
                    <a:pt x="33309" y="310351"/>
                    <a:pt x="52736" y="94640"/>
                    <a:pt x="52736" y="5125"/>
                  </a:cubicBezTo>
                  <a:lnTo>
                    <a:pt x="52736" y="0"/>
                  </a:lnTo>
                  <a:lnTo>
                    <a:pt x="20303" y="0"/>
                  </a:lnTo>
                  <a:lnTo>
                    <a:pt x="20303" y="5125"/>
                  </a:lnTo>
                  <a:close/>
                </a:path>
              </a:pathLst>
            </a:custGeom>
            <a:grpFill/>
            <a:ln w="3243" cap="flat">
              <a:noFill/>
              <a:prstDash val="solid"/>
              <a:miter/>
            </a:ln>
          </p:spPr>
          <p:txBody>
            <a:bodyPr rtlCol="0" anchor="ctr"/>
            <a:lstStyle/>
            <a:p>
              <a:endParaRPr lang="en-US" dirty="0"/>
            </a:p>
          </p:txBody>
        </p:sp>
        <p:sp>
          <p:nvSpPr>
            <p:cNvPr id="388" name="Freeform: Shape 1074"/>
            <p:cNvSpPr/>
            <p:nvPr/>
          </p:nvSpPr>
          <p:spPr>
            <a:xfrm>
              <a:off x="7880762" y="6689804"/>
              <a:ext cx="32432" cy="25070"/>
            </a:xfrm>
            <a:custGeom>
              <a:avLst/>
              <a:gdLst>
                <a:gd name="connsiteX0" fmla="*/ 0 w 32432"/>
                <a:gd name="connsiteY0" fmla="*/ 0 h 25070"/>
                <a:gd name="connsiteX1" fmla="*/ 32433 w 32432"/>
                <a:gd name="connsiteY1" fmla="*/ 0 h 25070"/>
                <a:gd name="connsiteX2" fmla="*/ 32433 w 32432"/>
                <a:gd name="connsiteY2" fmla="*/ 25071 h 25070"/>
                <a:gd name="connsiteX3" fmla="*/ 0 w 32432"/>
                <a:gd name="connsiteY3" fmla="*/ 25071 h 25070"/>
              </a:gdLst>
              <a:ahLst/>
              <a:cxnLst>
                <a:cxn ang="0">
                  <a:pos x="connsiteX0" y="connsiteY0"/>
                </a:cxn>
                <a:cxn ang="0">
                  <a:pos x="connsiteX1" y="connsiteY1"/>
                </a:cxn>
                <a:cxn ang="0">
                  <a:pos x="connsiteX2" y="connsiteY2"/>
                </a:cxn>
                <a:cxn ang="0">
                  <a:pos x="connsiteX3" y="connsiteY3"/>
                </a:cxn>
              </a:cxnLst>
              <a:rect l="l" t="t" r="r" b="b"/>
              <a:pathLst>
                <a:path w="32432" h="25070">
                  <a:moveTo>
                    <a:pt x="0" y="0"/>
                  </a:moveTo>
                  <a:lnTo>
                    <a:pt x="32433" y="0"/>
                  </a:lnTo>
                  <a:lnTo>
                    <a:pt x="32433" y="25071"/>
                  </a:lnTo>
                  <a:lnTo>
                    <a:pt x="0" y="25071"/>
                  </a:lnTo>
                  <a:close/>
                </a:path>
              </a:pathLst>
            </a:custGeom>
            <a:grpFill/>
            <a:ln w="3243" cap="flat">
              <a:noFill/>
              <a:prstDash val="solid"/>
              <a:miter/>
            </a:ln>
          </p:spPr>
          <p:txBody>
            <a:bodyPr rtlCol="0" anchor="ctr"/>
            <a:lstStyle/>
            <a:p>
              <a:endParaRPr lang="en-US"/>
            </a:p>
          </p:txBody>
        </p:sp>
      </p:grpSp>
      <p:grpSp>
        <p:nvGrpSpPr>
          <p:cNvPr id="389" name="Group 101"/>
          <p:cNvGrpSpPr/>
          <p:nvPr/>
        </p:nvGrpSpPr>
        <p:grpSpPr>
          <a:xfrm>
            <a:off x="2026454" y="2702860"/>
            <a:ext cx="413079" cy="420704"/>
            <a:chOff x="3114074" y="6497834"/>
            <a:chExt cx="617602" cy="629003"/>
          </a:xfrm>
          <a:solidFill>
            <a:schemeClr val="tx1"/>
          </a:solidFill>
        </p:grpSpPr>
        <p:sp>
          <p:nvSpPr>
            <p:cNvPr id="390" name="Freeform: Shape 800"/>
            <p:cNvSpPr/>
            <p:nvPr/>
          </p:nvSpPr>
          <p:spPr>
            <a:xfrm>
              <a:off x="3114074" y="6497834"/>
              <a:ext cx="579527" cy="628972"/>
            </a:xfrm>
            <a:custGeom>
              <a:avLst/>
              <a:gdLst>
                <a:gd name="connsiteX0" fmla="*/ 576252 w 579527"/>
                <a:gd name="connsiteY0" fmla="*/ 32 h 628972"/>
                <a:gd name="connsiteX1" fmla="*/ 322334 w 579527"/>
                <a:gd name="connsiteY1" fmla="*/ 27795 h 628972"/>
                <a:gd name="connsiteX2" fmla="*/ 275047 w 579527"/>
                <a:gd name="connsiteY2" fmla="*/ 584 h 628972"/>
                <a:gd name="connsiteX3" fmla="*/ 220300 w 579527"/>
                <a:gd name="connsiteY3" fmla="*/ 55330 h 628972"/>
                <a:gd name="connsiteX4" fmla="*/ 220300 w 579527"/>
                <a:gd name="connsiteY4" fmla="*/ 75277 h 628972"/>
                <a:gd name="connsiteX5" fmla="*/ 251922 w 579527"/>
                <a:gd name="connsiteY5" fmla="*/ 124834 h 628972"/>
                <a:gd name="connsiteX6" fmla="*/ 205576 w 579527"/>
                <a:gd name="connsiteY6" fmla="*/ 134110 h 628972"/>
                <a:gd name="connsiteX7" fmla="*/ 158515 w 579527"/>
                <a:gd name="connsiteY7" fmla="*/ 172641 h 628972"/>
                <a:gd name="connsiteX8" fmla="*/ 81001 w 579527"/>
                <a:gd name="connsiteY8" fmla="*/ 353389 h 628972"/>
                <a:gd name="connsiteX9" fmla="*/ 42308 w 579527"/>
                <a:gd name="connsiteY9" fmla="*/ 343011 h 628972"/>
                <a:gd name="connsiteX10" fmla="*/ 23465 w 579527"/>
                <a:gd name="connsiteY10" fmla="*/ 345476 h 628972"/>
                <a:gd name="connsiteX11" fmla="*/ 11886 w 579527"/>
                <a:gd name="connsiteY11" fmla="*/ 360557 h 628972"/>
                <a:gd name="connsiteX12" fmla="*/ 6729 w 579527"/>
                <a:gd name="connsiteY12" fmla="*/ 379822 h 628972"/>
                <a:gd name="connsiteX13" fmla="*/ 9226 w 579527"/>
                <a:gd name="connsiteY13" fmla="*/ 398666 h 628972"/>
                <a:gd name="connsiteX14" fmla="*/ 11335 w 579527"/>
                <a:gd name="connsiteY14" fmla="*/ 401715 h 628972"/>
                <a:gd name="connsiteX15" fmla="*/ 11205 w 579527"/>
                <a:gd name="connsiteY15" fmla="*/ 401715 h 628972"/>
                <a:gd name="connsiteX16" fmla="*/ 859 w 579527"/>
                <a:gd name="connsiteY16" fmla="*/ 440245 h 628972"/>
                <a:gd name="connsiteX17" fmla="*/ 3356 w 579527"/>
                <a:gd name="connsiteY17" fmla="*/ 459088 h 628972"/>
                <a:gd name="connsiteX18" fmla="*/ 18438 w 579527"/>
                <a:gd name="connsiteY18" fmla="*/ 470667 h 628972"/>
                <a:gd name="connsiteX19" fmla="*/ 95563 w 579527"/>
                <a:gd name="connsiteY19" fmla="*/ 491327 h 628972"/>
                <a:gd name="connsiteX20" fmla="*/ 101985 w 579527"/>
                <a:gd name="connsiteY20" fmla="*/ 492170 h 628972"/>
                <a:gd name="connsiteX21" fmla="*/ 125985 w 579527"/>
                <a:gd name="connsiteY21" fmla="*/ 473781 h 628972"/>
                <a:gd name="connsiteX22" fmla="*/ 136331 w 579527"/>
                <a:gd name="connsiteY22" fmla="*/ 435218 h 628972"/>
                <a:gd name="connsiteX23" fmla="*/ 136234 w 579527"/>
                <a:gd name="connsiteY23" fmla="*/ 435218 h 628972"/>
                <a:gd name="connsiteX24" fmla="*/ 139575 w 579527"/>
                <a:gd name="connsiteY24" fmla="*/ 433596 h 628972"/>
                <a:gd name="connsiteX25" fmla="*/ 151121 w 579527"/>
                <a:gd name="connsiteY25" fmla="*/ 418515 h 628972"/>
                <a:gd name="connsiteX26" fmla="*/ 156278 w 579527"/>
                <a:gd name="connsiteY26" fmla="*/ 399250 h 628972"/>
                <a:gd name="connsiteX27" fmla="*/ 153813 w 579527"/>
                <a:gd name="connsiteY27" fmla="*/ 380406 h 628972"/>
                <a:gd name="connsiteX28" fmla="*/ 138731 w 579527"/>
                <a:gd name="connsiteY28" fmla="*/ 368828 h 628972"/>
                <a:gd name="connsiteX29" fmla="*/ 132504 w 579527"/>
                <a:gd name="connsiteY29" fmla="*/ 367141 h 628972"/>
                <a:gd name="connsiteX30" fmla="*/ 201943 w 579527"/>
                <a:gd name="connsiteY30" fmla="*/ 214252 h 628972"/>
                <a:gd name="connsiteX31" fmla="*/ 210279 w 579527"/>
                <a:gd name="connsiteY31" fmla="*/ 314405 h 628972"/>
                <a:gd name="connsiteX32" fmla="*/ 139250 w 579527"/>
                <a:gd name="connsiteY32" fmla="*/ 628972 h 628972"/>
                <a:gd name="connsiteX33" fmla="*/ 198830 w 579527"/>
                <a:gd name="connsiteY33" fmla="*/ 628972 h 628972"/>
                <a:gd name="connsiteX34" fmla="*/ 270215 w 579527"/>
                <a:gd name="connsiteY34" fmla="*/ 397012 h 628972"/>
                <a:gd name="connsiteX35" fmla="*/ 270215 w 579527"/>
                <a:gd name="connsiteY35" fmla="*/ 628972 h 628972"/>
                <a:gd name="connsiteX36" fmla="*/ 308583 w 579527"/>
                <a:gd name="connsiteY36" fmla="*/ 628972 h 628972"/>
                <a:gd name="connsiteX37" fmla="*/ 308907 w 579527"/>
                <a:gd name="connsiteY37" fmla="*/ 619242 h 628972"/>
                <a:gd name="connsiteX38" fmla="*/ 279945 w 579527"/>
                <a:gd name="connsiteY38" fmla="*/ 619242 h 628972"/>
                <a:gd name="connsiteX39" fmla="*/ 279945 w 579527"/>
                <a:gd name="connsiteY39" fmla="*/ 332308 h 628972"/>
                <a:gd name="connsiteX40" fmla="*/ 191630 w 579527"/>
                <a:gd name="connsiteY40" fmla="*/ 619242 h 628972"/>
                <a:gd name="connsiteX41" fmla="*/ 151413 w 579527"/>
                <a:gd name="connsiteY41" fmla="*/ 619242 h 628972"/>
                <a:gd name="connsiteX42" fmla="*/ 220106 w 579527"/>
                <a:gd name="connsiteY42" fmla="*/ 315086 h 628972"/>
                <a:gd name="connsiteX43" fmla="*/ 210311 w 579527"/>
                <a:gd name="connsiteY43" fmla="*/ 197679 h 628972"/>
                <a:gd name="connsiteX44" fmla="*/ 199057 w 579527"/>
                <a:gd name="connsiteY44" fmla="*/ 197063 h 628972"/>
                <a:gd name="connsiteX45" fmla="*/ 122969 w 579527"/>
                <a:gd name="connsiteY45" fmla="*/ 364611 h 628972"/>
                <a:gd name="connsiteX46" fmla="*/ 90536 w 579527"/>
                <a:gd name="connsiteY46" fmla="*/ 355919 h 628972"/>
                <a:gd name="connsiteX47" fmla="*/ 167499 w 579527"/>
                <a:gd name="connsiteY47" fmla="*/ 176435 h 628972"/>
                <a:gd name="connsiteX48" fmla="*/ 207489 w 579527"/>
                <a:gd name="connsiteY48" fmla="*/ 143645 h 628972"/>
                <a:gd name="connsiteX49" fmla="*/ 275534 w 579527"/>
                <a:gd name="connsiteY49" fmla="*/ 130024 h 628972"/>
                <a:gd name="connsiteX50" fmla="*/ 320097 w 579527"/>
                <a:gd name="connsiteY50" fmla="*/ 130024 h 628972"/>
                <a:gd name="connsiteX51" fmla="*/ 358984 w 579527"/>
                <a:gd name="connsiteY51" fmla="*/ 146143 h 628972"/>
                <a:gd name="connsiteX52" fmla="*/ 395633 w 579527"/>
                <a:gd name="connsiteY52" fmla="*/ 182792 h 628972"/>
                <a:gd name="connsiteX53" fmla="*/ 468445 w 579527"/>
                <a:gd name="connsiteY53" fmla="*/ 68369 h 628972"/>
                <a:gd name="connsiteX54" fmla="*/ 579528 w 579527"/>
                <a:gd name="connsiteY54" fmla="*/ 70217 h 628972"/>
                <a:gd name="connsiteX55" fmla="*/ 576252 w 579527"/>
                <a:gd name="connsiteY55" fmla="*/ 0 h 628972"/>
                <a:gd name="connsiteX56" fmla="*/ 116547 w 579527"/>
                <a:gd name="connsiteY56" fmla="*/ 471283 h 628972"/>
                <a:gd name="connsiteX57" fmla="*/ 98060 w 579527"/>
                <a:gd name="connsiteY57" fmla="*/ 481954 h 628972"/>
                <a:gd name="connsiteX58" fmla="*/ 20935 w 579527"/>
                <a:gd name="connsiteY58" fmla="*/ 461294 h 628972"/>
                <a:gd name="connsiteX59" fmla="*/ 11756 w 579527"/>
                <a:gd name="connsiteY59" fmla="*/ 454256 h 628972"/>
                <a:gd name="connsiteX60" fmla="*/ 10232 w 579527"/>
                <a:gd name="connsiteY60" fmla="*/ 442807 h 628972"/>
                <a:gd name="connsiteX61" fmla="*/ 19443 w 579527"/>
                <a:gd name="connsiteY61" fmla="*/ 408428 h 628972"/>
                <a:gd name="connsiteX62" fmla="*/ 24243 w 579527"/>
                <a:gd name="connsiteY62" fmla="*/ 410277 h 628972"/>
                <a:gd name="connsiteX63" fmla="*/ 48470 w 579527"/>
                <a:gd name="connsiteY63" fmla="*/ 416764 h 628972"/>
                <a:gd name="connsiteX64" fmla="*/ 44578 w 579527"/>
                <a:gd name="connsiteY64" fmla="*/ 431358 h 628972"/>
                <a:gd name="connsiteX65" fmla="*/ 53984 w 579527"/>
                <a:gd name="connsiteY65" fmla="*/ 433888 h 628972"/>
                <a:gd name="connsiteX66" fmla="*/ 57876 w 579527"/>
                <a:gd name="connsiteY66" fmla="*/ 419325 h 628972"/>
                <a:gd name="connsiteX67" fmla="*/ 87033 w 579527"/>
                <a:gd name="connsiteY67" fmla="*/ 427142 h 628972"/>
                <a:gd name="connsiteX68" fmla="*/ 83141 w 579527"/>
                <a:gd name="connsiteY68" fmla="*/ 441737 h 628972"/>
                <a:gd name="connsiteX69" fmla="*/ 92547 w 579527"/>
                <a:gd name="connsiteY69" fmla="*/ 444267 h 628972"/>
                <a:gd name="connsiteX70" fmla="*/ 96439 w 579527"/>
                <a:gd name="connsiteY70" fmla="*/ 429672 h 628972"/>
                <a:gd name="connsiteX71" fmla="*/ 120666 w 579527"/>
                <a:gd name="connsiteY71" fmla="*/ 436158 h 628972"/>
                <a:gd name="connsiteX72" fmla="*/ 125758 w 579527"/>
                <a:gd name="connsiteY72" fmla="*/ 436937 h 628972"/>
                <a:gd name="connsiteX73" fmla="*/ 116547 w 579527"/>
                <a:gd name="connsiteY73" fmla="*/ 471348 h 628972"/>
                <a:gd name="connsiteX74" fmla="*/ 145348 w 579527"/>
                <a:gd name="connsiteY74" fmla="*/ 385303 h 628972"/>
                <a:gd name="connsiteX75" fmla="*/ 146840 w 579527"/>
                <a:gd name="connsiteY75" fmla="*/ 396752 h 628972"/>
                <a:gd name="connsiteX76" fmla="*/ 141683 w 579527"/>
                <a:gd name="connsiteY76" fmla="*/ 416018 h 628972"/>
                <a:gd name="connsiteX77" fmla="*/ 141683 w 579527"/>
                <a:gd name="connsiteY77" fmla="*/ 416018 h 628972"/>
                <a:gd name="connsiteX78" fmla="*/ 134645 w 579527"/>
                <a:gd name="connsiteY78" fmla="*/ 425196 h 628972"/>
                <a:gd name="connsiteX79" fmla="*/ 123196 w 579527"/>
                <a:gd name="connsiteY79" fmla="*/ 426688 h 628972"/>
                <a:gd name="connsiteX80" fmla="*/ 26805 w 579527"/>
                <a:gd name="connsiteY80" fmla="*/ 400871 h 628972"/>
                <a:gd name="connsiteX81" fmla="*/ 17627 w 579527"/>
                <a:gd name="connsiteY81" fmla="*/ 393833 h 628972"/>
                <a:gd name="connsiteX82" fmla="*/ 16102 w 579527"/>
                <a:gd name="connsiteY82" fmla="*/ 382384 h 628972"/>
                <a:gd name="connsiteX83" fmla="*/ 21259 w 579527"/>
                <a:gd name="connsiteY83" fmla="*/ 363119 h 628972"/>
                <a:gd name="connsiteX84" fmla="*/ 28297 w 579527"/>
                <a:gd name="connsiteY84" fmla="*/ 353973 h 628972"/>
                <a:gd name="connsiteX85" fmla="*/ 35822 w 579527"/>
                <a:gd name="connsiteY85" fmla="*/ 351930 h 628972"/>
                <a:gd name="connsiteX86" fmla="*/ 39746 w 579527"/>
                <a:gd name="connsiteY86" fmla="*/ 352449 h 628972"/>
                <a:gd name="connsiteX87" fmla="*/ 136137 w 579527"/>
                <a:gd name="connsiteY87" fmla="*/ 378266 h 628972"/>
                <a:gd name="connsiteX88" fmla="*/ 145315 w 579527"/>
                <a:gd name="connsiteY88" fmla="*/ 385303 h 628972"/>
                <a:gd name="connsiteX89" fmla="*/ 229998 w 579527"/>
                <a:gd name="connsiteY89" fmla="*/ 75309 h 628972"/>
                <a:gd name="connsiteX90" fmla="*/ 229998 w 579527"/>
                <a:gd name="connsiteY90" fmla="*/ 55363 h 628972"/>
                <a:gd name="connsiteX91" fmla="*/ 275015 w 579527"/>
                <a:gd name="connsiteY91" fmla="*/ 10346 h 628972"/>
                <a:gd name="connsiteX92" fmla="*/ 315394 w 579527"/>
                <a:gd name="connsiteY92" fmla="*/ 35449 h 628972"/>
                <a:gd name="connsiteX93" fmla="*/ 316529 w 579527"/>
                <a:gd name="connsiteY93" fmla="*/ 38044 h 628972"/>
                <a:gd name="connsiteX94" fmla="*/ 317145 w 579527"/>
                <a:gd name="connsiteY94" fmla="*/ 39503 h 628972"/>
                <a:gd name="connsiteX95" fmla="*/ 317988 w 579527"/>
                <a:gd name="connsiteY95" fmla="*/ 42065 h 628972"/>
                <a:gd name="connsiteX96" fmla="*/ 318507 w 579527"/>
                <a:gd name="connsiteY96" fmla="*/ 43655 h 628972"/>
                <a:gd name="connsiteX97" fmla="*/ 319934 w 579527"/>
                <a:gd name="connsiteY97" fmla="*/ 52347 h 628972"/>
                <a:gd name="connsiteX98" fmla="*/ 319837 w 579527"/>
                <a:gd name="connsiteY98" fmla="*/ 61104 h 628972"/>
                <a:gd name="connsiteX99" fmla="*/ 319837 w 579527"/>
                <a:gd name="connsiteY99" fmla="*/ 65936 h 628972"/>
                <a:gd name="connsiteX100" fmla="*/ 319837 w 579527"/>
                <a:gd name="connsiteY100" fmla="*/ 65936 h 628972"/>
                <a:gd name="connsiteX101" fmla="*/ 319967 w 579527"/>
                <a:gd name="connsiteY101" fmla="*/ 78520 h 628972"/>
                <a:gd name="connsiteX102" fmla="*/ 316075 w 579527"/>
                <a:gd name="connsiteY102" fmla="*/ 93861 h 628972"/>
                <a:gd name="connsiteX103" fmla="*/ 275015 w 579527"/>
                <a:gd name="connsiteY103" fmla="*/ 120391 h 628972"/>
                <a:gd name="connsiteX104" fmla="*/ 229998 w 579527"/>
                <a:gd name="connsiteY104" fmla="*/ 75374 h 628972"/>
                <a:gd name="connsiteX105" fmla="*/ 393946 w 579527"/>
                <a:gd name="connsiteY105" fmla="*/ 167386 h 628972"/>
                <a:gd name="connsiteX106" fmla="*/ 365859 w 579527"/>
                <a:gd name="connsiteY106" fmla="*/ 139299 h 628972"/>
                <a:gd name="connsiteX107" fmla="*/ 320097 w 579527"/>
                <a:gd name="connsiteY107" fmla="*/ 120326 h 628972"/>
                <a:gd name="connsiteX108" fmla="*/ 306085 w 579527"/>
                <a:gd name="connsiteY108" fmla="*/ 120326 h 628972"/>
                <a:gd name="connsiteX109" fmla="*/ 325091 w 579527"/>
                <a:gd name="connsiteY109" fmla="*/ 97526 h 628972"/>
                <a:gd name="connsiteX110" fmla="*/ 329697 w 579527"/>
                <a:gd name="connsiteY110" fmla="*/ 78001 h 628972"/>
                <a:gd name="connsiteX111" fmla="*/ 329599 w 579527"/>
                <a:gd name="connsiteY111" fmla="*/ 66033 h 628972"/>
                <a:gd name="connsiteX112" fmla="*/ 457061 w 579527"/>
                <a:gd name="connsiteY112" fmla="*/ 68174 h 628972"/>
                <a:gd name="connsiteX113" fmla="*/ 393946 w 579527"/>
                <a:gd name="connsiteY113" fmla="*/ 167322 h 628972"/>
                <a:gd name="connsiteX114" fmla="*/ 329664 w 579527"/>
                <a:gd name="connsiteY114" fmla="*/ 56369 h 628972"/>
                <a:gd name="connsiteX115" fmla="*/ 329697 w 579527"/>
                <a:gd name="connsiteY115" fmla="*/ 52282 h 628972"/>
                <a:gd name="connsiteX116" fmla="*/ 329697 w 579527"/>
                <a:gd name="connsiteY116" fmla="*/ 52087 h 628972"/>
                <a:gd name="connsiteX117" fmla="*/ 329697 w 579527"/>
                <a:gd name="connsiteY117" fmla="*/ 51893 h 628972"/>
                <a:gd name="connsiteX118" fmla="*/ 329599 w 579527"/>
                <a:gd name="connsiteY118" fmla="*/ 50952 h 628972"/>
                <a:gd name="connsiteX119" fmla="*/ 329178 w 579527"/>
                <a:gd name="connsiteY119" fmla="*/ 47255 h 628972"/>
                <a:gd name="connsiteX120" fmla="*/ 328918 w 579527"/>
                <a:gd name="connsiteY120" fmla="*/ 45698 h 628972"/>
                <a:gd name="connsiteX121" fmla="*/ 328172 w 579527"/>
                <a:gd name="connsiteY121" fmla="*/ 42130 h 628972"/>
                <a:gd name="connsiteX122" fmla="*/ 327913 w 579527"/>
                <a:gd name="connsiteY122" fmla="*/ 41092 h 628972"/>
                <a:gd name="connsiteX123" fmla="*/ 326680 w 579527"/>
                <a:gd name="connsiteY123" fmla="*/ 37038 h 628972"/>
                <a:gd name="connsiteX124" fmla="*/ 567009 w 579527"/>
                <a:gd name="connsiteY124" fmla="*/ 10768 h 628972"/>
                <a:gd name="connsiteX125" fmla="*/ 569311 w 579527"/>
                <a:gd name="connsiteY125" fmla="*/ 60293 h 628972"/>
                <a:gd name="connsiteX126" fmla="*/ 329632 w 579527"/>
                <a:gd name="connsiteY126" fmla="*/ 56271 h 628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79527" h="628972">
                  <a:moveTo>
                    <a:pt x="576252" y="32"/>
                  </a:moveTo>
                  <a:lnTo>
                    <a:pt x="322334" y="27795"/>
                  </a:lnTo>
                  <a:cubicBezTo>
                    <a:pt x="312799" y="11481"/>
                    <a:pt x="295091" y="584"/>
                    <a:pt x="275047" y="584"/>
                  </a:cubicBezTo>
                  <a:cubicBezTo>
                    <a:pt x="244852" y="584"/>
                    <a:pt x="220300" y="25136"/>
                    <a:pt x="220300" y="55330"/>
                  </a:cubicBezTo>
                  <a:lnTo>
                    <a:pt x="220300" y="75277"/>
                  </a:lnTo>
                  <a:cubicBezTo>
                    <a:pt x="220300" y="97201"/>
                    <a:pt x="233273" y="116110"/>
                    <a:pt x="251922" y="124834"/>
                  </a:cubicBezTo>
                  <a:lnTo>
                    <a:pt x="205576" y="134110"/>
                  </a:lnTo>
                  <a:cubicBezTo>
                    <a:pt x="184397" y="138359"/>
                    <a:pt x="166818" y="152759"/>
                    <a:pt x="158515" y="172641"/>
                  </a:cubicBezTo>
                  <a:lnTo>
                    <a:pt x="81001" y="353389"/>
                  </a:lnTo>
                  <a:lnTo>
                    <a:pt x="42308" y="343011"/>
                  </a:lnTo>
                  <a:cubicBezTo>
                    <a:pt x="35919" y="341292"/>
                    <a:pt x="29205" y="342168"/>
                    <a:pt x="23465" y="345476"/>
                  </a:cubicBezTo>
                  <a:cubicBezTo>
                    <a:pt x="17724" y="348784"/>
                    <a:pt x="13605" y="354135"/>
                    <a:pt x="11886" y="360557"/>
                  </a:cubicBezTo>
                  <a:lnTo>
                    <a:pt x="6729" y="379822"/>
                  </a:lnTo>
                  <a:cubicBezTo>
                    <a:pt x="5010" y="386212"/>
                    <a:pt x="5886" y="392925"/>
                    <a:pt x="9226" y="398666"/>
                  </a:cubicBezTo>
                  <a:cubicBezTo>
                    <a:pt x="9843" y="399736"/>
                    <a:pt x="10589" y="400774"/>
                    <a:pt x="11335" y="401715"/>
                  </a:cubicBezTo>
                  <a:lnTo>
                    <a:pt x="11205" y="401715"/>
                  </a:lnTo>
                  <a:cubicBezTo>
                    <a:pt x="11205" y="401715"/>
                    <a:pt x="859" y="440245"/>
                    <a:pt x="859" y="440245"/>
                  </a:cubicBezTo>
                  <a:cubicBezTo>
                    <a:pt x="-860" y="446634"/>
                    <a:pt x="16" y="453348"/>
                    <a:pt x="3356" y="459088"/>
                  </a:cubicBezTo>
                  <a:cubicBezTo>
                    <a:pt x="6664" y="464829"/>
                    <a:pt x="12016" y="468948"/>
                    <a:pt x="18438" y="470667"/>
                  </a:cubicBezTo>
                  <a:lnTo>
                    <a:pt x="95563" y="491327"/>
                  </a:lnTo>
                  <a:cubicBezTo>
                    <a:pt x="97704" y="491910"/>
                    <a:pt x="99844" y="492170"/>
                    <a:pt x="101985" y="492170"/>
                  </a:cubicBezTo>
                  <a:cubicBezTo>
                    <a:pt x="112947" y="492170"/>
                    <a:pt x="123001" y="484840"/>
                    <a:pt x="125985" y="473781"/>
                  </a:cubicBezTo>
                  <a:lnTo>
                    <a:pt x="136331" y="435218"/>
                  </a:lnTo>
                  <a:lnTo>
                    <a:pt x="136234" y="435218"/>
                  </a:lnTo>
                  <a:cubicBezTo>
                    <a:pt x="137369" y="434731"/>
                    <a:pt x="138504" y="434212"/>
                    <a:pt x="139575" y="433596"/>
                  </a:cubicBezTo>
                  <a:cubicBezTo>
                    <a:pt x="145315" y="430288"/>
                    <a:pt x="149434" y="424937"/>
                    <a:pt x="151121" y="418515"/>
                  </a:cubicBezTo>
                  <a:lnTo>
                    <a:pt x="156278" y="399250"/>
                  </a:lnTo>
                  <a:cubicBezTo>
                    <a:pt x="157996" y="392860"/>
                    <a:pt x="157121" y="386147"/>
                    <a:pt x="153813" y="380406"/>
                  </a:cubicBezTo>
                  <a:cubicBezTo>
                    <a:pt x="150504" y="374666"/>
                    <a:pt x="145153" y="370547"/>
                    <a:pt x="138731" y="368828"/>
                  </a:cubicBezTo>
                  <a:lnTo>
                    <a:pt x="132504" y="367141"/>
                  </a:lnTo>
                  <a:lnTo>
                    <a:pt x="201943" y="214252"/>
                  </a:lnTo>
                  <a:lnTo>
                    <a:pt x="210279" y="314405"/>
                  </a:lnTo>
                  <a:lnTo>
                    <a:pt x="139250" y="628972"/>
                  </a:lnTo>
                  <a:lnTo>
                    <a:pt x="198830" y="628972"/>
                  </a:lnTo>
                  <a:lnTo>
                    <a:pt x="270215" y="397012"/>
                  </a:lnTo>
                  <a:lnTo>
                    <a:pt x="270215" y="628972"/>
                  </a:lnTo>
                  <a:lnTo>
                    <a:pt x="308583" y="628972"/>
                  </a:lnTo>
                  <a:lnTo>
                    <a:pt x="308907" y="619242"/>
                  </a:lnTo>
                  <a:lnTo>
                    <a:pt x="279945" y="619242"/>
                  </a:lnTo>
                  <a:lnTo>
                    <a:pt x="279945" y="332308"/>
                  </a:lnTo>
                  <a:lnTo>
                    <a:pt x="191630" y="619242"/>
                  </a:lnTo>
                  <a:lnTo>
                    <a:pt x="151413" y="619242"/>
                  </a:lnTo>
                  <a:lnTo>
                    <a:pt x="220106" y="315086"/>
                  </a:lnTo>
                  <a:lnTo>
                    <a:pt x="210311" y="197679"/>
                  </a:lnTo>
                  <a:lnTo>
                    <a:pt x="199057" y="197063"/>
                  </a:lnTo>
                  <a:lnTo>
                    <a:pt x="122969" y="364611"/>
                  </a:lnTo>
                  <a:lnTo>
                    <a:pt x="90536" y="355919"/>
                  </a:lnTo>
                  <a:lnTo>
                    <a:pt x="167499" y="176435"/>
                  </a:lnTo>
                  <a:cubicBezTo>
                    <a:pt x="174570" y="159505"/>
                    <a:pt x="189521" y="147245"/>
                    <a:pt x="207489" y="143645"/>
                  </a:cubicBezTo>
                  <a:lnTo>
                    <a:pt x="275534" y="130024"/>
                  </a:lnTo>
                  <a:lnTo>
                    <a:pt x="320097" y="130024"/>
                  </a:lnTo>
                  <a:cubicBezTo>
                    <a:pt x="334789" y="130024"/>
                    <a:pt x="348605" y="135732"/>
                    <a:pt x="358984" y="146143"/>
                  </a:cubicBezTo>
                  <a:lnTo>
                    <a:pt x="395633" y="182792"/>
                  </a:lnTo>
                  <a:lnTo>
                    <a:pt x="468445" y="68369"/>
                  </a:lnTo>
                  <a:lnTo>
                    <a:pt x="579528" y="70217"/>
                  </a:lnTo>
                  <a:lnTo>
                    <a:pt x="576252" y="0"/>
                  </a:lnTo>
                  <a:close/>
                  <a:moveTo>
                    <a:pt x="116547" y="471283"/>
                  </a:moveTo>
                  <a:cubicBezTo>
                    <a:pt x="114407" y="479326"/>
                    <a:pt x="106104" y="484127"/>
                    <a:pt x="98060" y="481954"/>
                  </a:cubicBezTo>
                  <a:lnTo>
                    <a:pt x="20935" y="461294"/>
                  </a:lnTo>
                  <a:cubicBezTo>
                    <a:pt x="17043" y="460256"/>
                    <a:pt x="13800" y="457759"/>
                    <a:pt x="11756" y="454256"/>
                  </a:cubicBezTo>
                  <a:cubicBezTo>
                    <a:pt x="9746" y="450753"/>
                    <a:pt x="9194" y="446699"/>
                    <a:pt x="10232" y="442807"/>
                  </a:cubicBezTo>
                  <a:lnTo>
                    <a:pt x="19443" y="408428"/>
                  </a:lnTo>
                  <a:cubicBezTo>
                    <a:pt x="20967" y="409206"/>
                    <a:pt x="22557" y="409823"/>
                    <a:pt x="24243" y="410277"/>
                  </a:cubicBezTo>
                  <a:lnTo>
                    <a:pt x="48470" y="416764"/>
                  </a:lnTo>
                  <a:lnTo>
                    <a:pt x="44578" y="431358"/>
                  </a:lnTo>
                  <a:lnTo>
                    <a:pt x="53984" y="433888"/>
                  </a:lnTo>
                  <a:lnTo>
                    <a:pt x="57876" y="419325"/>
                  </a:lnTo>
                  <a:lnTo>
                    <a:pt x="87033" y="427142"/>
                  </a:lnTo>
                  <a:lnTo>
                    <a:pt x="83141" y="441737"/>
                  </a:lnTo>
                  <a:lnTo>
                    <a:pt x="92547" y="444267"/>
                  </a:lnTo>
                  <a:lnTo>
                    <a:pt x="96439" y="429672"/>
                  </a:lnTo>
                  <a:lnTo>
                    <a:pt x="120666" y="436158"/>
                  </a:lnTo>
                  <a:cubicBezTo>
                    <a:pt x="122353" y="436612"/>
                    <a:pt x="124039" y="436839"/>
                    <a:pt x="125758" y="436937"/>
                  </a:cubicBezTo>
                  <a:lnTo>
                    <a:pt x="116547" y="471348"/>
                  </a:lnTo>
                  <a:close/>
                  <a:moveTo>
                    <a:pt x="145348" y="385303"/>
                  </a:moveTo>
                  <a:cubicBezTo>
                    <a:pt x="147359" y="388806"/>
                    <a:pt x="147910" y="392860"/>
                    <a:pt x="146840" y="396752"/>
                  </a:cubicBezTo>
                  <a:lnTo>
                    <a:pt x="141683" y="416018"/>
                  </a:lnTo>
                  <a:lnTo>
                    <a:pt x="141683" y="416018"/>
                  </a:lnTo>
                  <a:cubicBezTo>
                    <a:pt x="140645" y="419909"/>
                    <a:pt x="138148" y="423153"/>
                    <a:pt x="134645" y="425196"/>
                  </a:cubicBezTo>
                  <a:cubicBezTo>
                    <a:pt x="131142" y="427239"/>
                    <a:pt x="127088" y="427758"/>
                    <a:pt x="123196" y="426688"/>
                  </a:cubicBezTo>
                  <a:lnTo>
                    <a:pt x="26805" y="400871"/>
                  </a:lnTo>
                  <a:cubicBezTo>
                    <a:pt x="22913" y="399833"/>
                    <a:pt x="19670" y="397336"/>
                    <a:pt x="17627" y="393833"/>
                  </a:cubicBezTo>
                  <a:cubicBezTo>
                    <a:pt x="15616" y="390331"/>
                    <a:pt x="15065" y="386276"/>
                    <a:pt x="16102" y="382384"/>
                  </a:cubicBezTo>
                  <a:lnTo>
                    <a:pt x="21259" y="363119"/>
                  </a:lnTo>
                  <a:cubicBezTo>
                    <a:pt x="22297" y="359228"/>
                    <a:pt x="24794" y="355984"/>
                    <a:pt x="28297" y="353973"/>
                  </a:cubicBezTo>
                  <a:cubicBezTo>
                    <a:pt x="30632" y="352644"/>
                    <a:pt x="33194" y="351930"/>
                    <a:pt x="35822" y="351930"/>
                  </a:cubicBezTo>
                  <a:cubicBezTo>
                    <a:pt x="37119" y="351930"/>
                    <a:pt x="38449" y="352092"/>
                    <a:pt x="39746" y="352449"/>
                  </a:cubicBezTo>
                  <a:lnTo>
                    <a:pt x="136137" y="378266"/>
                  </a:lnTo>
                  <a:cubicBezTo>
                    <a:pt x="140029" y="379303"/>
                    <a:pt x="143304" y="381801"/>
                    <a:pt x="145315" y="385303"/>
                  </a:cubicBezTo>
                  <a:close/>
                  <a:moveTo>
                    <a:pt x="229998" y="75309"/>
                  </a:moveTo>
                  <a:lnTo>
                    <a:pt x="229998" y="55363"/>
                  </a:lnTo>
                  <a:cubicBezTo>
                    <a:pt x="229998" y="30519"/>
                    <a:pt x="250204" y="10346"/>
                    <a:pt x="275015" y="10346"/>
                  </a:cubicBezTo>
                  <a:cubicBezTo>
                    <a:pt x="292593" y="10346"/>
                    <a:pt x="307999" y="20530"/>
                    <a:pt x="315394" y="35449"/>
                  </a:cubicBezTo>
                  <a:cubicBezTo>
                    <a:pt x="315815" y="36292"/>
                    <a:pt x="316172" y="37168"/>
                    <a:pt x="316529" y="38044"/>
                  </a:cubicBezTo>
                  <a:cubicBezTo>
                    <a:pt x="316723" y="38530"/>
                    <a:pt x="316983" y="39017"/>
                    <a:pt x="317145" y="39503"/>
                  </a:cubicBezTo>
                  <a:cubicBezTo>
                    <a:pt x="317469" y="40346"/>
                    <a:pt x="317729" y="41190"/>
                    <a:pt x="317988" y="42065"/>
                  </a:cubicBezTo>
                  <a:cubicBezTo>
                    <a:pt x="318150" y="42584"/>
                    <a:pt x="318345" y="43103"/>
                    <a:pt x="318507" y="43655"/>
                  </a:cubicBezTo>
                  <a:cubicBezTo>
                    <a:pt x="319253" y="46476"/>
                    <a:pt x="319740" y="49395"/>
                    <a:pt x="319934" y="52347"/>
                  </a:cubicBezTo>
                  <a:cubicBezTo>
                    <a:pt x="319934" y="53190"/>
                    <a:pt x="319869" y="56790"/>
                    <a:pt x="319837" y="61104"/>
                  </a:cubicBezTo>
                  <a:lnTo>
                    <a:pt x="319837" y="65936"/>
                  </a:lnTo>
                  <a:cubicBezTo>
                    <a:pt x="319837" y="65936"/>
                    <a:pt x="319837" y="65936"/>
                    <a:pt x="319837" y="65936"/>
                  </a:cubicBezTo>
                  <a:cubicBezTo>
                    <a:pt x="319837" y="70996"/>
                    <a:pt x="319837" y="76055"/>
                    <a:pt x="319967" y="78520"/>
                  </a:cubicBezTo>
                  <a:cubicBezTo>
                    <a:pt x="320097" y="81666"/>
                    <a:pt x="317729" y="89547"/>
                    <a:pt x="316075" y="93861"/>
                  </a:cubicBezTo>
                  <a:cubicBezTo>
                    <a:pt x="308810" y="109980"/>
                    <a:pt x="292691" y="120391"/>
                    <a:pt x="275015" y="120391"/>
                  </a:cubicBezTo>
                  <a:cubicBezTo>
                    <a:pt x="250171" y="120391"/>
                    <a:pt x="229998" y="100185"/>
                    <a:pt x="229998" y="75374"/>
                  </a:cubicBezTo>
                  <a:close/>
                  <a:moveTo>
                    <a:pt x="393946" y="167386"/>
                  </a:moveTo>
                  <a:lnTo>
                    <a:pt x="365859" y="139299"/>
                  </a:lnTo>
                  <a:cubicBezTo>
                    <a:pt x="353632" y="127072"/>
                    <a:pt x="337383" y="120326"/>
                    <a:pt x="320097" y="120326"/>
                  </a:cubicBezTo>
                  <a:lnTo>
                    <a:pt x="306085" y="120326"/>
                  </a:lnTo>
                  <a:cubicBezTo>
                    <a:pt x="314194" y="114715"/>
                    <a:pt x="320842" y="106964"/>
                    <a:pt x="325091" y="97526"/>
                  </a:cubicBezTo>
                  <a:cubicBezTo>
                    <a:pt x="325902" y="95353"/>
                    <a:pt x="329989" y="84293"/>
                    <a:pt x="329697" y="78001"/>
                  </a:cubicBezTo>
                  <a:cubicBezTo>
                    <a:pt x="329599" y="75763"/>
                    <a:pt x="329567" y="70931"/>
                    <a:pt x="329599" y="66033"/>
                  </a:cubicBezTo>
                  <a:lnTo>
                    <a:pt x="457061" y="68174"/>
                  </a:lnTo>
                  <a:lnTo>
                    <a:pt x="393946" y="167322"/>
                  </a:lnTo>
                  <a:close/>
                  <a:moveTo>
                    <a:pt x="329664" y="56369"/>
                  </a:moveTo>
                  <a:cubicBezTo>
                    <a:pt x="329664" y="53968"/>
                    <a:pt x="329697" y="52347"/>
                    <a:pt x="329697" y="52282"/>
                  </a:cubicBezTo>
                  <a:lnTo>
                    <a:pt x="329697" y="52087"/>
                  </a:lnTo>
                  <a:cubicBezTo>
                    <a:pt x="329697" y="52087"/>
                    <a:pt x="329697" y="51893"/>
                    <a:pt x="329697" y="51893"/>
                  </a:cubicBezTo>
                  <a:cubicBezTo>
                    <a:pt x="329697" y="51568"/>
                    <a:pt x="329632" y="51276"/>
                    <a:pt x="329599" y="50952"/>
                  </a:cubicBezTo>
                  <a:cubicBezTo>
                    <a:pt x="329502" y="49720"/>
                    <a:pt x="329372" y="48487"/>
                    <a:pt x="329178" y="47255"/>
                  </a:cubicBezTo>
                  <a:cubicBezTo>
                    <a:pt x="329113" y="46736"/>
                    <a:pt x="329016" y="46217"/>
                    <a:pt x="328918" y="45698"/>
                  </a:cubicBezTo>
                  <a:cubicBezTo>
                    <a:pt x="328724" y="44498"/>
                    <a:pt x="328464" y="43330"/>
                    <a:pt x="328172" y="42130"/>
                  </a:cubicBezTo>
                  <a:cubicBezTo>
                    <a:pt x="328075" y="41774"/>
                    <a:pt x="328010" y="41449"/>
                    <a:pt x="327913" y="41092"/>
                  </a:cubicBezTo>
                  <a:cubicBezTo>
                    <a:pt x="327556" y="39730"/>
                    <a:pt x="327134" y="38368"/>
                    <a:pt x="326680" y="37038"/>
                  </a:cubicBezTo>
                  <a:lnTo>
                    <a:pt x="567009" y="10768"/>
                  </a:lnTo>
                  <a:lnTo>
                    <a:pt x="569311" y="60293"/>
                  </a:lnTo>
                  <a:lnTo>
                    <a:pt x="329632" y="56271"/>
                  </a:lnTo>
                  <a:close/>
                </a:path>
              </a:pathLst>
            </a:custGeom>
            <a:grpFill/>
            <a:ln w="3243" cap="flat">
              <a:noFill/>
              <a:prstDash val="solid"/>
              <a:miter/>
            </a:ln>
          </p:spPr>
          <p:txBody>
            <a:bodyPr rtlCol="0" anchor="ctr"/>
            <a:lstStyle/>
            <a:p>
              <a:endParaRPr lang="en-US"/>
            </a:p>
          </p:txBody>
        </p:sp>
        <p:sp>
          <p:nvSpPr>
            <p:cNvPr id="391" name="Freeform: Shape 801"/>
            <p:cNvSpPr/>
            <p:nvPr/>
          </p:nvSpPr>
          <p:spPr>
            <a:xfrm rot="21434400">
              <a:off x="3721947" y="6503322"/>
              <a:ext cx="9729" cy="59936"/>
            </a:xfrm>
            <a:custGeom>
              <a:avLst/>
              <a:gdLst>
                <a:gd name="connsiteX0" fmla="*/ 0 w 9729"/>
                <a:gd name="connsiteY0" fmla="*/ 0 h 59936"/>
                <a:gd name="connsiteX1" fmla="*/ 9730 w 9729"/>
                <a:gd name="connsiteY1" fmla="*/ 0 h 59936"/>
                <a:gd name="connsiteX2" fmla="*/ 9730 w 9729"/>
                <a:gd name="connsiteY2" fmla="*/ 59936 h 59936"/>
                <a:gd name="connsiteX3" fmla="*/ 0 w 9729"/>
                <a:gd name="connsiteY3" fmla="*/ 59936 h 59936"/>
              </a:gdLst>
              <a:ahLst/>
              <a:cxnLst>
                <a:cxn ang="0">
                  <a:pos x="connsiteX0" y="connsiteY0"/>
                </a:cxn>
                <a:cxn ang="0">
                  <a:pos x="connsiteX1" y="connsiteY1"/>
                </a:cxn>
                <a:cxn ang="0">
                  <a:pos x="connsiteX2" y="connsiteY2"/>
                </a:cxn>
                <a:cxn ang="0">
                  <a:pos x="connsiteX3" y="connsiteY3"/>
                </a:cxn>
              </a:cxnLst>
              <a:rect l="l" t="t" r="r" b="b"/>
              <a:pathLst>
                <a:path w="9729" h="59936">
                  <a:moveTo>
                    <a:pt x="0" y="0"/>
                  </a:moveTo>
                  <a:lnTo>
                    <a:pt x="9730" y="0"/>
                  </a:lnTo>
                  <a:lnTo>
                    <a:pt x="9730" y="59936"/>
                  </a:lnTo>
                  <a:lnTo>
                    <a:pt x="0" y="59936"/>
                  </a:lnTo>
                  <a:close/>
                </a:path>
              </a:pathLst>
            </a:custGeom>
            <a:grpFill/>
            <a:ln w="3243" cap="flat">
              <a:noFill/>
              <a:prstDash val="solid"/>
              <a:miter/>
            </a:ln>
          </p:spPr>
          <p:txBody>
            <a:bodyPr rtlCol="0" anchor="ctr"/>
            <a:lstStyle/>
            <a:p>
              <a:endParaRPr lang="en-US"/>
            </a:p>
          </p:txBody>
        </p:sp>
        <p:sp>
          <p:nvSpPr>
            <p:cNvPr id="393" name="Freeform: Shape 1082"/>
            <p:cNvSpPr/>
            <p:nvPr/>
          </p:nvSpPr>
          <p:spPr>
            <a:xfrm>
              <a:off x="3422625" y="6566461"/>
              <a:ext cx="211592" cy="560376"/>
            </a:xfrm>
            <a:custGeom>
              <a:avLst/>
              <a:gdLst>
                <a:gd name="connsiteX0" fmla="*/ 211593 w 211592"/>
                <a:gd name="connsiteY0" fmla="*/ 616 h 560376"/>
                <a:gd name="connsiteX1" fmla="*/ 129602 w 211592"/>
                <a:gd name="connsiteY1" fmla="*/ 158143 h 560376"/>
                <a:gd name="connsiteX2" fmla="*/ 95612 w 211592"/>
                <a:gd name="connsiteY2" fmla="*/ 182209 h 560376"/>
                <a:gd name="connsiteX3" fmla="*/ 56174 w 211592"/>
                <a:gd name="connsiteY3" fmla="*/ 169170 h 560376"/>
                <a:gd name="connsiteX4" fmla="*/ 42584 w 211592"/>
                <a:gd name="connsiteY4" fmla="*/ 155581 h 560376"/>
                <a:gd name="connsiteX5" fmla="*/ 42584 w 211592"/>
                <a:gd name="connsiteY5" fmla="*/ 246685 h 560376"/>
                <a:gd name="connsiteX6" fmla="*/ 32465 w 211592"/>
                <a:gd name="connsiteY6" fmla="*/ 560377 h 560376"/>
                <a:gd name="connsiteX7" fmla="*/ 0 w 211592"/>
                <a:gd name="connsiteY7" fmla="*/ 560377 h 560376"/>
                <a:gd name="connsiteX8" fmla="*/ 324 w 211592"/>
                <a:gd name="connsiteY8" fmla="*/ 550647 h 560376"/>
                <a:gd name="connsiteX9" fmla="*/ 10152 w 211592"/>
                <a:gd name="connsiteY9" fmla="*/ 245907 h 560376"/>
                <a:gd name="connsiteX10" fmla="*/ 10152 w 211592"/>
                <a:gd name="connsiteY10" fmla="*/ 102261 h 560376"/>
                <a:gd name="connsiteX11" fmla="*/ 36228 w 211592"/>
                <a:gd name="connsiteY11" fmla="*/ 103364 h 560376"/>
                <a:gd name="connsiteX12" fmla="*/ 79104 w 211592"/>
                <a:gd name="connsiteY12" fmla="*/ 146241 h 560376"/>
                <a:gd name="connsiteX13" fmla="*/ 90845 w 211592"/>
                <a:gd name="connsiteY13" fmla="*/ 150132 h 560376"/>
                <a:gd name="connsiteX14" fmla="*/ 100931 w 211592"/>
                <a:gd name="connsiteY14" fmla="*/ 142997 h 560376"/>
                <a:gd name="connsiteX15" fmla="*/ 175430 w 211592"/>
                <a:gd name="connsiteY15" fmla="*/ 0 h 560376"/>
                <a:gd name="connsiteX16" fmla="*/ 211593 w 211592"/>
                <a:gd name="connsiteY16" fmla="*/ 616 h 56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1592" h="560376">
                  <a:moveTo>
                    <a:pt x="211593" y="616"/>
                  </a:moveTo>
                  <a:lnTo>
                    <a:pt x="129602" y="158143"/>
                  </a:lnTo>
                  <a:cubicBezTo>
                    <a:pt x="122597" y="171311"/>
                    <a:pt x="110207" y="180035"/>
                    <a:pt x="95612" y="182209"/>
                  </a:cubicBezTo>
                  <a:cubicBezTo>
                    <a:pt x="80985" y="184382"/>
                    <a:pt x="66617" y="179614"/>
                    <a:pt x="56174" y="169170"/>
                  </a:cubicBezTo>
                  <a:lnTo>
                    <a:pt x="42584" y="155581"/>
                  </a:lnTo>
                  <a:lnTo>
                    <a:pt x="42584" y="246685"/>
                  </a:lnTo>
                  <a:cubicBezTo>
                    <a:pt x="42584" y="246685"/>
                    <a:pt x="32465" y="560377"/>
                    <a:pt x="32465" y="560377"/>
                  </a:cubicBezTo>
                  <a:lnTo>
                    <a:pt x="0" y="560377"/>
                  </a:lnTo>
                  <a:lnTo>
                    <a:pt x="324" y="550647"/>
                  </a:lnTo>
                  <a:lnTo>
                    <a:pt x="10152" y="245907"/>
                  </a:lnTo>
                  <a:lnTo>
                    <a:pt x="10152" y="102261"/>
                  </a:lnTo>
                  <a:lnTo>
                    <a:pt x="36228" y="103364"/>
                  </a:lnTo>
                  <a:lnTo>
                    <a:pt x="79104" y="146241"/>
                  </a:lnTo>
                  <a:cubicBezTo>
                    <a:pt x="82217" y="149354"/>
                    <a:pt x="86499" y="150781"/>
                    <a:pt x="90845" y="150132"/>
                  </a:cubicBezTo>
                  <a:cubicBezTo>
                    <a:pt x="95191" y="149484"/>
                    <a:pt x="98856" y="146889"/>
                    <a:pt x="100931" y="142997"/>
                  </a:cubicBezTo>
                  <a:lnTo>
                    <a:pt x="175430" y="0"/>
                  </a:lnTo>
                  <a:lnTo>
                    <a:pt x="211593" y="616"/>
                  </a:lnTo>
                  <a:close/>
                </a:path>
              </a:pathLst>
            </a:custGeom>
            <a:solidFill>
              <a:schemeClr val="tx2"/>
            </a:solidFill>
            <a:ln w="3243" cap="flat">
              <a:noFill/>
              <a:prstDash val="solid"/>
              <a:miter/>
            </a:ln>
          </p:spPr>
          <p:txBody>
            <a:bodyPr rtlCol="0" anchor="ctr"/>
            <a:lstStyle/>
            <a:p>
              <a:endParaRPr lang="en-US"/>
            </a:p>
          </p:txBody>
        </p:sp>
      </p:grpSp>
      <p:grpSp>
        <p:nvGrpSpPr>
          <p:cNvPr id="394" name="Group 1204"/>
          <p:cNvGrpSpPr/>
          <p:nvPr/>
        </p:nvGrpSpPr>
        <p:grpSpPr>
          <a:xfrm>
            <a:off x="839872" y="3661689"/>
            <a:ext cx="421047" cy="411261"/>
            <a:chOff x="3055487" y="1277023"/>
            <a:chExt cx="686685" cy="670725"/>
          </a:xfrm>
        </p:grpSpPr>
        <p:sp>
          <p:nvSpPr>
            <p:cNvPr id="395" name="Freeform: Shape 781"/>
            <p:cNvSpPr/>
            <p:nvPr/>
          </p:nvSpPr>
          <p:spPr>
            <a:xfrm>
              <a:off x="3386113" y="1515456"/>
              <a:ext cx="94594" cy="148574"/>
            </a:xfrm>
            <a:custGeom>
              <a:avLst/>
              <a:gdLst>
                <a:gd name="connsiteX0" fmla="*/ 48108 w 94594"/>
                <a:gd name="connsiteY0" fmla="*/ 58846 h 148574"/>
                <a:gd name="connsiteX1" fmla="*/ 20307 w 94594"/>
                <a:gd name="connsiteY1" fmla="*/ 42431 h 148574"/>
                <a:gd name="connsiteX2" fmla="*/ 47265 w 94594"/>
                <a:gd name="connsiteY2" fmla="*/ 26082 h 148574"/>
                <a:gd name="connsiteX3" fmla="*/ 75682 w 94594"/>
                <a:gd name="connsiteY3" fmla="*/ 35294 h 148574"/>
                <a:gd name="connsiteX4" fmla="*/ 82527 w 94594"/>
                <a:gd name="connsiteY4" fmla="*/ 28385 h 148574"/>
                <a:gd name="connsiteX5" fmla="*/ 52131 w 94594"/>
                <a:gd name="connsiteY5" fmla="*/ 16544 h 148574"/>
                <a:gd name="connsiteX6" fmla="*/ 52131 w 94594"/>
                <a:gd name="connsiteY6" fmla="*/ 0 h 148574"/>
                <a:gd name="connsiteX7" fmla="*/ 42399 w 94594"/>
                <a:gd name="connsiteY7" fmla="*/ 0 h 148574"/>
                <a:gd name="connsiteX8" fmla="*/ 42399 w 94594"/>
                <a:gd name="connsiteY8" fmla="*/ 16544 h 148574"/>
                <a:gd name="connsiteX9" fmla="*/ 10575 w 94594"/>
                <a:gd name="connsiteY9" fmla="*/ 42464 h 148574"/>
                <a:gd name="connsiteX10" fmla="*/ 46454 w 94594"/>
                <a:gd name="connsiteY10" fmla="*/ 68480 h 148574"/>
                <a:gd name="connsiteX11" fmla="*/ 84862 w 94594"/>
                <a:gd name="connsiteY11" fmla="*/ 95535 h 148574"/>
                <a:gd name="connsiteX12" fmla="*/ 47297 w 94594"/>
                <a:gd name="connsiteY12" fmla="*/ 122493 h 148574"/>
                <a:gd name="connsiteX13" fmla="*/ 9732 w 94594"/>
                <a:gd name="connsiteY13" fmla="*/ 95535 h 148574"/>
                <a:gd name="connsiteX14" fmla="*/ 0 w 94594"/>
                <a:gd name="connsiteY14" fmla="*/ 95535 h 148574"/>
                <a:gd name="connsiteX15" fmla="*/ 42431 w 94594"/>
                <a:gd name="connsiteY15" fmla="*/ 132030 h 148574"/>
                <a:gd name="connsiteX16" fmla="*/ 42431 w 94594"/>
                <a:gd name="connsiteY16" fmla="*/ 148574 h 148574"/>
                <a:gd name="connsiteX17" fmla="*/ 52163 w 94594"/>
                <a:gd name="connsiteY17" fmla="*/ 148574 h 148574"/>
                <a:gd name="connsiteX18" fmla="*/ 52163 w 94594"/>
                <a:gd name="connsiteY18" fmla="*/ 132030 h 148574"/>
                <a:gd name="connsiteX19" fmla="*/ 94594 w 94594"/>
                <a:gd name="connsiteY19" fmla="*/ 95535 h 148574"/>
                <a:gd name="connsiteX20" fmla="*/ 48108 w 94594"/>
                <a:gd name="connsiteY20" fmla="*/ 58911 h 14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594" h="148574">
                  <a:moveTo>
                    <a:pt x="48108" y="58846"/>
                  </a:moveTo>
                  <a:cubicBezTo>
                    <a:pt x="37727" y="57062"/>
                    <a:pt x="20307" y="52552"/>
                    <a:pt x="20307" y="42431"/>
                  </a:cubicBezTo>
                  <a:cubicBezTo>
                    <a:pt x="20307" y="31564"/>
                    <a:pt x="29390" y="26082"/>
                    <a:pt x="47265" y="26082"/>
                  </a:cubicBezTo>
                  <a:cubicBezTo>
                    <a:pt x="65139" y="26082"/>
                    <a:pt x="75293" y="34905"/>
                    <a:pt x="75682" y="35294"/>
                  </a:cubicBezTo>
                  <a:lnTo>
                    <a:pt x="82527" y="28385"/>
                  </a:lnTo>
                  <a:cubicBezTo>
                    <a:pt x="82073" y="27931"/>
                    <a:pt x="71886" y="18004"/>
                    <a:pt x="52131" y="16544"/>
                  </a:cubicBezTo>
                  <a:lnTo>
                    <a:pt x="52131" y="0"/>
                  </a:lnTo>
                  <a:lnTo>
                    <a:pt x="42399" y="0"/>
                  </a:lnTo>
                  <a:lnTo>
                    <a:pt x="42399" y="16544"/>
                  </a:lnTo>
                  <a:cubicBezTo>
                    <a:pt x="13819" y="18264"/>
                    <a:pt x="10575" y="35035"/>
                    <a:pt x="10575" y="42464"/>
                  </a:cubicBezTo>
                  <a:cubicBezTo>
                    <a:pt x="10575" y="55634"/>
                    <a:pt x="22643" y="64393"/>
                    <a:pt x="46454" y="68480"/>
                  </a:cubicBezTo>
                  <a:cubicBezTo>
                    <a:pt x="73022" y="73087"/>
                    <a:pt x="84862" y="81424"/>
                    <a:pt x="84862" y="95535"/>
                  </a:cubicBezTo>
                  <a:cubicBezTo>
                    <a:pt x="84862" y="110393"/>
                    <a:pt x="67994" y="122493"/>
                    <a:pt x="47297" y="122493"/>
                  </a:cubicBezTo>
                  <a:cubicBezTo>
                    <a:pt x="26600" y="122493"/>
                    <a:pt x="9732" y="110393"/>
                    <a:pt x="9732" y="95535"/>
                  </a:cubicBezTo>
                  <a:lnTo>
                    <a:pt x="0" y="95535"/>
                  </a:lnTo>
                  <a:cubicBezTo>
                    <a:pt x="0" y="114512"/>
                    <a:pt x="18653" y="130148"/>
                    <a:pt x="42431" y="132030"/>
                  </a:cubicBezTo>
                  <a:lnTo>
                    <a:pt x="42431" y="148574"/>
                  </a:lnTo>
                  <a:lnTo>
                    <a:pt x="52163" y="148574"/>
                  </a:lnTo>
                  <a:lnTo>
                    <a:pt x="52163" y="132030"/>
                  </a:lnTo>
                  <a:cubicBezTo>
                    <a:pt x="75974" y="130148"/>
                    <a:pt x="94594" y="114480"/>
                    <a:pt x="94594" y="95535"/>
                  </a:cubicBezTo>
                  <a:cubicBezTo>
                    <a:pt x="94594" y="66956"/>
                    <a:pt x="60825" y="61117"/>
                    <a:pt x="48108" y="58911"/>
                  </a:cubicBezTo>
                  <a:close/>
                </a:path>
              </a:pathLst>
            </a:custGeom>
            <a:solidFill>
              <a:srgbClr val="000000"/>
            </a:solidFill>
            <a:ln w="3242" cap="flat">
              <a:noFill/>
              <a:prstDash val="solid"/>
              <a:miter/>
            </a:ln>
          </p:spPr>
          <p:txBody>
            <a:bodyPr rtlCol="0" anchor="ctr"/>
            <a:lstStyle/>
            <a:p>
              <a:endParaRPr lang="en-US"/>
            </a:p>
          </p:txBody>
        </p:sp>
        <p:sp>
          <p:nvSpPr>
            <p:cNvPr id="396" name="Freeform: Shape 782"/>
            <p:cNvSpPr/>
            <p:nvPr/>
          </p:nvSpPr>
          <p:spPr>
            <a:xfrm>
              <a:off x="3055487" y="1277023"/>
              <a:ext cx="552546" cy="434303"/>
            </a:xfrm>
            <a:custGeom>
              <a:avLst/>
              <a:gdLst>
                <a:gd name="connsiteX0" fmla="*/ 216536 w 552546"/>
                <a:gd name="connsiteY0" fmla="*/ 391840 h 434303"/>
                <a:gd name="connsiteX1" fmla="*/ 218741 w 552546"/>
                <a:gd name="connsiteY1" fmla="*/ 391840 h 434303"/>
                <a:gd name="connsiteX2" fmla="*/ 264449 w 552546"/>
                <a:gd name="connsiteY2" fmla="*/ 356351 h 434303"/>
                <a:gd name="connsiteX3" fmla="*/ 377923 w 552546"/>
                <a:gd name="connsiteY3" fmla="*/ 434304 h 434303"/>
                <a:gd name="connsiteX4" fmla="*/ 499508 w 552546"/>
                <a:gd name="connsiteY4" fmla="*/ 312720 h 434303"/>
                <a:gd name="connsiteX5" fmla="*/ 497561 w 552546"/>
                <a:gd name="connsiteY5" fmla="*/ 291277 h 434303"/>
                <a:gd name="connsiteX6" fmla="*/ 537073 w 552546"/>
                <a:gd name="connsiteY6" fmla="*/ 306978 h 434303"/>
                <a:gd name="connsiteX7" fmla="*/ 552547 w 552546"/>
                <a:gd name="connsiteY7" fmla="*/ 291504 h 434303"/>
                <a:gd name="connsiteX8" fmla="*/ 552547 w 552546"/>
                <a:gd name="connsiteY8" fmla="*/ 129500 h 434303"/>
                <a:gd name="connsiteX9" fmla="*/ 327253 w 552546"/>
                <a:gd name="connsiteY9" fmla="*/ 746 h 434303"/>
                <a:gd name="connsiteX10" fmla="*/ 325955 w 552546"/>
                <a:gd name="connsiteY10" fmla="*/ 0 h 434303"/>
                <a:gd name="connsiteX11" fmla="*/ 75033 w 552546"/>
                <a:gd name="connsiteY11" fmla="*/ 20924 h 434303"/>
                <a:gd name="connsiteX12" fmla="*/ 75033 w 552546"/>
                <a:gd name="connsiteY12" fmla="*/ 130 h 434303"/>
                <a:gd name="connsiteX13" fmla="*/ 0 w 552546"/>
                <a:gd name="connsiteY13" fmla="*/ 130 h 434303"/>
                <a:gd name="connsiteX14" fmla="*/ 0 w 552546"/>
                <a:gd name="connsiteY14" fmla="*/ 253939 h 434303"/>
                <a:gd name="connsiteX15" fmla="*/ 75033 w 552546"/>
                <a:gd name="connsiteY15" fmla="*/ 253939 h 434303"/>
                <a:gd name="connsiteX16" fmla="*/ 75033 w 552546"/>
                <a:gd name="connsiteY16" fmla="*/ 230193 h 434303"/>
                <a:gd name="connsiteX17" fmla="*/ 216536 w 552546"/>
                <a:gd name="connsiteY17" fmla="*/ 391905 h 434303"/>
                <a:gd name="connsiteX18" fmla="*/ 377923 w 552546"/>
                <a:gd name="connsiteY18" fmla="*/ 424539 h 434303"/>
                <a:gd name="connsiteX19" fmla="*/ 266071 w 552546"/>
                <a:gd name="connsiteY19" fmla="*/ 312687 h 434303"/>
                <a:gd name="connsiteX20" fmla="*/ 377923 w 552546"/>
                <a:gd name="connsiteY20" fmla="*/ 200802 h 434303"/>
                <a:gd name="connsiteX21" fmla="*/ 489776 w 552546"/>
                <a:gd name="connsiteY21" fmla="*/ 312687 h 434303"/>
                <a:gd name="connsiteX22" fmla="*/ 377923 w 552546"/>
                <a:gd name="connsiteY22" fmla="*/ 424539 h 434303"/>
                <a:gd name="connsiteX23" fmla="*/ 377923 w 552546"/>
                <a:gd name="connsiteY23" fmla="*/ 191070 h 434303"/>
                <a:gd name="connsiteX24" fmla="*/ 256599 w 552546"/>
                <a:gd name="connsiteY24" fmla="*/ 304772 h 434303"/>
                <a:gd name="connsiteX25" fmla="*/ 238368 w 552546"/>
                <a:gd name="connsiteY25" fmla="*/ 250078 h 434303"/>
                <a:gd name="connsiteX26" fmla="*/ 245667 w 552546"/>
                <a:gd name="connsiteY26" fmla="*/ 169336 h 434303"/>
                <a:gd name="connsiteX27" fmla="*/ 309865 w 552546"/>
                <a:gd name="connsiteY27" fmla="*/ 119833 h 434303"/>
                <a:gd name="connsiteX28" fmla="*/ 338509 w 552546"/>
                <a:gd name="connsiteY28" fmla="*/ 121779 h 434303"/>
                <a:gd name="connsiteX29" fmla="*/ 479168 w 552546"/>
                <a:gd name="connsiteY29" fmla="*/ 178030 h 434303"/>
                <a:gd name="connsiteX30" fmla="*/ 479168 w 552546"/>
                <a:gd name="connsiteY30" fmla="*/ 245472 h 434303"/>
                <a:gd name="connsiteX31" fmla="*/ 377923 w 552546"/>
                <a:gd name="connsiteY31" fmla="*/ 191103 h 434303"/>
                <a:gd name="connsiteX32" fmla="*/ 323749 w 552546"/>
                <a:gd name="connsiteY32" fmla="*/ 9894 h 434303"/>
                <a:gd name="connsiteX33" fmla="*/ 542847 w 552546"/>
                <a:gd name="connsiteY33" fmla="*/ 135079 h 434303"/>
                <a:gd name="connsiteX34" fmla="*/ 542847 w 552546"/>
                <a:gd name="connsiteY34" fmla="*/ 291439 h 434303"/>
                <a:gd name="connsiteX35" fmla="*/ 537106 w 552546"/>
                <a:gd name="connsiteY35" fmla="*/ 297181 h 434303"/>
                <a:gd name="connsiteX36" fmla="*/ 488900 w 552546"/>
                <a:gd name="connsiteY36" fmla="*/ 248975 h 434303"/>
                <a:gd name="connsiteX37" fmla="*/ 488900 w 552546"/>
                <a:gd name="connsiteY37" fmla="*/ 171412 h 434303"/>
                <a:gd name="connsiteX38" fmla="*/ 342142 w 552546"/>
                <a:gd name="connsiteY38" fmla="*/ 112696 h 434303"/>
                <a:gd name="connsiteX39" fmla="*/ 307529 w 552546"/>
                <a:gd name="connsiteY39" fmla="*/ 110360 h 434303"/>
                <a:gd name="connsiteX40" fmla="*/ 237167 w 552546"/>
                <a:gd name="connsiteY40" fmla="*/ 164632 h 434303"/>
                <a:gd name="connsiteX41" fmla="*/ 229187 w 552546"/>
                <a:gd name="connsiteY41" fmla="*/ 253128 h 434303"/>
                <a:gd name="connsiteX42" fmla="*/ 253355 w 552546"/>
                <a:gd name="connsiteY42" fmla="*/ 325631 h 434303"/>
                <a:gd name="connsiteX43" fmla="*/ 256372 w 552546"/>
                <a:gd name="connsiteY43" fmla="*/ 344510 h 434303"/>
                <a:gd name="connsiteX44" fmla="*/ 220948 w 552546"/>
                <a:gd name="connsiteY44" fmla="*/ 382043 h 434303"/>
                <a:gd name="connsiteX45" fmla="*/ 75098 w 552546"/>
                <a:gd name="connsiteY45" fmla="*/ 215368 h 434303"/>
                <a:gd name="connsiteX46" fmla="*/ 75098 w 552546"/>
                <a:gd name="connsiteY46" fmla="*/ 30656 h 434303"/>
                <a:gd name="connsiteX47" fmla="*/ 323814 w 552546"/>
                <a:gd name="connsiteY47" fmla="*/ 9927 h 434303"/>
                <a:gd name="connsiteX48" fmla="*/ 65301 w 552546"/>
                <a:gd name="connsiteY48" fmla="*/ 244142 h 434303"/>
                <a:gd name="connsiteX49" fmla="*/ 9732 w 552546"/>
                <a:gd name="connsiteY49" fmla="*/ 244142 h 434303"/>
                <a:gd name="connsiteX50" fmla="*/ 9732 w 552546"/>
                <a:gd name="connsiteY50" fmla="*/ 9797 h 434303"/>
                <a:gd name="connsiteX51" fmla="*/ 65301 w 552546"/>
                <a:gd name="connsiteY51" fmla="*/ 9797 h 434303"/>
                <a:gd name="connsiteX52" fmla="*/ 65301 w 552546"/>
                <a:gd name="connsiteY52" fmla="*/ 244142 h 43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52546" h="434303">
                  <a:moveTo>
                    <a:pt x="216536" y="391840"/>
                  </a:moveTo>
                  <a:lnTo>
                    <a:pt x="218741" y="391840"/>
                  </a:lnTo>
                  <a:cubicBezTo>
                    <a:pt x="240671" y="391840"/>
                    <a:pt x="259129" y="376820"/>
                    <a:pt x="264449" y="356351"/>
                  </a:cubicBezTo>
                  <a:cubicBezTo>
                    <a:pt x="282031" y="401896"/>
                    <a:pt x="326247" y="434304"/>
                    <a:pt x="377923" y="434304"/>
                  </a:cubicBezTo>
                  <a:cubicBezTo>
                    <a:pt x="444977" y="434304"/>
                    <a:pt x="499508" y="379773"/>
                    <a:pt x="499508" y="312720"/>
                  </a:cubicBezTo>
                  <a:cubicBezTo>
                    <a:pt x="499508" y="305388"/>
                    <a:pt x="498827" y="298251"/>
                    <a:pt x="497561" y="291277"/>
                  </a:cubicBezTo>
                  <a:cubicBezTo>
                    <a:pt x="507910" y="300976"/>
                    <a:pt x="521794" y="306978"/>
                    <a:pt x="537073" y="306978"/>
                  </a:cubicBezTo>
                  <a:cubicBezTo>
                    <a:pt x="545605" y="306978"/>
                    <a:pt x="552547" y="300036"/>
                    <a:pt x="552547" y="291504"/>
                  </a:cubicBezTo>
                  <a:lnTo>
                    <a:pt x="552547" y="129500"/>
                  </a:lnTo>
                  <a:lnTo>
                    <a:pt x="327253" y="746"/>
                  </a:lnTo>
                  <a:lnTo>
                    <a:pt x="325955" y="0"/>
                  </a:lnTo>
                  <a:lnTo>
                    <a:pt x="75033" y="20924"/>
                  </a:lnTo>
                  <a:lnTo>
                    <a:pt x="75033" y="130"/>
                  </a:lnTo>
                  <a:lnTo>
                    <a:pt x="0" y="130"/>
                  </a:lnTo>
                  <a:lnTo>
                    <a:pt x="0" y="253939"/>
                  </a:lnTo>
                  <a:lnTo>
                    <a:pt x="75033" y="253939"/>
                  </a:lnTo>
                  <a:lnTo>
                    <a:pt x="75033" y="230193"/>
                  </a:lnTo>
                  <a:lnTo>
                    <a:pt x="216536" y="391905"/>
                  </a:lnTo>
                  <a:close/>
                  <a:moveTo>
                    <a:pt x="377923" y="424539"/>
                  </a:moveTo>
                  <a:cubicBezTo>
                    <a:pt x="316256" y="424539"/>
                    <a:pt x="266071" y="374355"/>
                    <a:pt x="266071" y="312687"/>
                  </a:cubicBezTo>
                  <a:cubicBezTo>
                    <a:pt x="266071" y="251019"/>
                    <a:pt x="316256" y="200802"/>
                    <a:pt x="377923" y="200802"/>
                  </a:cubicBezTo>
                  <a:cubicBezTo>
                    <a:pt x="439592" y="200802"/>
                    <a:pt x="489776" y="250987"/>
                    <a:pt x="489776" y="312687"/>
                  </a:cubicBezTo>
                  <a:cubicBezTo>
                    <a:pt x="489776" y="374388"/>
                    <a:pt x="439592" y="424539"/>
                    <a:pt x="377923" y="424539"/>
                  </a:cubicBezTo>
                  <a:close/>
                  <a:moveTo>
                    <a:pt x="377923" y="191070"/>
                  </a:moveTo>
                  <a:cubicBezTo>
                    <a:pt x="313531" y="191070"/>
                    <a:pt x="260719" y="241384"/>
                    <a:pt x="256599" y="304772"/>
                  </a:cubicBezTo>
                  <a:lnTo>
                    <a:pt x="238368" y="250078"/>
                  </a:lnTo>
                  <a:cubicBezTo>
                    <a:pt x="229349" y="223023"/>
                    <a:pt x="231944" y="194347"/>
                    <a:pt x="245667" y="169336"/>
                  </a:cubicBezTo>
                  <a:cubicBezTo>
                    <a:pt x="259389" y="144325"/>
                    <a:pt x="282194" y="126742"/>
                    <a:pt x="309865" y="119833"/>
                  </a:cubicBezTo>
                  <a:cubicBezTo>
                    <a:pt x="319435" y="117432"/>
                    <a:pt x="329361" y="118113"/>
                    <a:pt x="338509" y="121779"/>
                  </a:cubicBezTo>
                  <a:lnTo>
                    <a:pt x="479168" y="178030"/>
                  </a:lnTo>
                  <a:lnTo>
                    <a:pt x="479168" y="245472"/>
                  </a:lnTo>
                  <a:cubicBezTo>
                    <a:pt x="457369" y="212740"/>
                    <a:pt x="420128" y="191103"/>
                    <a:pt x="377923" y="191103"/>
                  </a:cubicBezTo>
                  <a:close/>
                  <a:moveTo>
                    <a:pt x="323749" y="9894"/>
                  </a:moveTo>
                  <a:lnTo>
                    <a:pt x="542847" y="135079"/>
                  </a:lnTo>
                  <a:lnTo>
                    <a:pt x="542847" y="291439"/>
                  </a:lnTo>
                  <a:cubicBezTo>
                    <a:pt x="542847" y="294618"/>
                    <a:pt x="540285" y="297181"/>
                    <a:pt x="537106" y="297181"/>
                  </a:cubicBezTo>
                  <a:cubicBezTo>
                    <a:pt x="510537" y="297181"/>
                    <a:pt x="488900" y="275576"/>
                    <a:pt x="488900" y="248975"/>
                  </a:cubicBezTo>
                  <a:lnTo>
                    <a:pt x="488900" y="171412"/>
                  </a:lnTo>
                  <a:lnTo>
                    <a:pt x="342142" y="112696"/>
                  </a:lnTo>
                  <a:cubicBezTo>
                    <a:pt x="331080" y="108252"/>
                    <a:pt x="319078" y="107441"/>
                    <a:pt x="307529" y="110360"/>
                  </a:cubicBezTo>
                  <a:cubicBezTo>
                    <a:pt x="277652" y="117821"/>
                    <a:pt x="251992" y="137610"/>
                    <a:pt x="237167" y="164632"/>
                  </a:cubicBezTo>
                  <a:cubicBezTo>
                    <a:pt x="222342" y="191654"/>
                    <a:pt x="219423" y="223899"/>
                    <a:pt x="229187" y="253128"/>
                  </a:cubicBezTo>
                  <a:lnTo>
                    <a:pt x="253355" y="325631"/>
                  </a:lnTo>
                  <a:cubicBezTo>
                    <a:pt x="255366" y="331632"/>
                    <a:pt x="256372" y="337893"/>
                    <a:pt x="256372" y="344510"/>
                  </a:cubicBezTo>
                  <a:cubicBezTo>
                    <a:pt x="256372" y="364526"/>
                    <a:pt x="240671" y="380908"/>
                    <a:pt x="220948" y="382043"/>
                  </a:cubicBezTo>
                  <a:lnTo>
                    <a:pt x="75098" y="215368"/>
                  </a:lnTo>
                  <a:lnTo>
                    <a:pt x="75098" y="30656"/>
                  </a:lnTo>
                  <a:lnTo>
                    <a:pt x="323814" y="9927"/>
                  </a:lnTo>
                  <a:close/>
                  <a:moveTo>
                    <a:pt x="65301" y="244142"/>
                  </a:moveTo>
                  <a:lnTo>
                    <a:pt x="9732" y="244142"/>
                  </a:lnTo>
                  <a:lnTo>
                    <a:pt x="9732" y="9797"/>
                  </a:lnTo>
                  <a:lnTo>
                    <a:pt x="65301" y="9797"/>
                  </a:lnTo>
                  <a:lnTo>
                    <a:pt x="65301" y="244142"/>
                  </a:lnTo>
                  <a:close/>
                </a:path>
              </a:pathLst>
            </a:custGeom>
            <a:solidFill>
              <a:srgbClr val="000000"/>
            </a:solidFill>
            <a:ln w="3242" cap="flat">
              <a:noFill/>
              <a:prstDash val="solid"/>
              <a:miter/>
            </a:ln>
          </p:spPr>
          <p:txBody>
            <a:bodyPr rtlCol="0" anchor="ctr"/>
            <a:lstStyle/>
            <a:p>
              <a:endParaRPr lang="en-US"/>
            </a:p>
          </p:txBody>
        </p:sp>
        <p:sp>
          <p:nvSpPr>
            <p:cNvPr id="397" name="Freeform: Shape 783"/>
            <p:cNvSpPr/>
            <p:nvPr/>
          </p:nvSpPr>
          <p:spPr>
            <a:xfrm>
              <a:off x="3170194" y="1751747"/>
              <a:ext cx="389" cy="713"/>
            </a:xfrm>
            <a:custGeom>
              <a:avLst/>
              <a:gdLst>
                <a:gd name="connsiteX0" fmla="*/ 357 w 389"/>
                <a:gd name="connsiteY0" fmla="*/ 0 h 713"/>
                <a:gd name="connsiteX1" fmla="*/ 0 w 389"/>
                <a:gd name="connsiteY1" fmla="*/ 714 h 713"/>
                <a:gd name="connsiteX2" fmla="*/ 389 w 389"/>
                <a:gd name="connsiteY2" fmla="*/ 0 h 713"/>
                <a:gd name="connsiteX3" fmla="*/ 357 w 389"/>
                <a:gd name="connsiteY3" fmla="*/ 0 h 713"/>
              </a:gdLst>
              <a:ahLst/>
              <a:cxnLst>
                <a:cxn ang="0">
                  <a:pos x="connsiteX0" y="connsiteY0"/>
                </a:cxn>
                <a:cxn ang="0">
                  <a:pos x="connsiteX1" y="connsiteY1"/>
                </a:cxn>
                <a:cxn ang="0">
                  <a:pos x="connsiteX2" y="connsiteY2"/>
                </a:cxn>
                <a:cxn ang="0">
                  <a:pos x="connsiteX3" y="connsiteY3"/>
                </a:cxn>
              </a:cxnLst>
              <a:rect l="l" t="t" r="r" b="b"/>
              <a:pathLst>
                <a:path w="389" h="713">
                  <a:moveTo>
                    <a:pt x="357" y="0"/>
                  </a:moveTo>
                  <a:cubicBezTo>
                    <a:pt x="227" y="227"/>
                    <a:pt x="130" y="487"/>
                    <a:pt x="0" y="714"/>
                  </a:cubicBezTo>
                  <a:cubicBezTo>
                    <a:pt x="130" y="487"/>
                    <a:pt x="259" y="227"/>
                    <a:pt x="389" y="0"/>
                  </a:cubicBezTo>
                  <a:lnTo>
                    <a:pt x="357" y="0"/>
                  </a:lnTo>
                  <a:close/>
                </a:path>
              </a:pathLst>
            </a:custGeom>
            <a:solidFill>
              <a:srgbClr val="000000"/>
            </a:solidFill>
            <a:ln w="3242" cap="flat">
              <a:noFill/>
              <a:prstDash val="solid"/>
              <a:miter/>
            </a:ln>
          </p:spPr>
          <p:txBody>
            <a:bodyPr rtlCol="0" anchor="ctr"/>
            <a:lstStyle/>
            <a:p>
              <a:endParaRPr lang="en-US"/>
            </a:p>
          </p:txBody>
        </p:sp>
        <p:sp>
          <p:nvSpPr>
            <p:cNvPr id="398" name="Freeform: Shape 790"/>
            <p:cNvSpPr/>
            <p:nvPr/>
          </p:nvSpPr>
          <p:spPr>
            <a:xfrm>
              <a:off x="3167469" y="1773384"/>
              <a:ext cx="324" cy="973"/>
            </a:xfrm>
            <a:custGeom>
              <a:avLst/>
              <a:gdLst>
                <a:gd name="connsiteX0" fmla="*/ 324 w 324"/>
                <a:gd name="connsiteY0" fmla="*/ 973 h 973"/>
                <a:gd name="connsiteX1" fmla="*/ 0 w 324"/>
                <a:gd name="connsiteY1" fmla="*/ 0 h 973"/>
                <a:gd name="connsiteX2" fmla="*/ 324 w 324"/>
                <a:gd name="connsiteY2" fmla="*/ 973 h 973"/>
              </a:gdLst>
              <a:ahLst/>
              <a:cxnLst>
                <a:cxn ang="0">
                  <a:pos x="connsiteX0" y="connsiteY0"/>
                </a:cxn>
                <a:cxn ang="0">
                  <a:pos x="connsiteX1" y="connsiteY1"/>
                </a:cxn>
                <a:cxn ang="0">
                  <a:pos x="connsiteX2" y="connsiteY2"/>
                </a:cxn>
              </a:cxnLst>
              <a:rect l="l" t="t" r="r" b="b"/>
              <a:pathLst>
                <a:path w="324" h="973">
                  <a:moveTo>
                    <a:pt x="324" y="973"/>
                  </a:moveTo>
                  <a:cubicBezTo>
                    <a:pt x="195" y="584"/>
                    <a:pt x="97" y="227"/>
                    <a:pt x="0" y="0"/>
                  </a:cubicBezTo>
                  <a:cubicBezTo>
                    <a:pt x="65" y="259"/>
                    <a:pt x="195" y="584"/>
                    <a:pt x="324" y="973"/>
                  </a:cubicBezTo>
                  <a:close/>
                </a:path>
              </a:pathLst>
            </a:custGeom>
            <a:solidFill>
              <a:srgbClr val="000000"/>
            </a:solidFill>
            <a:ln w="3242" cap="flat">
              <a:noFill/>
              <a:prstDash val="solid"/>
              <a:miter/>
            </a:ln>
          </p:spPr>
          <p:txBody>
            <a:bodyPr rtlCol="0" anchor="ctr"/>
            <a:lstStyle/>
            <a:p>
              <a:endParaRPr lang="en-US"/>
            </a:p>
          </p:txBody>
        </p:sp>
        <p:sp>
          <p:nvSpPr>
            <p:cNvPr id="399" name="Freeform: Shape 791"/>
            <p:cNvSpPr/>
            <p:nvPr/>
          </p:nvSpPr>
          <p:spPr>
            <a:xfrm>
              <a:off x="3170551" y="1665976"/>
              <a:ext cx="571588" cy="218222"/>
            </a:xfrm>
            <a:custGeom>
              <a:avLst/>
              <a:gdLst>
                <a:gd name="connsiteX0" fmla="*/ 495356 w 571588"/>
                <a:gd name="connsiteY0" fmla="*/ 0 h 218222"/>
                <a:gd name="connsiteX1" fmla="*/ 495356 w 571588"/>
                <a:gd name="connsiteY1" fmla="*/ 19691 h 218222"/>
                <a:gd name="connsiteX2" fmla="*/ 408190 w 571588"/>
                <a:gd name="connsiteY2" fmla="*/ 27152 h 218222"/>
                <a:gd name="connsiteX3" fmla="*/ 395635 w 571588"/>
                <a:gd name="connsiteY3" fmla="*/ 30137 h 218222"/>
                <a:gd name="connsiteX4" fmla="*/ 384476 w 571588"/>
                <a:gd name="connsiteY4" fmla="*/ 33478 h 218222"/>
                <a:gd name="connsiteX5" fmla="*/ 321381 w 571588"/>
                <a:gd name="connsiteY5" fmla="*/ 67118 h 218222"/>
                <a:gd name="connsiteX6" fmla="*/ 315379 w 571588"/>
                <a:gd name="connsiteY6" fmla="*/ 72341 h 218222"/>
                <a:gd name="connsiteX7" fmla="*/ 307659 w 571588"/>
                <a:gd name="connsiteY7" fmla="*/ 79834 h 218222"/>
                <a:gd name="connsiteX8" fmla="*/ 200770 w 571588"/>
                <a:gd name="connsiteY8" fmla="*/ 79834 h 218222"/>
                <a:gd name="connsiteX9" fmla="*/ 165962 w 571588"/>
                <a:gd name="connsiteY9" fmla="*/ 114675 h 218222"/>
                <a:gd name="connsiteX10" fmla="*/ 168200 w 571588"/>
                <a:gd name="connsiteY10" fmla="*/ 126840 h 218222"/>
                <a:gd name="connsiteX11" fmla="*/ 168135 w 571588"/>
                <a:gd name="connsiteY11" fmla="*/ 126840 h 218222"/>
                <a:gd name="connsiteX12" fmla="*/ 45837 w 571588"/>
                <a:gd name="connsiteY12" fmla="*/ 69810 h 218222"/>
                <a:gd name="connsiteX13" fmla="*/ 19204 w 571588"/>
                <a:gd name="connsiteY13" fmla="*/ 68643 h 218222"/>
                <a:gd name="connsiteX14" fmla="*/ 0 w 571588"/>
                <a:gd name="connsiteY14" fmla="*/ 85771 h 218222"/>
                <a:gd name="connsiteX15" fmla="*/ 7818 w 571588"/>
                <a:gd name="connsiteY15" fmla="*/ 91967 h 218222"/>
                <a:gd name="connsiteX16" fmla="*/ 8370 w 571588"/>
                <a:gd name="connsiteY16" fmla="*/ 90734 h 218222"/>
                <a:gd name="connsiteX17" fmla="*/ 22513 w 571588"/>
                <a:gd name="connsiteY17" fmla="*/ 77791 h 218222"/>
                <a:gd name="connsiteX18" fmla="*/ 41718 w 571588"/>
                <a:gd name="connsiteY18" fmla="*/ 78634 h 218222"/>
                <a:gd name="connsiteX19" fmla="*/ 182182 w 571588"/>
                <a:gd name="connsiteY19" fmla="*/ 144098 h 218222"/>
                <a:gd name="connsiteX20" fmla="*/ 182571 w 571588"/>
                <a:gd name="connsiteY20" fmla="*/ 144260 h 218222"/>
                <a:gd name="connsiteX21" fmla="*/ 189870 w 571588"/>
                <a:gd name="connsiteY21" fmla="*/ 147698 h 218222"/>
                <a:gd name="connsiteX22" fmla="*/ 190130 w 571588"/>
                <a:gd name="connsiteY22" fmla="*/ 147828 h 218222"/>
                <a:gd name="connsiteX23" fmla="*/ 190227 w 571588"/>
                <a:gd name="connsiteY23" fmla="*/ 147860 h 218222"/>
                <a:gd name="connsiteX24" fmla="*/ 192692 w 571588"/>
                <a:gd name="connsiteY24" fmla="*/ 148996 h 218222"/>
                <a:gd name="connsiteX25" fmla="*/ 192887 w 571588"/>
                <a:gd name="connsiteY25" fmla="*/ 148574 h 218222"/>
                <a:gd name="connsiteX26" fmla="*/ 192919 w 571588"/>
                <a:gd name="connsiteY26" fmla="*/ 148574 h 218222"/>
                <a:gd name="connsiteX27" fmla="*/ 200770 w 571588"/>
                <a:gd name="connsiteY27" fmla="*/ 149482 h 218222"/>
                <a:gd name="connsiteX28" fmla="*/ 370462 w 571588"/>
                <a:gd name="connsiteY28" fmla="*/ 149482 h 218222"/>
                <a:gd name="connsiteX29" fmla="*/ 370462 w 571588"/>
                <a:gd name="connsiteY29" fmla="*/ 139751 h 218222"/>
                <a:gd name="connsiteX30" fmla="*/ 200770 w 571588"/>
                <a:gd name="connsiteY30" fmla="*/ 139751 h 218222"/>
                <a:gd name="connsiteX31" fmla="*/ 193568 w 571588"/>
                <a:gd name="connsiteY31" fmla="*/ 138680 h 218222"/>
                <a:gd name="connsiteX32" fmla="*/ 187145 w 571588"/>
                <a:gd name="connsiteY32" fmla="*/ 135696 h 218222"/>
                <a:gd name="connsiteX33" fmla="*/ 175694 w 571588"/>
                <a:gd name="connsiteY33" fmla="*/ 114675 h 218222"/>
                <a:gd name="connsiteX34" fmla="*/ 200770 w 571588"/>
                <a:gd name="connsiteY34" fmla="*/ 89566 h 218222"/>
                <a:gd name="connsiteX35" fmla="*/ 312817 w 571588"/>
                <a:gd name="connsiteY35" fmla="*/ 89566 h 218222"/>
                <a:gd name="connsiteX36" fmla="*/ 314277 w 571588"/>
                <a:gd name="connsiteY36" fmla="*/ 87879 h 218222"/>
                <a:gd name="connsiteX37" fmla="*/ 495356 w 571588"/>
                <a:gd name="connsiteY37" fmla="*/ 29455 h 218222"/>
                <a:gd name="connsiteX38" fmla="*/ 495356 w 571588"/>
                <a:gd name="connsiteY38" fmla="*/ 185750 h 218222"/>
                <a:gd name="connsiteX39" fmla="*/ 505087 w 571588"/>
                <a:gd name="connsiteY39" fmla="*/ 182506 h 218222"/>
                <a:gd name="connsiteX40" fmla="*/ 505087 w 571588"/>
                <a:gd name="connsiteY40" fmla="*/ 9732 h 218222"/>
                <a:gd name="connsiteX41" fmla="*/ 561857 w 571588"/>
                <a:gd name="connsiteY41" fmla="*/ 9732 h 218222"/>
                <a:gd name="connsiteX42" fmla="*/ 561857 w 571588"/>
                <a:gd name="connsiteY42" fmla="*/ 218222 h 218222"/>
                <a:gd name="connsiteX43" fmla="*/ 571589 w 571588"/>
                <a:gd name="connsiteY43" fmla="*/ 218222 h 218222"/>
                <a:gd name="connsiteX44" fmla="*/ 571589 w 571588"/>
                <a:gd name="connsiteY44" fmla="*/ 0 h 218222"/>
                <a:gd name="connsiteX45" fmla="*/ 495356 w 571588"/>
                <a:gd name="connsiteY45" fmla="*/ 0 h 21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71588" h="218222">
                  <a:moveTo>
                    <a:pt x="495356" y="0"/>
                  </a:moveTo>
                  <a:lnTo>
                    <a:pt x="495356" y="19691"/>
                  </a:lnTo>
                  <a:cubicBezTo>
                    <a:pt x="482250" y="19075"/>
                    <a:pt x="446890" y="18653"/>
                    <a:pt x="408190" y="27152"/>
                  </a:cubicBezTo>
                  <a:cubicBezTo>
                    <a:pt x="407411" y="27314"/>
                    <a:pt x="399464" y="29098"/>
                    <a:pt x="395635" y="30137"/>
                  </a:cubicBezTo>
                  <a:cubicBezTo>
                    <a:pt x="390769" y="31434"/>
                    <a:pt x="385060" y="33283"/>
                    <a:pt x="384476" y="33478"/>
                  </a:cubicBezTo>
                  <a:cubicBezTo>
                    <a:pt x="362093" y="40615"/>
                    <a:pt x="339904" y="51287"/>
                    <a:pt x="321381" y="67118"/>
                  </a:cubicBezTo>
                  <a:lnTo>
                    <a:pt x="315379" y="72341"/>
                  </a:lnTo>
                  <a:lnTo>
                    <a:pt x="307659" y="79834"/>
                  </a:lnTo>
                  <a:lnTo>
                    <a:pt x="200770" y="79834"/>
                  </a:lnTo>
                  <a:cubicBezTo>
                    <a:pt x="181598" y="79834"/>
                    <a:pt x="165962" y="95470"/>
                    <a:pt x="165962" y="114675"/>
                  </a:cubicBezTo>
                  <a:cubicBezTo>
                    <a:pt x="165962" y="118957"/>
                    <a:pt x="166773" y="123044"/>
                    <a:pt x="168200" y="126840"/>
                  </a:cubicBezTo>
                  <a:lnTo>
                    <a:pt x="168135" y="126840"/>
                  </a:lnTo>
                  <a:cubicBezTo>
                    <a:pt x="168135" y="126840"/>
                    <a:pt x="45837" y="69810"/>
                    <a:pt x="45837" y="69810"/>
                  </a:cubicBezTo>
                  <a:cubicBezTo>
                    <a:pt x="37403" y="65885"/>
                    <a:pt x="27931" y="65463"/>
                    <a:pt x="19204" y="68643"/>
                  </a:cubicBezTo>
                  <a:cubicBezTo>
                    <a:pt x="10738" y="71724"/>
                    <a:pt x="3958" y="77758"/>
                    <a:pt x="0" y="85771"/>
                  </a:cubicBezTo>
                  <a:lnTo>
                    <a:pt x="7818" y="91967"/>
                  </a:lnTo>
                  <a:cubicBezTo>
                    <a:pt x="8013" y="91545"/>
                    <a:pt x="8175" y="91156"/>
                    <a:pt x="8370" y="90734"/>
                  </a:cubicBezTo>
                  <a:cubicBezTo>
                    <a:pt x="11192" y="84668"/>
                    <a:pt x="16220" y="80061"/>
                    <a:pt x="22513" y="77791"/>
                  </a:cubicBezTo>
                  <a:cubicBezTo>
                    <a:pt x="28839" y="75487"/>
                    <a:pt x="35619" y="75779"/>
                    <a:pt x="41718" y="78634"/>
                  </a:cubicBezTo>
                  <a:lnTo>
                    <a:pt x="182182" y="144098"/>
                  </a:lnTo>
                  <a:lnTo>
                    <a:pt x="182571" y="144260"/>
                  </a:lnTo>
                  <a:cubicBezTo>
                    <a:pt x="184842" y="145655"/>
                    <a:pt x="187275" y="146822"/>
                    <a:pt x="189870" y="147698"/>
                  </a:cubicBezTo>
                  <a:lnTo>
                    <a:pt x="190130" y="147828"/>
                  </a:lnTo>
                  <a:cubicBezTo>
                    <a:pt x="190130" y="147828"/>
                    <a:pt x="190194" y="147828"/>
                    <a:pt x="190227" y="147860"/>
                  </a:cubicBezTo>
                  <a:lnTo>
                    <a:pt x="192692" y="148996"/>
                  </a:lnTo>
                  <a:lnTo>
                    <a:pt x="192887" y="148574"/>
                  </a:lnTo>
                  <a:lnTo>
                    <a:pt x="192919" y="148574"/>
                  </a:lnTo>
                  <a:cubicBezTo>
                    <a:pt x="195450" y="149126"/>
                    <a:pt x="198077" y="149482"/>
                    <a:pt x="200770" y="149482"/>
                  </a:cubicBezTo>
                  <a:lnTo>
                    <a:pt x="370462" y="149482"/>
                  </a:lnTo>
                  <a:lnTo>
                    <a:pt x="370462" y="139751"/>
                  </a:lnTo>
                  <a:lnTo>
                    <a:pt x="200770" y="139751"/>
                  </a:lnTo>
                  <a:cubicBezTo>
                    <a:pt x="198272" y="139751"/>
                    <a:pt x="195871" y="139361"/>
                    <a:pt x="193568" y="138680"/>
                  </a:cubicBezTo>
                  <a:lnTo>
                    <a:pt x="187145" y="135696"/>
                  </a:lnTo>
                  <a:cubicBezTo>
                    <a:pt x="180268" y="131219"/>
                    <a:pt x="175694" y="123466"/>
                    <a:pt x="175694" y="114675"/>
                  </a:cubicBezTo>
                  <a:cubicBezTo>
                    <a:pt x="175694" y="100823"/>
                    <a:pt x="186950" y="89566"/>
                    <a:pt x="200770" y="89566"/>
                  </a:cubicBezTo>
                  <a:lnTo>
                    <a:pt x="312817" y="89566"/>
                  </a:lnTo>
                  <a:lnTo>
                    <a:pt x="314277" y="87879"/>
                  </a:lnTo>
                  <a:cubicBezTo>
                    <a:pt x="365726" y="27866"/>
                    <a:pt x="472356" y="28547"/>
                    <a:pt x="495356" y="29455"/>
                  </a:cubicBezTo>
                  <a:lnTo>
                    <a:pt x="495356" y="185750"/>
                  </a:lnTo>
                  <a:lnTo>
                    <a:pt x="505087" y="182506"/>
                  </a:lnTo>
                  <a:lnTo>
                    <a:pt x="505087" y="9732"/>
                  </a:lnTo>
                  <a:lnTo>
                    <a:pt x="561857" y="9732"/>
                  </a:lnTo>
                  <a:lnTo>
                    <a:pt x="561857" y="218222"/>
                  </a:lnTo>
                  <a:lnTo>
                    <a:pt x="571589" y="218222"/>
                  </a:lnTo>
                  <a:lnTo>
                    <a:pt x="571589" y="0"/>
                  </a:lnTo>
                  <a:lnTo>
                    <a:pt x="495356" y="0"/>
                  </a:lnTo>
                  <a:close/>
                </a:path>
              </a:pathLst>
            </a:custGeom>
            <a:solidFill>
              <a:srgbClr val="000000"/>
            </a:solidFill>
            <a:ln w="3242" cap="flat">
              <a:noFill/>
              <a:prstDash val="solid"/>
              <a:miter/>
            </a:ln>
          </p:spPr>
          <p:txBody>
            <a:bodyPr rtlCol="0" anchor="ctr"/>
            <a:lstStyle/>
            <a:p>
              <a:endParaRPr lang="en-US"/>
            </a:p>
          </p:txBody>
        </p:sp>
        <p:sp>
          <p:nvSpPr>
            <p:cNvPr id="400" name="Freeform: Shape 323"/>
            <p:cNvSpPr/>
            <p:nvPr/>
          </p:nvSpPr>
          <p:spPr>
            <a:xfrm>
              <a:off x="3166911" y="1751747"/>
              <a:ext cx="575261" cy="196001"/>
            </a:xfrm>
            <a:custGeom>
              <a:avLst/>
              <a:gdLst>
                <a:gd name="connsiteX0" fmla="*/ 575262 w 575261"/>
                <a:gd name="connsiteY0" fmla="*/ 132452 h 196001"/>
                <a:gd name="connsiteX1" fmla="*/ 575262 w 575261"/>
                <a:gd name="connsiteY1" fmla="*/ 164891 h 196001"/>
                <a:gd name="connsiteX2" fmla="*/ 476320 w 575261"/>
                <a:gd name="connsiteY2" fmla="*/ 164989 h 196001"/>
                <a:gd name="connsiteX3" fmla="*/ 476320 w 575261"/>
                <a:gd name="connsiteY3" fmla="*/ 140951 h 196001"/>
                <a:gd name="connsiteX4" fmla="*/ 312435 w 575261"/>
                <a:gd name="connsiteY4" fmla="*/ 196001 h 196001"/>
                <a:gd name="connsiteX5" fmla="*/ 300659 w 575261"/>
                <a:gd name="connsiteY5" fmla="*/ 190519 h 196001"/>
                <a:gd name="connsiteX6" fmla="*/ 269614 w 575261"/>
                <a:gd name="connsiteY6" fmla="*/ 176051 h 196001"/>
                <a:gd name="connsiteX7" fmla="*/ 225821 w 575261"/>
                <a:gd name="connsiteY7" fmla="*/ 155614 h 196001"/>
                <a:gd name="connsiteX8" fmla="*/ 175701 w 575261"/>
                <a:gd name="connsiteY8" fmla="*/ 132257 h 196001"/>
                <a:gd name="connsiteX9" fmla="*/ 125776 w 575261"/>
                <a:gd name="connsiteY9" fmla="*/ 108965 h 196001"/>
                <a:gd name="connsiteX10" fmla="*/ 82469 w 575261"/>
                <a:gd name="connsiteY10" fmla="*/ 88788 h 196001"/>
                <a:gd name="connsiteX11" fmla="*/ 42893 w 575261"/>
                <a:gd name="connsiteY11" fmla="*/ 70102 h 196001"/>
                <a:gd name="connsiteX12" fmla="*/ 11653 w 575261"/>
                <a:gd name="connsiteY12" fmla="*/ 44248 h 196001"/>
                <a:gd name="connsiteX13" fmla="*/ 851 w 575261"/>
                <a:gd name="connsiteY13" fmla="*/ 22383 h 196001"/>
                <a:gd name="connsiteX14" fmla="*/ 3186 w 575261"/>
                <a:gd name="connsiteY14" fmla="*/ 876 h 196001"/>
                <a:gd name="connsiteX15" fmla="*/ 3251 w 575261"/>
                <a:gd name="connsiteY15" fmla="*/ 714 h 196001"/>
                <a:gd name="connsiteX16" fmla="*/ 3640 w 575261"/>
                <a:gd name="connsiteY16" fmla="*/ 0 h 196001"/>
                <a:gd name="connsiteX17" fmla="*/ 11458 w 575261"/>
                <a:gd name="connsiteY17" fmla="*/ 6228 h 196001"/>
                <a:gd name="connsiteX18" fmla="*/ 31895 w 575261"/>
                <a:gd name="connsiteY18" fmla="*/ 23227 h 196001"/>
                <a:gd name="connsiteX19" fmla="*/ 60443 w 575261"/>
                <a:gd name="connsiteY19" fmla="*/ 42723 h 196001"/>
                <a:gd name="connsiteX20" fmla="*/ 314673 w 575261"/>
                <a:gd name="connsiteY20" fmla="*/ 161258 h 196001"/>
                <a:gd name="connsiteX21" fmla="*/ 498996 w 575261"/>
                <a:gd name="connsiteY21" fmla="*/ 99979 h 196001"/>
                <a:gd name="connsiteX22" fmla="*/ 508728 w 575261"/>
                <a:gd name="connsiteY22" fmla="*/ 96735 h 196001"/>
                <a:gd name="connsiteX23" fmla="*/ 508728 w 575261"/>
                <a:gd name="connsiteY23" fmla="*/ 132549 h 196001"/>
                <a:gd name="connsiteX24" fmla="*/ 565498 w 575261"/>
                <a:gd name="connsiteY24" fmla="*/ 132452 h 196001"/>
                <a:gd name="connsiteX25" fmla="*/ 575230 w 575261"/>
                <a:gd name="connsiteY25" fmla="*/ 132452 h 19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5261" h="196001">
                  <a:moveTo>
                    <a:pt x="575262" y="132452"/>
                  </a:moveTo>
                  <a:lnTo>
                    <a:pt x="575262" y="164891"/>
                  </a:lnTo>
                  <a:lnTo>
                    <a:pt x="476320" y="164989"/>
                  </a:lnTo>
                  <a:lnTo>
                    <a:pt x="476320" y="140951"/>
                  </a:lnTo>
                  <a:lnTo>
                    <a:pt x="312435" y="196001"/>
                  </a:lnTo>
                  <a:cubicBezTo>
                    <a:pt x="308510" y="194185"/>
                    <a:pt x="304584" y="192335"/>
                    <a:pt x="300659" y="190519"/>
                  </a:cubicBezTo>
                  <a:cubicBezTo>
                    <a:pt x="290311" y="185685"/>
                    <a:pt x="279963" y="180884"/>
                    <a:pt x="269614" y="176051"/>
                  </a:cubicBezTo>
                  <a:cubicBezTo>
                    <a:pt x="255016" y="169238"/>
                    <a:pt x="240418" y="162426"/>
                    <a:pt x="225821" y="155614"/>
                  </a:cubicBezTo>
                  <a:cubicBezTo>
                    <a:pt x="209114" y="147828"/>
                    <a:pt x="192408" y="140043"/>
                    <a:pt x="175701" y="132257"/>
                  </a:cubicBezTo>
                  <a:cubicBezTo>
                    <a:pt x="159059" y="124504"/>
                    <a:pt x="142418" y="116751"/>
                    <a:pt x="125776" y="108965"/>
                  </a:cubicBezTo>
                  <a:cubicBezTo>
                    <a:pt x="111341" y="102250"/>
                    <a:pt x="96905" y="95503"/>
                    <a:pt x="82469" y="88788"/>
                  </a:cubicBezTo>
                  <a:cubicBezTo>
                    <a:pt x="69234" y="82624"/>
                    <a:pt x="55933" y="76655"/>
                    <a:pt x="42893" y="70102"/>
                  </a:cubicBezTo>
                  <a:cubicBezTo>
                    <a:pt x="31409" y="64328"/>
                    <a:pt x="19633" y="54499"/>
                    <a:pt x="11653" y="44248"/>
                  </a:cubicBezTo>
                  <a:cubicBezTo>
                    <a:pt x="6041" y="37014"/>
                    <a:pt x="2959" y="31304"/>
                    <a:pt x="851" y="22383"/>
                  </a:cubicBezTo>
                  <a:cubicBezTo>
                    <a:pt x="-869" y="15117"/>
                    <a:pt x="72" y="7656"/>
                    <a:pt x="3186" y="876"/>
                  </a:cubicBezTo>
                  <a:cubicBezTo>
                    <a:pt x="3186" y="811"/>
                    <a:pt x="3251" y="779"/>
                    <a:pt x="3251" y="714"/>
                  </a:cubicBezTo>
                  <a:cubicBezTo>
                    <a:pt x="3381" y="487"/>
                    <a:pt x="3511" y="227"/>
                    <a:pt x="3640" y="0"/>
                  </a:cubicBezTo>
                  <a:cubicBezTo>
                    <a:pt x="3640" y="0"/>
                    <a:pt x="11458" y="6196"/>
                    <a:pt x="11458" y="6228"/>
                  </a:cubicBezTo>
                  <a:lnTo>
                    <a:pt x="31895" y="23227"/>
                  </a:lnTo>
                  <a:cubicBezTo>
                    <a:pt x="36048" y="26536"/>
                    <a:pt x="55641" y="40485"/>
                    <a:pt x="60443" y="42723"/>
                  </a:cubicBezTo>
                  <a:lnTo>
                    <a:pt x="314673" y="161258"/>
                  </a:lnTo>
                  <a:lnTo>
                    <a:pt x="498996" y="99979"/>
                  </a:lnTo>
                  <a:lnTo>
                    <a:pt x="508728" y="96735"/>
                  </a:lnTo>
                  <a:lnTo>
                    <a:pt x="508728" y="132549"/>
                  </a:lnTo>
                  <a:lnTo>
                    <a:pt x="565498" y="132452"/>
                  </a:lnTo>
                  <a:lnTo>
                    <a:pt x="575230" y="132452"/>
                  </a:lnTo>
                  <a:close/>
                </a:path>
              </a:pathLst>
            </a:custGeom>
            <a:solidFill>
              <a:srgbClr val="CFABCF"/>
            </a:solidFill>
            <a:ln w="3242" cap="flat">
              <a:noFill/>
              <a:prstDash val="solid"/>
              <a:miter/>
            </a:ln>
          </p:spPr>
          <p:txBody>
            <a:bodyPr rtlCol="0" anchor="ctr"/>
            <a:lstStyle/>
            <a:p>
              <a:endParaRPr lang="en-US"/>
            </a:p>
          </p:txBody>
        </p:sp>
      </p:grpSp>
      <p:grpSp>
        <p:nvGrpSpPr>
          <p:cNvPr id="401" name="Group 1208"/>
          <p:cNvGrpSpPr/>
          <p:nvPr/>
        </p:nvGrpSpPr>
        <p:grpSpPr>
          <a:xfrm>
            <a:off x="2053251" y="3691932"/>
            <a:ext cx="346187" cy="342886"/>
            <a:chOff x="1990962" y="2623907"/>
            <a:chExt cx="564596" cy="559213"/>
          </a:xfrm>
        </p:grpSpPr>
        <p:sp>
          <p:nvSpPr>
            <p:cNvPr id="402" name="Freeform: Shape 1123"/>
            <p:cNvSpPr/>
            <p:nvPr/>
          </p:nvSpPr>
          <p:spPr>
            <a:xfrm>
              <a:off x="2148211" y="2762700"/>
              <a:ext cx="125866" cy="203267"/>
            </a:xfrm>
            <a:custGeom>
              <a:avLst/>
              <a:gdLst>
                <a:gd name="connsiteX0" fmla="*/ 58067 w 125866"/>
                <a:gd name="connsiteY0" fmla="*/ 178905 h 203267"/>
                <a:gd name="connsiteX1" fmla="*/ 58067 w 125866"/>
                <a:gd name="connsiteY1" fmla="*/ 203268 h 203267"/>
                <a:gd name="connsiteX2" fmla="*/ 67799 w 125866"/>
                <a:gd name="connsiteY2" fmla="*/ 203268 h 203267"/>
                <a:gd name="connsiteX3" fmla="*/ 67799 w 125866"/>
                <a:gd name="connsiteY3" fmla="*/ 178905 h 203267"/>
                <a:gd name="connsiteX4" fmla="*/ 125866 w 125866"/>
                <a:gd name="connsiteY4" fmla="*/ 130668 h 203267"/>
                <a:gd name="connsiteX5" fmla="*/ 63744 w 125866"/>
                <a:gd name="connsiteY5" fmla="*/ 82332 h 203267"/>
                <a:gd name="connsiteX6" fmla="*/ 24233 w 125866"/>
                <a:gd name="connsiteY6" fmla="*/ 58100 h 203267"/>
                <a:gd name="connsiteX7" fmla="*/ 62933 w 125866"/>
                <a:gd name="connsiteY7" fmla="*/ 33932 h 203267"/>
                <a:gd name="connsiteX8" fmla="*/ 103061 w 125866"/>
                <a:gd name="connsiteY8" fmla="*/ 47038 h 203267"/>
                <a:gd name="connsiteX9" fmla="*/ 109938 w 125866"/>
                <a:gd name="connsiteY9" fmla="*/ 40128 h 203267"/>
                <a:gd name="connsiteX10" fmla="*/ 67799 w 125866"/>
                <a:gd name="connsiteY10" fmla="*/ 24330 h 203267"/>
                <a:gd name="connsiteX11" fmla="*/ 67799 w 125866"/>
                <a:gd name="connsiteY11" fmla="*/ 0 h 203267"/>
                <a:gd name="connsiteX12" fmla="*/ 58067 w 125866"/>
                <a:gd name="connsiteY12" fmla="*/ 0 h 203267"/>
                <a:gd name="connsiteX13" fmla="*/ 58067 w 125866"/>
                <a:gd name="connsiteY13" fmla="*/ 24297 h 203267"/>
                <a:gd name="connsiteX14" fmla="*/ 14501 w 125866"/>
                <a:gd name="connsiteY14" fmla="*/ 58100 h 203267"/>
                <a:gd name="connsiteX15" fmla="*/ 62090 w 125866"/>
                <a:gd name="connsiteY15" fmla="*/ 91934 h 203267"/>
                <a:gd name="connsiteX16" fmla="*/ 116134 w 125866"/>
                <a:gd name="connsiteY16" fmla="*/ 130700 h 203267"/>
                <a:gd name="connsiteX17" fmla="*/ 62933 w 125866"/>
                <a:gd name="connsiteY17" fmla="*/ 169401 h 203267"/>
                <a:gd name="connsiteX18" fmla="*/ 9732 w 125866"/>
                <a:gd name="connsiteY18" fmla="*/ 130700 h 203267"/>
                <a:gd name="connsiteX19" fmla="*/ 0 w 125866"/>
                <a:gd name="connsiteY19" fmla="*/ 130700 h 203267"/>
                <a:gd name="connsiteX20" fmla="*/ 58067 w 125866"/>
                <a:gd name="connsiteY20" fmla="*/ 178938 h 20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866" h="203267">
                  <a:moveTo>
                    <a:pt x="58067" y="178905"/>
                  </a:moveTo>
                  <a:lnTo>
                    <a:pt x="58067" y="203268"/>
                  </a:lnTo>
                  <a:lnTo>
                    <a:pt x="67799" y="203268"/>
                  </a:lnTo>
                  <a:lnTo>
                    <a:pt x="67799" y="178905"/>
                  </a:lnTo>
                  <a:cubicBezTo>
                    <a:pt x="100239" y="176991"/>
                    <a:pt x="125866" y="156100"/>
                    <a:pt x="125866" y="130668"/>
                  </a:cubicBezTo>
                  <a:cubicBezTo>
                    <a:pt x="125866" y="93070"/>
                    <a:pt x="80743" y="85252"/>
                    <a:pt x="63744" y="82332"/>
                  </a:cubicBezTo>
                  <a:cubicBezTo>
                    <a:pt x="45708" y="79218"/>
                    <a:pt x="24233" y="72471"/>
                    <a:pt x="24233" y="58100"/>
                  </a:cubicBezTo>
                  <a:cubicBezTo>
                    <a:pt x="24233" y="38117"/>
                    <a:pt x="45286" y="33932"/>
                    <a:pt x="62933" y="33932"/>
                  </a:cubicBezTo>
                  <a:cubicBezTo>
                    <a:pt x="89372" y="33932"/>
                    <a:pt x="102931" y="46908"/>
                    <a:pt x="103061" y="47038"/>
                  </a:cubicBezTo>
                  <a:lnTo>
                    <a:pt x="109938" y="40128"/>
                  </a:lnTo>
                  <a:cubicBezTo>
                    <a:pt x="109322" y="39512"/>
                    <a:pt x="95276" y="25822"/>
                    <a:pt x="67799" y="24330"/>
                  </a:cubicBezTo>
                  <a:lnTo>
                    <a:pt x="67799" y="0"/>
                  </a:lnTo>
                  <a:lnTo>
                    <a:pt x="58067" y="0"/>
                  </a:lnTo>
                  <a:lnTo>
                    <a:pt x="58067" y="24297"/>
                  </a:lnTo>
                  <a:cubicBezTo>
                    <a:pt x="18880" y="26017"/>
                    <a:pt x="14501" y="48270"/>
                    <a:pt x="14501" y="58100"/>
                  </a:cubicBezTo>
                  <a:cubicBezTo>
                    <a:pt x="14501" y="75098"/>
                    <a:pt x="30526" y="86485"/>
                    <a:pt x="62090" y="91934"/>
                  </a:cubicBezTo>
                  <a:cubicBezTo>
                    <a:pt x="99460" y="98390"/>
                    <a:pt x="116134" y="110360"/>
                    <a:pt x="116134" y="130700"/>
                  </a:cubicBezTo>
                  <a:cubicBezTo>
                    <a:pt x="116134" y="152045"/>
                    <a:pt x="92259" y="169401"/>
                    <a:pt x="62933" y="169401"/>
                  </a:cubicBezTo>
                  <a:cubicBezTo>
                    <a:pt x="33608" y="169401"/>
                    <a:pt x="9732" y="152045"/>
                    <a:pt x="9732" y="130700"/>
                  </a:cubicBezTo>
                  <a:lnTo>
                    <a:pt x="0" y="130700"/>
                  </a:lnTo>
                  <a:cubicBezTo>
                    <a:pt x="0" y="156133"/>
                    <a:pt x="25628" y="177024"/>
                    <a:pt x="58067" y="178938"/>
                  </a:cubicBezTo>
                  <a:close/>
                </a:path>
              </a:pathLst>
            </a:custGeom>
            <a:solidFill>
              <a:srgbClr val="000000"/>
            </a:solidFill>
            <a:ln w="3242" cap="flat">
              <a:noFill/>
              <a:prstDash val="solid"/>
              <a:miter/>
            </a:ln>
          </p:spPr>
          <p:txBody>
            <a:bodyPr rtlCol="0" anchor="ctr"/>
            <a:lstStyle/>
            <a:p>
              <a:endParaRPr lang="en-US"/>
            </a:p>
          </p:txBody>
        </p:sp>
        <p:sp>
          <p:nvSpPr>
            <p:cNvPr id="403" name="Freeform: Shape 1124"/>
            <p:cNvSpPr/>
            <p:nvPr/>
          </p:nvSpPr>
          <p:spPr>
            <a:xfrm>
              <a:off x="1990962" y="2717739"/>
              <a:ext cx="523915" cy="465381"/>
            </a:xfrm>
            <a:custGeom>
              <a:avLst/>
              <a:gdLst>
                <a:gd name="connsiteX0" fmla="*/ 516552 w 523915"/>
                <a:gd name="connsiteY0" fmla="*/ 455649 h 465381"/>
                <a:gd name="connsiteX1" fmla="*/ 376477 w 523915"/>
                <a:gd name="connsiteY1" fmla="*/ 455649 h 465381"/>
                <a:gd name="connsiteX2" fmla="*/ 343875 w 523915"/>
                <a:gd name="connsiteY2" fmla="*/ 412537 h 465381"/>
                <a:gd name="connsiteX3" fmla="*/ 358246 w 523915"/>
                <a:gd name="connsiteY3" fmla="*/ 401637 h 465381"/>
                <a:gd name="connsiteX4" fmla="*/ 410733 w 523915"/>
                <a:gd name="connsiteY4" fmla="*/ 361931 h 465381"/>
                <a:gd name="connsiteX5" fmla="*/ 404894 w 523915"/>
                <a:gd name="connsiteY5" fmla="*/ 354145 h 465381"/>
                <a:gd name="connsiteX6" fmla="*/ 404862 w 523915"/>
                <a:gd name="connsiteY6" fmla="*/ 354145 h 465381"/>
                <a:gd name="connsiteX7" fmla="*/ 360127 w 523915"/>
                <a:gd name="connsiteY7" fmla="*/ 388012 h 465381"/>
                <a:gd name="connsiteX8" fmla="*/ 325352 w 523915"/>
                <a:gd name="connsiteY8" fmla="*/ 342045 h 465381"/>
                <a:gd name="connsiteX9" fmla="*/ 327752 w 523915"/>
                <a:gd name="connsiteY9" fmla="*/ 340715 h 465381"/>
                <a:gd name="connsiteX10" fmla="*/ 332748 w 523915"/>
                <a:gd name="connsiteY10" fmla="*/ 337860 h 465381"/>
                <a:gd name="connsiteX11" fmla="*/ 334403 w 523915"/>
                <a:gd name="connsiteY11" fmla="*/ 336855 h 465381"/>
                <a:gd name="connsiteX12" fmla="*/ 339982 w 523915"/>
                <a:gd name="connsiteY12" fmla="*/ 333448 h 465381"/>
                <a:gd name="connsiteX13" fmla="*/ 340469 w 523915"/>
                <a:gd name="connsiteY13" fmla="*/ 333124 h 465381"/>
                <a:gd name="connsiteX14" fmla="*/ 346892 w 523915"/>
                <a:gd name="connsiteY14" fmla="*/ 328810 h 465381"/>
                <a:gd name="connsiteX15" fmla="*/ 353834 w 523915"/>
                <a:gd name="connsiteY15" fmla="*/ 323781 h 465381"/>
                <a:gd name="connsiteX16" fmla="*/ 359284 w 523915"/>
                <a:gd name="connsiteY16" fmla="*/ 319499 h 465381"/>
                <a:gd name="connsiteX17" fmla="*/ 370995 w 523915"/>
                <a:gd name="connsiteY17" fmla="*/ 309313 h 465381"/>
                <a:gd name="connsiteX18" fmla="*/ 365091 w 523915"/>
                <a:gd name="connsiteY18" fmla="*/ 301528 h 465381"/>
                <a:gd name="connsiteX19" fmla="*/ 359835 w 523915"/>
                <a:gd name="connsiteY19" fmla="*/ 306296 h 465381"/>
                <a:gd name="connsiteX20" fmla="*/ 358992 w 523915"/>
                <a:gd name="connsiteY20" fmla="*/ 307075 h 465381"/>
                <a:gd name="connsiteX21" fmla="*/ 353737 w 523915"/>
                <a:gd name="connsiteY21" fmla="*/ 311454 h 465381"/>
                <a:gd name="connsiteX22" fmla="*/ 348125 w 523915"/>
                <a:gd name="connsiteY22" fmla="*/ 315866 h 465381"/>
                <a:gd name="connsiteX23" fmla="*/ 347184 w 523915"/>
                <a:gd name="connsiteY23" fmla="*/ 316580 h 465381"/>
                <a:gd name="connsiteX24" fmla="*/ 342188 w 523915"/>
                <a:gd name="connsiteY24" fmla="*/ 320213 h 465381"/>
                <a:gd name="connsiteX25" fmla="*/ 341377 w 523915"/>
                <a:gd name="connsiteY25" fmla="*/ 320797 h 465381"/>
                <a:gd name="connsiteX26" fmla="*/ 336349 w 523915"/>
                <a:gd name="connsiteY26" fmla="*/ 324171 h 465381"/>
                <a:gd name="connsiteX27" fmla="*/ 331223 w 523915"/>
                <a:gd name="connsiteY27" fmla="*/ 327415 h 465381"/>
                <a:gd name="connsiteX28" fmla="*/ 328336 w 523915"/>
                <a:gd name="connsiteY28" fmla="*/ 329199 h 465381"/>
                <a:gd name="connsiteX29" fmla="*/ 324216 w 523915"/>
                <a:gd name="connsiteY29" fmla="*/ 331567 h 465381"/>
                <a:gd name="connsiteX30" fmla="*/ 320032 w 523915"/>
                <a:gd name="connsiteY30" fmla="*/ 333838 h 465381"/>
                <a:gd name="connsiteX31" fmla="*/ 315815 w 523915"/>
                <a:gd name="connsiteY31" fmla="*/ 336044 h 465381"/>
                <a:gd name="connsiteX32" fmla="*/ 314322 w 523915"/>
                <a:gd name="connsiteY32" fmla="*/ 336790 h 465381"/>
                <a:gd name="connsiteX33" fmla="*/ 290674 w 523915"/>
                <a:gd name="connsiteY33" fmla="*/ 346846 h 465381"/>
                <a:gd name="connsiteX34" fmla="*/ 191765 w 523915"/>
                <a:gd name="connsiteY34" fmla="*/ 356740 h 465381"/>
                <a:gd name="connsiteX35" fmla="*/ 52501 w 523915"/>
                <a:gd name="connsiteY35" fmla="*/ 275089 h 465381"/>
                <a:gd name="connsiteX36" fmla="*/ 11757 w 523915"/>
                <a:gd name="connsiteY36" fmla="*/ 118924 h 465381"/>
                <a:gd name="connsiteX37" fmla="*/ 62882 w 523915"/>
                <a:gd name="connsiteY37" fmla="*/ 7915 h 465381"/>
                <a:gd name="connsiteX38" fmla="*/ 56913 w 523915"/>
                <a:gd name="connsiteY38" fmla="*/ 0 h 465381"/>
                <a:gd name="connsiteX39" fmla="*/ 2122 w 523915"/>
                <a:gd name="connsiteY39" fmla="*/ 117594 h 465381"/>
                <a:gd name="connsiteX40" fmla="*/ 44748 w 523915"/>
                <a:gd name="connsiteY40" fmla="*/ 280961 h 465381"/>
                <a:gd name="connsiteX41" fmla="*/ 190435 w 523915"/>
                <a:gd name="connsiteY41" fmla="*/ 366375 h 465381"/>
                <a:gd name="connsiteX42" fmla="*/ 221220 w 523915"/>
                <a:gd name="connsiteY42" fmla="*/ 368516 h 465381"/>
                <a:gd name="connsiteX43" fmla="*/ 293885 w 523915"/>
                <a:gd name="connsiteY43" fmla="*/ 356027 h 465381"/>
                <a:gd name="connsiteX44" fmla="*/ 293918 w 523915"/>
                <a:gd name="connsiteY44" fmla="*/ 356027 h 465381"/>
                <a:gd name="connsiteX45" fmla="*/ 316528 w 523915"/>
                <a:gd name="connsiteY45" fmla="*/ 346522 h 465381"/>
                <a:gd name="connsiteX46" fmla="*/ 316561 w 523915"/>
                <a:gd name="connsiteY46" fmla="*/ 346522 h 465381"/>
                <a:gd name="connsiteX47" fmla="*/ 352374 w 523915"/>
                <a:gd name="connsiteY47" fmla="*/ 393884 h 465381"/>
                <a:gd name="connsiteX48" fmla="*/ 330218 w 523915"/>
                <a:gd name="connsiteY48" fmla="*/ 410655 h 465381"/>
                <a:gd name="connsiteX49" fmla="*/ 371643 w 523915"/>
                <a:gd name="connsiteY49" fmla="*/ 465381 h 465381"/>
                <a:gd name="connsiteX50" fmla="*/ 523916 w 523915"/>
                <a:gd name="connsiteY50" fmla="*/ 465381 h 465381"/>
                <a:gd name="connsiteX51" fmla="*/ 516552 w 523915"/>
                <a:gd name="connsiteY51" fmla="*/ 455649 h 46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915" h="465381">
                  <a:moveTo>
                    <a:pt x="516552" y="455649"/>
                  </a:moveTo>
                  <a:lnTo>
                    <a:pt x="376477" y="455649"/>
                  </a:lnTo>
                  <a:lnTo>
                    <a:pt x="343875" y="412537"/>
                  </a:lnTo>
                  <a:lnTo>
                    <a:pt x="358246" y="401637"/>
                  </a:lnTo>
                  <a:lnTo>
                    <a:pt x="410733" y="361931"/>
                  </a:lnTo>
                  <a:lnTo>
                    <a:pt x="404894" y="354145"/>
                  </a:lnTo>
                  <a:lnTo>
                    <a:pt x="404862" y="354145"/>
                  </a:lnTo>
                  <a:lnTo>
                    <a:pt x="360127" y="388012"/>
                  </a:lnTo>
                  <a:lnTo>
                    <a:pt x="325352" y="342045"/>
                  </a:lnTo>
                  <a:cubicBezTo>
                    <a:pt x="326163" y="341623"/>
                    <a:pt x="326974" y="341169"/>
                    <a:pt x="327752" y="340715"/>
                  </a:cubicBezTo>
                  <a:cubicBezTo>
                    <a:pt x="329439" y="339807"/>
                    <a:pt x="331094" y="338834"/>
                    <a:pt x="332748" y="337860"/>
                  </a:cubicBezTo>
                  <a:cubicBezTo>
                    <a:pt x="333300" y="337536"/>
                    <a:pt x="333851" y="337212"/>
                    <a:pt x="334403" y="336855"/>
                  </a:cubicBezTo>
                  <a:cubicBezTo>
                    <a:pt x="336284" y="335752"/>
                    <a:pt x="338133" y="334616"/>
                    <a:pt x="339982" y="333448"/>
                  </a:cubicBezTo>
                  <a:cubicBezTo>
                    <a:pt x="340144" y="333319"/>
                    <a:pt x="340307" y="333221"/>
                    <a:pt x="340469" y="333124"/>
                  </a:cubicBezTo>
                  <a:cubicBezTo>
                    <a:pt x="342642" y="331729"/>
                    <a:pt x="344783" y="330269"/>
                    <a:pt x="346892" y="328810"/>
                  </a:cubicBezTo>
                  <a:cubicBezTo>
                    <a:pt x="349228" y="327155"/>
                    <a:pt x="351563" y="325501"/>
                    <a:pt x="353834" y="323781"/>
                  </a:cubicBezTo>
                  <a:cubicBezTo>
                    <a:pt x="355683" y="322354"/>
                    <a:pt x="357500" y="320959"/>
                    <a:pt x="359284" y="319499"/>
                  </a:cubicBezTo>
                  <a:cubicBezTo>
                    <a:pt x="363306" y="316288"/>
                    <a:pt x="367232" y="312882"/>
                    <a:pt x="370995" y="309313"/>
                  </a:cubicBezTo>
                  <a:lnTo>
                    <a:pt x="365091" y="301528"/>
                  </a:lnTo>
                  <a:cubicBezTo>
                    <a:pt x="363371" y="303150"/>
                    <a:pt x="361620" y="304772"/>
                    <a:pt x="359835" y="306296"/>
                  </a:cubicBezTo>
                  <a:cubicBezTo>
                    <a:pt x="359543" y="306556"/>
                    <a:pt x="359251" y="306816"/>
                    <a:pt x="358992" y="307075"/>
                  </a:cubicBezTo>
                  <a:cubicBezTo>
                    <a:pt x="357273" y="308567"/>
                    <a:pt x="355521" y="310027"/>
                    <a:pt x="353737" y="311454"/>
                  </a:cubicBezTo>
                  <a:cubicBezTo>
                    <a:pt x="351888" y="312979"/>
                    <a:pt x="350039" y="314439"/>
                    <a:pt x="348125" y="315866"/>
                  </a:cubicBezTo>
                  <a:cubicBezTo>
                    <a:pt x="347833" y="316093"/>
                    <a:pt x="347508" y="316353"/>
                    <a:pt x="347184" y="316580"/>
                  </a:cubicBezTo>
                  <a:cubicBezTo>
                    <a:pt x="345562" y="317812"/>
                    <a:pt x="343875" y="319045"/>
                    <a:pt x="342188" y="320213"/>
                  </a:cubicBezTo>
                  <a:cubicBezTo>
                    <a:pt x="341929" y="320408"/>
                    <a:pt x="341637" y="320602"/>
                    <a:pt x="341377" y="320797"/>
                  </a:cubicBezTo>
                  <a:cubicBezTo>
                    <a:pt x="339723" y="321932"/>
                    <a:pt x="338036" y="323068"/>
                    <a:pt x="336349" y="324171"/>
                  </a:cubicBezTo>
                  <a:cubicBezTo>
                    <a:pt x="334662" y="325306"/>
                    <a:pt x="332943" y="326377"/>
                    <a:pt x="331223" y="327415"/>
                  </a:cubicBezTo>
                  <a:cubicBezTo>
                    <a:pt x="330283" y="328031"/>
                    <a:pt x="329310" y="328615"/>
                    <a:pt x="328336" y="329199"/>
                  </a:cubicBezTo>
                  <a:cubicBezTo>
                    <a:pt x="326974" y="330010"/>
                    <a:pt x="325611" y="330788"/>
                    <a:pt x="324216" y="331567"/>
                  </a:cubicBezTo>
                  <a:cubicBezTo>
                    <a:pt x="322822" y="332346"/>
                    <a:pt x="321459" y="333092"/>
                    <a:pt x="320032" y="333838"/>
                  </a:cubicBezTo>
                  <a:cubicBezTo>
                    <a:pt x="318637" y="334584"/>
                    <a:pt x="317242" y="335330"/>
                    <a:pt x="315815" y="336044"/>
                  </a:cubicBezTo>
                  <a:lnTo>
                    <a:pt x="314322" y="336790"/>
                  </a:lnTo>
                  <a:cubicBezTo>
                    <a:pt x="306569" y="340650"/>
                    <a:pt x="298622" y="344056"/>
                    <a:pt x="290674" y="346846"/>
                  </a:cubicBezTo>
                  <a:cubicBezTo>
                    <a:pt x="258785" y="358070"/>
                    <a:pt x="225502" y="361412"/>
                    <a:pt x="191765" y="356740"/>
                  </a:cubicBezTo>
                  <a:cubicBezTo>
                    <a:pt x="135968" y="349019"/>
                    <a:pt x="86530" y="320018"/>
                    <a:pt x="52501" y="275089"/>
                  </a:cubicBezTo>
                  <a:cubicBezTo>
                    <a:pt x="18504" y="230193"/>
                    <a:pt x="4036" y="174721"/>
                    <a:pt x="11757" y="118924"/>
                  </a:cubicBezTo>
                  <a:cubicBezTo>
                    <a:pt x="17498" y="77628"/>
                    <a:pt x="35438" y="38895"/>
                    <a:pt x="62882" y="7915"/>
                  </a:cubicBezTo>
                  <a:lnTo>
                    <a:pt x="56913" y="0"/>
                  </a:lnTo>
                  <a:cubicBezTo>
                    <a:pt x="27457" y="32667"/>
                    <a:pt x="8188" y="73736"/>
                    <a:pt x="2122" y="117594"/>
                  </a:cubicBezTo>
                  <a:cubicBezTo>
                    <a:pt x="-5956" y="175953"/>
                    <a:pt x="9194" y="233988"/>
                    <a:pt x="44748" y="280961"/>
                  </a:cubicBezTo>
                  <a:cubicBezTo>
                    <a:pt x="80334" y="327966"/>
                    <a:pt x="132076" y="358297"/>
                    <a:pt x="190435" y="366375"/>
                  </a:cubicBezTo>
                  <a:cubicBezTo>
                    <a:pt x="200751" y="367802"/>
                    <a:pt x="211002" y="368516"/>
                    <a:pt x="221220" y="368516"/>
                  </a:cubicBezTo>
                  <a:cubicBezTo>
                    <a:pt x="245939" y="368516"/>
                    <a:pt x="270237" y="364331"/>
                    <a:pt x="293885" y="356027"/>
                  </a:cubicBezTo>
                  <a:lnTo>
                    <a:pt x="293918" y="356027"/>
                  </a:lnTo>
                  <a:cubicBezTo>
                    <a:pt x="301509" y="353334"/>
                    <a:pt x="309100" y="350155"/>
                    <a:pt x="316528" y="346522"/>
                  </a:cubicBezTo>
                  <a:lnTo>
                    <a:pt x="316561" y="346522"/>
                  </a:lnTo>
                  <a:lnTo>
                    <a:pt x="352374" y="393884"/>
                  </a:lnTo>
                  <a:lnTo>
                    <a:pt x="330218" y="410655"/>
                  </a:lnTo>
                  <a:lnTo>
                    <a:pt x="371643" y="465381"/>
                  </a:lnTo>
                  <a:lnTo>
                    <a:pt x="523916" y="465381"/>
                  </a:lnTo>
                  <a:lnTo>
                    <a:pt x="516552" y="455649"/>
                  </a:lnTo>
                  <a:close/>
                </a:path>
              </a:pathLst>
            </a:custGeom>
            <a:solidFill>
              <a:srgbClr val="000000"/>
            </a:solidFill>
            <a:ln w="3242" cap="flat">
              <a:noFill/>
              <a:prstDash val="solid"/>
              <a:miter/>
            </a:ln>
          </p:spPr>
          <p:txBody>
            <a:bodyPr rtlCol="0" anchor="ctr"/>
            <a:lstStyle/>
            <a:p>
              <a:endParaRPr lang="en-US"/>
            </a:p>
          </p:txBody>
        </p:sp>
        <p:sp>
          <p:nvSpPr>
            <p:cNvPr id="404" name="Freeform: Shape 1125"/>
            <p:cNvSpPr/>
            <p:nvPr/>
          </p:nvSpPr>
          <p:spPr>
            <a:xfrm>
              <a:off x="2040606" y="2694542"/>
              <a:ext cx="342057" cy="342047"/>
            </a:xfrm>
            <a:custGeom>
              <a:avLst/>
              <a:gdLst>
                <a:gd name="connsiteX0" fmla="*/ 147571 w 342057"/>
                <a:gd name="connsiteY0" fmla="*/ 340426 h 342047"/>
                <a:gd name="connsiteX1" fmla="*/ 171155 w 342057"/>
                <a:gd name="connsiteY1" fmla="*/ 342048 h 342047"/>
                <a:gd name="connsiteX2" fmla="*/ 282845 w 342057"/>
                <a:gd name="connsiteY2" fmla="*/ 300330 h 342047"/>
                <a:gd name="connsiteX3" fmla="*/ 340426 w 342057"/>
                <a:gd name="connsiteY3" fmla="*/ 194479 h 342047"/>
                <a:gd name="connsiteX4" fmla="*/ 194479 w 342057"/>
                <a:gd name="connsiteY4" fmla="*/ 1625 h 342047"/>
                <a:gd name="connsiteX5" fmla="*/ 1625 w 342057"/>
                <a:gd name="connsiteY5" fmla="*/ 147571 h 342047"/>
                <a:gd name="connsiteX6" fmla="*/ 147571 w 342057"/>
                <a:gd name="connsiteY6" fmla="*/ 340426 h 342047"/>
                <a:gd name="connsiteX7" fmla="*/ 11259 w 342057"/>
                <a:gd name="connsiteY7" fmla="*/ 148901 h 342047"/>
                <a:gd name="connsiteX8" fmla="*/ 170928 w 342057"/>
                <a:gd name="connsiteY8" fmla="*/ 9735 h 342047"/>
                <a:gd name="connsiteX9" fmla="*/ 193149 w 342057"/>
                <a:gd name="connsiteY9" fmla="*/ 11259 h 342047"/>
                <a:gd name="connsiteX10" fmla="*/ 330791 w 342057"/>
                <a:gd name="connsiteY10" fmla="*/ 193149 h 342047"/>
                <a:gd name="connsiteX11" fmla="*/ 148934 w 342057"/>
                <a:gd name="connsiteY11" fmla="*/ 330791 h 342047"/>
                <a:gd name="connsiteX12" fmla="*/ 11259 w 342057"/>
                <a:gd name="connsiteY12" fmla="*/ 148901 h 34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057" h="342047">
                  <a:moveTo>
                    <a:pt x="147571" y="340426"/>
                  </a:moveTo>
                  <a:cubicBezTo>
                    <a:pt x="155519" y="341529"/>
                    <a:pt x="163369" y="342048"/>
                    <a:pt x="171155" y="342048"/>
                  </a:cubicBezTo>
                  <a:cubicBezTo>
                    <a:pt x="213132" y="342048"/>
                    <a:pt x="252481" y="326509"/>
                    <a:pt x="282845" y="300330"/>
                  </a:cubicBezTo>
                  <a:cubicBezTo>
                    <a:pt x="313176" y="274119"/>
                    <a:pt x="334489" y="237235"/>
                    <a:pt x="340426" y="194479"/>
                  </a:cubicBezTo>
                  <a:cubicBezTo>
                    <a:pt x="353369" y="101052"/>
                    <a:pt x="287873" y="14568"/>
                    <a:pt x="194479" y="1625"/>
                  </a:cubicBezTo>
                  <a:cubicBezTo>
                    <a:pt x="101052" y="-11287"/>
                    <a:pt x="14568" y="54177"/>
                    <a:pt x="1625" y="147571"/>
                  </a:cubicBezTo>
                  <a:cubicBezTo>
                    <a:pt x="-11287" y="240998"/>
                    <a:pt x="54177" y="327482"/>
                    <a:pt x="147571" y="340426"/>
                  </a:cubicBezTo>
                  <a:close/>
                  <a:moveTo>
                    <a:pt x="11259" y="148901"/>
                  </a:moveTo>
                  <a:cubicBezTo>
                    <a:pt x="22418" y="68288"/>
                    <a:pt x="91710" y="9735"/>
                    <a:pt x="170928" y="9735"/>
                  </a:cubicBezTo>
                  <a:cubicBezTo>
                    <a:pt x="178259" y="9735"/>
                    <a:pt x="185688" y="10221"/>
                    <a:pt x="193149" y="11259"/>
                  </a:cubicBezTo>
                  <a:cubicBezTo>
                    <a:pt x="281223" y="23456"/>
                    <a:pt x="342988" y="105042"/>
                    <a:pt x="330791" y="193149"/>
                  </a:cubicBezTo>
                  <a:cubicBezTo>
                    <a:pt x="318594" y="281223"/>
                    <a:pt x="236943" y="342956"/>
                    <a:pt x="148934" y="330791"/>
                  </a:cubicBezTo>
                  <a:cubicBezTo>
                    <a:pt x="60827" y="318594"/>
                    <a:pt x="-906" y="237007"/>
                    <a:pt x="11259" y="148901"/>
                  </a:cubicBezTo>
                  <a:close/>
                </a:path>
              </a:pathLst>
            </a:custGeom>
            <a:solidFill>
              <a:srgbClr val="000000"/>
            </a:solidFill>
            <a:ln w="3242" cap="flat">
              <a:noFill/>
              <a:prstDash val="solid"/>
              <a:miter/>
            </a:ln>
          </p:spPr>
          <p:txBody>
            <a:bodyPr rtlCol="0" anchor="ctr"/>
            <a:lstStyle/>
            <a:p>
              <a:endParaRPr lang="en-US"/>
            </a:p>
          </p:txBody>
        </p:sp>
        <p:sp>
          <p:nvSpPr>
            <p:cNvPr id="405" name="Freeform: Shape 824"/>
            <p:cNvSpPr/>
            <p:nvPr/>
          </p:nvSpPr>
          <p:spPr>
            <a:xfrm>
              <a:off x="2019653" y="2623907"/>
              <a:ext cx="535905" cy="559213"/>
            </a:xfrm>
            <a:custGeom>
              <a:avLst/>
              <a:gdLst>
                <a:gd name="connsiteX0" fmla="*/ 535905 w 535905"/>
                <a:gd name="connsiteY0" fmla="*/ 559213 h 559213"/>
                <a:gd name="connsiteX1" fmla="*/ 495226 w 535905"/>
                <a:gd name="connsiteY1" fmla="*/ 559213 h 559213"/>
                <a:gd name="connsiteX2" fmla="*/ 404232 w 535905"/>
                <a:gd name="connsiteY2" fmla="*/ 438959 h 559213"/>
                <a:gd name="connsiteX3" fmla="*/ 382043 w 535905"/>
                <a:gd name="connsiteY3" fmla="*/ 455763 h 559213"/>
                <a:gd name="connsiteX4" fmla="*/ 372246 w 535905"/>
                <a:gd name="connsiteY4" fmla="*/ 442722 h 559213"/>
                <a:gd name="connsiteX5" fmla="*/ 342305 w 535905"/>
                <a:gd name="connsiteY5" fmla="*/ 403146 h 559213"/>
                <a:gd name="connsiteX6" fmla="*/ 336400 w 535905"/>
                <a:gd name="connsiteY6" fmla="*/ 395360 h 559213"/>
                <a:gd name="connsiteX7" fmla="*/ 344478 w 535905"/>
                <a:gd name="connsiteY7" fmla="*/ 387347 h 559213"/>
                <a:gd name="connsiteX8" fmla="*/ 348695 w 535905"/>
                <a:gd name="connsiteY8" fmla="*/ 382871 h 559213"/>
                <a:gd name="connsiteX9" fmla="*/ 360957 w 535905"/>
                <a:gd name="connsiteY9" fmla="*/ 367527 h 559213"/>
                <a:gd name="connsiteX10" fmla="*/ 362807 w 535905"/>
                <a:gd name="connsiteY10" fmla="*/ 364899 h 559213"/>
                <a:gd name="connsiteX11" fmla="*/ 365694 w 535905"/>
                <a:gd name="connsiteY11" fmla="*/ 360714 h 559213"/>
                <a:gd name="connsiteX12" fmla="*/ 399269 w 535905"/>
                <a:gd name="connsiteY12" fmla="*/ 272348 h 559213"/>
                <a:gd name="connsiteX13" fmla="*/ 358492 w 535905"/>
                <a:gd name="connsiteY13" fmla="*/ 116086 h 559213"/>
                <a:gd name="connsiteX14" fmla="*/ 219196 w 535905"/>
                <a:gd name="connsiteY14" fmla="*/ 34467 h 559213"/>
                <a:gd name="connsiteX15" fmla="*/ 46778 w 535905"/>
                <a:gd name="connsiteY15" fmla="*/ 88804 h 559213"/>
                <a:gd name="connsiteX16" fmla="*/ 45253 w 535905"/>
                <a:gd name="connsiteY16" fmla="*/ 90167 h 559213"/>
                <a:gd name="connsiteX17" fmla="*/ 45124 w 535905"/>
                <a:gd name="connsiteY17" fmla="*/ 90296 h 559213"/>
                <a:gd name="connsiteX18" fmla="*/ 34191 w 535905"/>
                <a:gd name="connsiteY18" fmla="*/ 101748 h 559213"/>
                <a:gd name="connsiteX19" fmla="*/ 28223 w 535905"/>
                <a:gd name="connsiteY19" fmla="*/ 93832 h 559213"/>
                <a:gd name="connsiteX20" fmla="*/ 0 w 535905"/>
                <a:gd name="connsiteY20" fmla="*/ 56527 h 559213"/>
                <a:gd name="connsiteX21" fmla="*/ 62609 w 535905"/>
                <a:gd name="connsiteY21" fmla="*/ 9327 h 559213"/>
                <a:gd name="connsiteX22" fmla="*/ 76785 w 535905"/>
                <a:gd name="connsiteY22" fmla="*/ 28044 h 559213"/>
                <a:gd name="connsiteX23" fmla="*/ 223640 w 535905"/>
                <a:gd name="connsiteY23" fmla="*/ 2320 h 559213"/>
                <a:gd name="connsiteX24" fmla="*/ 384346 w 535905"/>
                <a:gd name="connsiteY24" fmla="*/ 96525 h 559213"/>
                <a:gd name="connsiteX25" fmla="*/ 431384 w 535905"/>
                <a:gd name="connsiteY25" fmla="*/ 276793 h 559213"/>
                <a:gd name="connsiteX26" fmla="*/ 392684 w 535905"/>
                <a:gd name="connsiteY26" fmla="*/ 378751 h 559213"/>
                <a:gd name="connsiteX27" fmla="*/ 389375 w 535905"/>
                <a:gd name="connsiteY27" fmla="*/ 383552 h 559213"/>
                <a:gd name="connsiteX28" fmla="*/ 387234 w 535905"/>
                <a:gd name="connsiteY28" fmla="*/ 386536 h 559213"/>
                <a:gd name="connsiteX29" fmla="*/ 378767 w 535905"/>
                <a:gd name="connsiteY29" fmla="*/ 397598 h 559213"/>
                <a:gd name="connsiteX30" fmla="*/ 388369 w 535905"/>
                <a:gd name="connsiteY30" fmla="*/ 410282 h 559213"/>
                <a:gd name="connsiteX31" fmla="*/ 410525 w 535905"/>
                <a:gd name="connsiteY31" fmla="*/ 393511 h 559213"/>
                <a:gd name="connsiteX32" fmla="*/ 535905 w 535905"/>
                <a:gd name="connsiteY32" fmla="*/ 559213 h 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5905" h="559213">
                  <a:moveTo>
                    <a:pt x="535905" y="559213"/>
                  </a:moveTo>
                  <a:lnTo>
                    <a:pt x="495226" y="559213"/>
                  </a:lnTo>
                  <a:lnTo>
                    <a:pt x="404232" y="438959"/>
                  </a:lnTo>
                  <a:lnTo>
                    <a:pt x="382043" y="455763"/>
                  </a:lnTo>
                  <a:lnTo>
                    <a:pt x="372246" y="442722"/>
                  </a:lnTo>
                  <a:lnTo>
                    <a:pt x="342305" y="403146"/>
                  </a:lnTo>
                  <a:lnTo>
                    <a:pt x="336400" y="395360"/>
                  </a:lnTo>
                  <a:cubicBezTo>
                    <a:pt x="339158" y="392765"/>
                    <a:pt x="341850" y="390105"/>
                    <a:pt x="344478" y="387347"/>
                  </a:cubicBezTo>
                  <a:cubicBezTo>
                    <a:pt x="344835" y="386958"/>
                    <a:pt x="348241" y="383357"/>
                    <a:pt x="348695" y="382871"/>
                  </a:cubicBezTo>
                  <a:cubicBezTo>
                    <a:pt x="352977" y="378070"/>
                    <a:pt x="357000" y="373041"/>
                    <a:pt x="360957" y="367527"/>
                  </a:cubicBezTo>
                  <a:cubicBezTo>
                    <a:pt x="361606" y="366651"/>
                    <a:pt x="362223" y="365775"/>
                    <a:pt x="362807" y="364899"/>
                  </a:cubicBezTo>
                  <a:cubicBezTo>
                    <a:pt x="362839" y="364867"/>
                    <a:pt x="364785" y="362142"/>
                    <a:pt x="365694" y="360714"/>
                  </a:cubicBezTo>
                  <a:cubicBezTo>
                    <a:pt x="383535" y="334081"/>
                    <a:pt x="394825" y="304366"/>
                    <a:pt x="399269" y="272348"/>
                  </a:cubicBezTo>
                  <a:cubicBezTo>
                    <a:pt x="406989" y="216520"/>
                    <a:pt x="392489" y="161015"/>
                    <a:pt x="358492" y="116086"/>
                  </a:cubicBezTo>
                  <a:cubicBezTo>
                    <a:pt x="324463" y="71157"/>
                    <a:pt x="275024" y="42156"/>
                    <a:pt x="219196" y="34467"/>
                  </a:cubicBezTo>
                  <a:cubicBezTo>
                    <a:pt x="156262" y="25741"/>
                    <a:pt x="93427" y="45562"/>
                    <a:pt x="46778" y="88804"/>
                  </a:cubicBezTo>
                  <a:lnTo>
                    <a:pt x="45253" y="90167"/>
                  </a:lnTo>
                  <a:lnTo>
                    <a:pt x="45124" y="90296"/>
                  </a:lnTo>
                  <a:cubicBezTo>
                    <a:pt x="41328" y="93994"/>
                    <a:pt x="37663" y="97790"/>
                    <a:pt x="34191" y="101748"/>
                  </a:cubicBezTo>
                  <a:lnTo>
                    <a:pt x="28223" y="93832"/>
                  </a:lnTo>
                  <a:lnTo>
                    <a:pt x="0" y="56527"/>
                  </a:lnTo>
                  <a:lnTo>
                    <a:pt x="62609" y="9327"/>
                  </a:lnTo>
                  <a:lnTo>
                    <a:pt x="76785" y="28044"/>
                  </a:lnTo>
                  <a:cubicBezTo>
                    <a:pt x="121357" y="4493"/>
                    <a:pt x="172482" y="-4752"/>
                    <a:pt x="223640" y="2320"/>
                  </a:cubicBezTo>
                  <a:cubicBezTo>
                    <a:pt x="288033" y="11208"/>
                    <a:pt x="345094" y="44654"/>
                    <a:pt x="384346" y="96525"/>
                  </a:cubicBezTo>
                  <a:cubicBezTo>
                    <a:pt x="423599" y="148364"/>
                    <a:pt x="440305" y="212400"/>
                    <a:pt x="431384" y="276793"/>
                  </a:cubicBezTo>
                  <a:cubicBezTo>
                    <a:pt x="426291" y="313709"/>
                    <a:pt x="413250" y="348030"/>
                    <a:pt x="392684" y="378751"/>
                  </a:cubicBezTo>
                  <a:cubicBezTo>
                    <a:pt x="391613" y="380373"/>
                    <a:pt x="389375" y="383552"/>
                    <a:pt x="389375" y="383552"/>
                  </a:cubicBezTo>
                  <a:cubicBezTo>
                    <a:pt x="388661" y="384558"/>
                    <a:pt x="387947" y="385563"/>
                    <a:pt x="387234" y="386536"/>
                  </a:cubicBezTo>
                  <a:cubicBezTo>
                    <a:pt x="384444" y="390397"/>
                    <a:pt x="381654" y="394062"/>
                    <a:pt x="378767" y="397598"/>
                  </a:cubicBezTo>
                  <a:lnTo>
                    <a:pt x="388369" y="410282"/>
                  </a:lnTo>
                  <a:lnTo>
                    <a:pt x="410525" y="393511"/>
                  </a:lnTo>
                  <a:lnTo>
                    <a:pt x="535905" y="559213"/>
                  </a:lnTo>
                  <a:close/>
                </a:path>
              </a:pathLst>
            </a:custGeom>
            <a:solidFill>
              <a:srgbClr val="CFABCF"/>
            </a:solidFill>
            <a:ln w="3242" cap="flat">
              <a:noFill/>
              <a:prstDash val="solid"/>
              <a:miter/>
            </a:ln>
          </p:spPr>
          <p:txBody>
            <a:bodyPr rtlCol="0" anchor="ctr"/>
            <a:lstStyle/>
            <a:p>
              <a:endParaRPr lang="en-US"/>
            </a:p>
          </p:txBody>
        </p:sp>
      </p:grpSp>
      <p:grpSp>
        <p:nvGrpSpPr>
          <p:cNvPr id="406" name="Group 1220"/>
          <p:cNvGrpSpPr/>
          <p:nvPr/>
        </p:nvGrpSpPr>
        <p:grpSpPr>
          <a:xfrm>
            <a:off x="3287784" y="3661569"/>
            <a:ext cx="383115" cy="383022"/>
            <a:chOff x="4221983" y="5199317"/>
            <a:chExt cx="640126" cy="639971"/>
          </a:xfrm>
        </p:grpSpPr>
        <p:sp>
          <p:nvSpPr>
            <p:cNvPr id="407" name="Freeform: Shape 1147"/>
            <p:cNvSpPr/>
            <p:nvPr/>
          </p:nvSpPr>
          <p:spPr>
            <a:xfrm>
              <a:off x="4322122" y="5444108"/>
              <a:ext cx="89690" cy="139717"/>
            </a:xfrm>
            <a:custGeom>
              <a:avLst/>
              <a:gdLst>
                <a:gd name="connsiteX0" fmla="*/ 39877 w 89690"/>
                <a:gd name="connsiteY0" fmla="*/ 0 h 139717"/>
                <a:gd name="connsiteX1" fmla="*/ 39877 w 89690"/>
                <a:gd name="connsiteY1" fmla="*/ 15798 h 139717"/>
                <a:gd name="connsiteX2" fmla="*/ 26771 w 89690"/>
                <a:gd name="connsiteY2" fmla="*/ 17907 h 139717"/>
                <a:gd name="connsiteX3" fmla="*/ 9935 w 89690"/>
                <a:gd name="connsiteY3" fmla="*/ 40160 h 139717"/>
                <a:gd name="connsiteX4" fmla="*/ 46430 w 89690"/>
                <a:gd name="connsiteY4" fmla="*/ 65528 h 139717"/>
                <a:gd name="connsiteX5" fmla="*/ 79843 w 89690"/>
                <a:gd name="connsiteY5" fmla="*/ 89339 h 139717"/>
                <a:gd name="connsiteX6" fmla="*/ 79843 w 89690"/>
                <a:gd name="connsiteY6" fmla="*/ 89631 h 139717"/>
                <a:gd name="connsiteX7" fmla="*/ 79843 w 89690"/>
                <a:gd name="connsiteY7" fmla="*/ 89923 h 139717"/>
                <a:gd name="connsiteX8" fmla="*/ 68716 w 89690"/>
                <a:gd name="connsiteY8" fmla="*/ 108219 h 139717"/>
                <a:gd name="connsiteX9" fmla="*/ 20835 w 89690"/>
                <a:gd name="connsiteY9" fmla="*/ 108219 h 139717"/>
                <a:gd name="connsiteX10" fmla="*/ 9740 w 89690"/>
                <a:gd name="connsiteY10" fmla="*/ 89923 h 139717"/>
                <a:gd name="connsiteX11" fmla="*/ 9 w 89690"/>
                <a:gd name="connsiteY11" fmla="*/ 89696 h 139717"/>
                <a:gd name="connsiteX12" fmla="*/ 15904 w 89690"/>
                <a:gd name="connsiteY12" fmla="*/ 116621 h 139717"/>
                <a:gd name="connsiteX13" fmla="*/ 39910 w 89690"/>
                <a:gd name="connsiteY13" fmla="*/ 123563 h 139717"/>
                <a:gd name="connsiteX14" fmla="*/ 39910 w 89690"/>
                <a:gd name="connsiteY14" fmla="*/ 139718 h 139717"/>
                <a:gd name="connsiteX15" fmla="*/ 49642 w 89690"/>
                <a:gd name="connsiteY15" fmla="*/ 139718 h 139717"/>
                <a:gd name="connsiteX16" fmla="*/ 49642 w 89690"/>
                <a:gd name="connsiteY16" fmla="*/ 123563 h 139717"/>
                <a:gd name="connsiteX17" fmla="*/ 73647 w 89690"/>
                <a:gd name="connsiteY17" fmla="*/ 116621 h 139717"/>
                <a:gd name="connsiteX18" fmla="*/ 89575 w 89690"/>
                <a:gd name="connsiteY18" fmla="*/ 89988 h 139717"/>
                <a:gd name="connsiteX19" fmla="*/ 48863 w 89690"/>
                <a:gd name="connsiteY19" fmla="*/ 56089 h 139717"/>
                <a:gd name="connsiteX20" fmla="*/ 19699 w 89690"/>
                <a:gd name="connsiteY20" fmla="*/ 39414 h 139717"/>
                <a:gd name="connsiteX21" fmla="*/ 29756 w 89690"/>
                <a:gd name="connsiteY21" fmla="*/ 27152 h 139717"/>
                <a:gd name="connsiteX22" fmla="*/ 70500 w 89690"/>
                <a:gd name="connsiteY22" fmla="*/ 32310 h 139717"/>
                <a:gd name="connsiteX23" fmla="*/ 78967 w 89690"/>
                <a:gd name="connsiteY23" fmla="*/ 27541 h 139717"/>
                <a:gd name="connsiteX24" fmla="*/ 49642 w 89690"/>
                <a:gd name="connsiteY24" fmla="*/ 15928 h 139717"/>
                <a:gd name="connsiteX25" fmla="*/ 49642 w 89690"/>
                <a:gd name="connsiteY25" fmla="*/ 0 h 139717"/>
                <a:gd name="connsiteX26" fmla="*/ 39910 w 89690"/>
                <a:gd name="connsiteY26" fmla="*/ 0 h 13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690" h="139717">
                  <a:moveTo>
                    <a:pt x="39877" y="0"/>
                  </a:moveTo>
                  <a:lnTo>
                    <a:pt x="39877" y="15798"/>
                  </a:lnTo>
                  <a:cubicBezTo>
                    <a:pt x="35108" y="16025"/>
                    <a:pt x="30567" y="16707"/>
                    <a:pt x="26771" y="17907"/>
                  </a:cubicBezTo>
                  <a:cubicBezTo>
                    <a:pt x="15028" y="21605"/>
                    <a:pt x="8897" y="29812"/>
                    <a:pt x="9935" y="40160"/>
                  </a:cubicBezTo>
                  <a:cubicBezTo>
                    <a:pt x="10778" y="56510"/>
                    <a:pt x="28880" y="61084"/>
                    <a:pt x="46430" y="65528"/>
                  </a:cubicBezTo>
                  <a:cubicBezTo>
                    <a:pt x="68100" y="71011"/>
                    <a:pt x="81173" y="75358"/>
                    <a:pt x="79843" y="89339"/>
                  </a:cubicBezTo>
                  <a:lnTo>
                    <a:pt x="79843" y="89631"/>
                  </a:lnTo>
                  <a:cubicBezTo>
                    <a:pt x="79843" y="89631"/>
                    <a:pt x="79843" y="89923"/>
                    <a:pt x="79843" y="89923"/>
                  </a:cubicBezTo>
                  <a:cubicBezTo>
                    <a:pt x="80005" y="97644"/>
                    <a:pt x="76275" y="103807"/>
                    <a:pt x="68716" y="108219"/>
                  </a:cubicBezTo>
                  <a:cubicBezTo>
                    <a:pt x="55513" y="115972"/>
                    <a:pt x="34038" y="115972"/>
                    <a:pt x="20835" y="108219"/>
                  </a:cubicBezTo>
                  <a:cubicBezTo>
                    <a:pt x="13276" y="103775"/>
                    <a:pt x="9546" y="97611"/>
                    <a:pt x="9740" y="89923"/>
                  </a:cubicBezTo>
                  <a:lnTo>
                    <a:pt x="9" y="89696"/>
                  </a:lnTo>
                  <a:cubicBezTo>
                    <a:pt x="-251" y="100888"/>
                    <a:pt x="5394" y="110458"/>
                    <a:pt x="15904" y="116621"/>
                  </a:cubicBezTo>
                  <a:cubicBezTo>
                    <a:pt x="22749" y="120643"/>
                    <a:pt x="31216" y="122947"/>
                    <a:pt x="39910" y="123563"/>
                  </a:cubicBezTo>
                  <a:lnTo>
                    <a:pt x="39910" y="139718"/>
                  </a:lnTo>
                  <a:lnTo>
                    <a:pt x="49642" y="139718"/>
                  </a:lnTo>
                  <a:lnTo>
                    <a:pt x="49642" y="123563"/>
                  </a:lnTo>
                  <a:cubicBezTo>
                    <a:pt x="58368" y="122947"/>
                    <a:pt x="66834" y="120643"/>
                    <a:pt x="73647" y="116621"/>
                  </a:cubicBezTo>
                  <a:cubicBezTo>
                    <a:pt x="84060" y="110490"/>
                    <a:pt x="89737" y="101050"/>
                    <a:pt x="89575" y="89988"/>
                  </a:cubicBezTo>
                  <a:cubicBezTo>
                    <a:pt x="91554" y="66923"/>
                    <a:pt x="67873" y="60922"/>
                    <a:pt x="48863" y="56089"/>
                  </a:cubicBezTo>
                  <a:cubicBezTo>
                    <a:pt x="31540" y="51709"/>
                    <a:pt x="20154" y="48173"/>
                    <a:pt x="19699" y="39414"/>
                  </a:cubicBezTo>
                  <a:cubicBezTo>
                    <a:pt x="19310" y="35619"/>
                    <a:pt x="19959" y="30234"/>
                    <a:pt x="29756" y="27152"/>
                  </a:cubicBezTo>
                  <a:cubicBezTo>
                    <a:pt x="45911" y="22059"/>
                    <a:pt x="68197" y="28255"/>
                    <a:pt x="70500" y="32310"/>
                  </a:cubicBezTo>
                  <a:lnTo>
                    <a:pt x="78967" y="27541"/>
                  </a:lnTo>
                  <a:cubicBezTo>
                    <a:pt x="75269" y="20988"/>
                    <a:pt x="62650" y="16901"/>
                    <a:pt x="49642" y="15928"/>
                  </a:cubicBezTo>
                  <a:lnTo>
                    <a:pt x="49642" y="0"/>
                  </a:lnTo>
                  <a:lnTo>
                    <a:pt x="39910" y="0"/>
                  </a:lnTo>
                  <a:close/>
                </a:path>
              </a:pathLst>
            </a:custGeom>
            <a:solidFill>
              <a:srgbClr val="000000"/>
            </a:solidFill>
            <a:ln w="3242" cap="flat">
              <a:noFill/>
              <a:prstDash val="solid"/>
              <a:miter/>
            </a:ln>
          </p:spPr>
          <p:txBody>
            <a:bodyPr rtlCol="0" anchor="ctr"/>
            <a:lstStyle/>
            <a:p>
              <a:endParaRPr lang="en-US"/>
            </a:p>
          </p:txBody>
        </p:sp>
        <p:sp>
          <p:nvSpPr>
            <p:cNvPr id="408" name="Freeform: Shape 1148"/>
            <p:cNvSpPr/>
            <p:nvPr/>
          </p:nvSpPr>
          <p:spPr>
            <a:xfrm>
              <a:off x="4221983" y="5199317"/>
              <a:ext cx="600823" cy="629947"/>
            </a:xfrm>
            <a:custGeom>
              <a:avLst/>
              <a:gdLst>
                <a:gd name="connsiteX0" fmla="*/ 589697 w 600823"/>
                <a:gd name="connsiteY0" fmla="*/ 607499 h 629947"/>
                <a:gd name="connsiteX1" fmla="*/ 577012 w 600823"/>
                <a:gd name="connsiteY1" fmla="*/ 605910 h 629947"/>
                <a:gd name="connsiteX2" fmla="*/ 576201 w 600823"/>
                <a:gd name="connsiteY2" fmla="*/ 605683 h 629947"/>
                <a:gd name="connsiteX3" fmla="*/ 576169 w 600823"/>
                <a:gd name="connsiteY3" fmla="*/ 605683 h 629947"/>
                <a:gd name="connsiteX4" fmla="*/ 544540 w 600823"/>
                <a:gd name="connsiteY4" fmla="*/ 611198 h 629947"/>
                <a:gd name="connsiteX5" fmla="*/ 533673 w 600823"/>
                <a:gd name="connsiteY5" fmla="*/ 612171 h 629947"/>
                <a:gd name="connsiteX6" fmla="*/ 357785 w 600823"/>
                <a:gd name="connsiteY6" fmla="*/ 619340 h 629947"/>
                <a:gd name="connsiteX7" fmla="*/ 239574 w 600823"/>
                <a:gd name="connsiteY7" fmla="*/ 614247 h 629947"/>
                <a:gd name="connsiteX8" fmla="*/ 239574 w 600823"/>
                <a:gd name="connsiteY8" fmla="*/ 614247 h 629947"/>
                <a:gd name="connsiteX9" fmla="*/ 239704 w 600823"/>
                <a:gd name="connsiteY9" fmla="*/ 611036 h 629947"/>
                <a:gd name="connsiteX10" fmla="*/ 236135 w 600823"/>
                <a:gd name="connsiteY10" fmla="*/ 580867 h 629947"/>
                <a:gd name="connsiteX11" fmla="*/ 230620 w 600823"/>
                <a:gd name="connsiteY11" fmla="*/ 579439 h 629947"/>
                <a:gd name="connsiteX12" fmla="*/ 229582 w 600823"/>
                <a:gd name="connsiteY12" fmla="*/ 579634 h 629947"/>
                <a:gd name="connsiteX13" fmla="*/ 229485 w 600823"/>
                <a:gd name="connsiteY13" fmla="*/ 579439 h 629947"/>
                <a:gd name="connsiteX14" fmla="*/ 229712 w 600823"/>
                <a:gd name="connsiteY14" fmla="*/ 571102 h 629947"/>
                <a:gd name="connsiteX15" fmla="*/ 229582 w 600823"/>
                <a:gd name="connsiteY15" fmla="*/ 549011 h 629947"/>
                <a:gd name="connsiteX16" fmla="*/ 248105 w 600823"/>
                <a:gd name="connsiteY16" fmla="*/ 544923 h 629947"/>
                <a:gd name="connsiteX17" fmla="*/ 249663 w 600823"/>
                <a:gd name="connsiteY17" fmla="*/ 540706 h 629947"/>
                <a:gd name="connsiteX18" fmla="*/ 249598 w 600823"/>
                <a:gd name="connsiteY18" fmla="*/ 539830 h 629947"/>
                <a:gd name="connsiteX19" fmla="*/ 249468 w 600823"/>
                <a:gd name="connsiteY19" fmla="*/ 539538 h 629947"/>
                <a:gd name="connsiteX20" fmla="*/ 249695 w 600823"/>
                <a:gd name="connsiteY20" fmla="*/ 531201 h 629947"/>
                <a:gd name="connsiteX21" fmla="*/ 246127 w 600823"/>
                <a:gd name="connsiteY21" fmla="*/ 501032 h 629947"/>
                <a:gd name="connsiteX22" fmla="*/ 240612 w 600823"/>
                <a:gd name="connsiteY22" fmla="*/ 499605 h 629947"/>
                <a:gd name="connsiteX23" fmla="*/ 239574 w 600823"/>
                <a:gd name="connsiteY23" fmla="*/ 499800 h 629947"/>
                <a:gd name="connsiteX24" fmla="*/ 239476 w 600823"/>
                <a:gd name="connsiteY24" fmla="*/ 499605 h 629947"/>
                <a:gd name="connsiteX25" fmla="*/ 239704 w 600823"/>
                <a:gd name="connsiteY25" fmla="*/ 491268 h 629947"/>
                <a:gd name="connsiteX26" fmla="*/ 236135 w 600823"/>
                <a:gd name="connsiteY26" fmla="*/ 461099 h 629947"/>
                <a:gd name="connsiteX27" fmla="*/ 230620 w 600823"/>
                <a:gd name="connsiteY27" fmla="*/ 459672 h 629947"/>
                <a:gd name="connsiteX28" fmla="*/ 229582 w 600823"/>
                <a:gd name="connsiteY28" fmla="*/ 459866 h 629947"/>
                <a:gd name="connsiteX29" fmla="*/ 229485 w 600823"/>
                <a:gd name="connsiteY29" fmla="*/ 459672 h 629947"/>
                <a:gd name="connsiteX30" fmla="*/ 229712 w 600823"/>
                <a:gd name="connsiteY30" fmla="*/ 451335 h 629947"/>
                <a:gd name="connsiteX31" fmla="*/ 226144 w 600823"/>
                <a:gd name="connsiteY31" fmla="*/ 421166 h 629947"/>
                <a:gd name="connsiteX32" fmla="*/ 220629 w 600823"/>
                <a:gd name="connsiteY32" fmla="*/ 419738 h 629947"/>
                <a:gd name="connsiteX33" fmla="*/ 219331 w 600823"/>
                <a:gd name="connsiteY33" fmla="*/ 419998 h 629947"/>
                <a:gd name="connsiteX34" fmla="*/ 219331 w 600823"/>
                <a:gd name="connsiteY34" fmla="*/ 419998 h 629947"/>
                <a:gd name="connsiteX35" fmla="*/ 184589 w 600823"/>
                <a:gd name="connsiteY35" fmla="*/ 420095 h 629947"/>
                <a:gd name="connsiteX36" fmla="*/ 249695 w 600823"/>
                <a:gd name="connsiteY36" fmla="*/ 314633 h 629947"/>
                <a:gd name="connsiteX37" fmla="*/ 168887 w 600823"/>
                <a:gd name="connsiteY37" fmla="*/ 204306 h 629947"/>
                <a:gd name="connsiteX38" fmla="*/ 210184 w 600823"/>
                <a:gd name="connsiteY38" fmla="*/ 162393 h 629947"/>
                <a:gd name="connsiteX39" fmla="*/ 212227 w 600823"/>
                <a:gd name="connsiteY39" fmla="*/ 160966 h 629947"/>
                <a:gd name="connsiteX40" fmla="*/ 385326 w 600823"/>
                <a:gd name="connsiteY40" fmla="*/ 129694 h 629947"/>
                <a:gd name="connsiteX41" fmla="*/ 396453 w 600823"/>
                <a:gd name="connsiteY41" fmla="*/ 129889 h 629947"/>
                <a:gd name="connsiteX42" fmla="*/ 398075 w 600823"/>
                <a:gd name="connsiteY42" fmla="*/ 129824 h 629947"/>
                <a:gd name="connsiteX43" fmla="*/ 398594 w 600823"/>
                <a:gd name="connsiteY43" fmla="*/ 120060 h 629947"/>
                <a:gd name="connsiteX44" fmla="*/ 396291 w 600823"/>
                <a:gd name="connsiteY44" fmla="*/ 120157 h 629947"/>
                <a:gd name="connsiteX45" fmla="*/ 385520 w 600823"/>
                <a:gd name="connsiteY45" fmla="*/ 119962 h 629947"/>
                <a:gd name="connsiteX46" fmla="*/ 299425 w 600823"/>
                <a:gd name="connsiteY46" fmla="*/ 121811 h 629947"/>
                <a:gd name="connsiteX47" fmla="*/ 304778 w 600823"/>
                <a:gd name="connsiteY47" fmla="*/ 93459 h 629947"/>
                <a:gd name="connsiteX48" fmla="*/ 314704 w 600823"/>
                <a:gd name="connsiteY48" fmla="*/ 89955 h 629947"/>
                <a:gd name="connsiteX49" fmla="*/ 384093 w 600823"/>
                <a:gd name="connsiteY49" fmla="*/ 89955 h 629947"/>
                <a:gd name="connsiteX50" fmla="*/ 388537 w 600823"/>
                <a:gd name="connsiteY50" fmla="*/ 80224 h 629947"/>
                <a:gd name="connsiteX51" fmla="*/ 314769 w 600823"/>
                <a:gd name="connsiteY51" fmla="*/ 80224 h 629947"/>
                <a:gd name="connsiteX52" fmla="*/ 308216 w 600823"/>
                <a:gd name="connsiteY52" fmla="*/ 80937 h 629947"/>
                <a:gd name="connsiteX53" fmla="*/ 281324 w 600823"/>
                <a:gd name="connsiteY53" fmla="*/ 18166 h 629947"/>
                <a:gd name="connsiteX54" fmla="*/ 304356 w 600823"/>
                <a:gd name="connsiteY54" fmla="*/ 10510 h 629947"/>
                <a:gd name="connsiteX55" fmla="*/ 319830 w 600823"/>
                <a:gd name="connsiteY55" fmla="*/ 18264 h 629947"/>
                <a:gd name="connsiteX56" fmla="*/ 319830 w 600823"/>
                <a:gd name="connsiteY56" fmla="*/ 35197 h 629947"/>
                <a:gd name="connsiteX57" fmla="*/ 329562 w 600823"/>
                <a:gd name="connsiteY57" fmla="*/ 35197 h 629947"/>
                <a:gd name="connsiteX58" fmla="*/ 329562 w 600823"/>
                <a:gd name="connsiteY58" fmla="*/ 18750 h 629947"/>
                <a:gd name="connsiteX59" fmla="*/ 329562 w 600823"/>
                <a:gd name="connsiteY59" fmla="*/ 18750 h 629947"/>
                <a:gd name="connsiteX60" fmla="*/ 354638 w 600823"/>
                <a:gd name="connsiteY60" fmla="*/ 10381 h 629947"/>
                <a:gd name="connsiteX61" fmla="*/ 378416 w 600823"/>
                <a:gd name="connsiteY61" fmla="*/ 18328 h 629947"/>
                <a:gd name="connsiteX62" fmla="*/ 369982 w 600823"/>
                <a:gd name="connsiteY62" fmla="*/ 43631 h 629947"/>
                <a:gd name="connsiteX63" fmla="*/ 379227 w 600823"/>
                <a:gd name="connsiteY63" fmla="*/ 46713 h 629947"/>
                <a:gd name="connsiteX64" fmla="*/ 388570 w 600823"/>
                <a:gd name="connsiteY64" fmla="*/ 18685 h 629947"/>
                <a:gd name="connsiteX65" fmla="*/ 404919 w 600823"/>
                <a:gd name="connsiteY65" fmla="*/ 10510 h 629947"/>
                <a:gd name="connsiteX66" fmla="*/ 416987 w 600823"/>
                <a:gd name="connsiteY66" fmla="*/ 14533 h 629947"/>
                <a:gd name="connsiteX67" fmla="*/ 420847 w 600823"/>
                <a:gd name="connsiteY67" fmla="*/ 5547 h 629947"/>
                <a:gd name="connsiteX68" fmla="*/ 404173 w 600823"/>
                <a:gd name="connsiteY68" fmla="*/ 0 h 629947"/>
                <a:gd name="connsiteX69" fmla="*/ 384191 w 600823"/>
                <a:gd name="connsiteY69" fmla="*/ 9991 h 629947"/>
                <a:gd name="connsiteX70" fmla="*/ 354638 w 600823"/>
                <a:gd name="connsiteY70" fmla="*/ 129 h 629947"/>
                <a:gd name="connsiteX71" fmla="*/ 325053 w 600823"/>
                <a:gd name="connsiteY71" fmla="*/ 9991 h 629947"/>
                <a:gd name="connsiteX72" fmla="*/ 305102 w 600823"/>
                <a:gd name="connsiteY72" fmla="*/ 0 h 629947"/>
                <a:gd name="connsiteX73" fmla="*/ 268218 w 600823"/>
                <a:gd name="connsiteY73" fmla="*/ 12294 h 629947"/>
                <a:gd name="connsiteX74" fmla="*/ 299425 w 600823"/>
                <a:gd name="connsiteY74" fmla="*/ 85187 h 629947"/>
                <a:gd name="connsiteX75" fmla="*/ 297771 w 600823"/>
                <a:gd name="connsiteY75" fmla="*/ 86711 h 629947"/>
                <a:gd name="connsiteX76" fmla="*/ 295046 w 600823"/>
                <a:gd name="connsiteY76" fmla="*/ 90215 h 629947"/>
                <a:gd name="connsiteX77" fmla="*/ 295046 w 600823"/>
                <a:gd name="connsiteY77" fmla="*/ 90215 h 629947"/>
                <a:gd name="connsiteX78" fmla="*/ 277529 w 600823"/>
                <a:gd name="connsiteY78" fmla="*/ 90215 h 629947"/>
                <a:gd name="connsiteX79" fmla="*/ 238958 w 600823"/>
                <a:gd name="connsiteY79" fmla="*/ 72503 h 629947"/>
                <a:gd name="connsiteX80" fmla="*/ 230718 w 600823"/>
                <a:gd name="connsiteY80" fmla="*/ 77693 h 629947"/>
                <a:gd name="connsiteX81" fmla="*/ 268835 w 600823"/>
                <a:gd name="connsiteY81" fmla="*/ 100336 h 629947"/>
                <a:gd name="connsiteX82" fmla="*/ 278145 w 600823"/>
                <a:gd name="connsiteY82" fmla="*/ 99947 h 629947"/>
                <a:gd name="connsiteX83" fmla="*/ 291121 w 600823"/>
                <a:gd name="connsiteY83" fmla="*/ 99655 h 629947"/>
                <a:gd name="connsiteX84" fmla="*/ 289726 w 600823"/>
                <a:gd name="connsiteY84" fmla="*/ 122914 h 629947"/>
                <a:gd name="connsiteX85" fmla="*/ 206388 w 600823"/>
                <a:gd name="connsiteY85" fmla="*/ 153116 h 629947"/>
                <a:gd name="connsiteX86" fmla="*/ 204636 w 600823"/>
                <a:gd name="connsiteY86" fmla="*/ 154348 h 629947"/>
                <a:gd name="connsiteX87" fmla="*/ 158409 w 600823"/>
                <a:gd name="connsiteY87" fmla="*/ 202391 h 629947"/>
                <a:gd name="connsiteX88" fmla="*/ 145272 w 600823"/>
                <a:gd name="connsiteY88" fmla="*/ 201516 h 629947"/>
                <a:gd name="connsiteX89" fmla="*/ 36793 w 600823"/>
                <a:gd name="connsiteY89" fmla="*/ 228506 h 629947"/>
                <a:gd name="connsiteX90" fmla="*/ 395 w 600823"/>
                <a:gd name="connsiteY90" fmla="*/ 314795 h 629947"/>
                <a:gd name="connsiteX91" fmla="*/ 36793 w 600823"/>
                <a:gd name="connsiteY91" fmla="*/ 400858 h 629947"/>
                <a:gd name="connsiteX92" fmla="*/ 65794 w 600823"/>
                <a:gd name="connsiteY92" fmla="*/ 418668 h 629947"/>
                <a:gd name="connsiteX93" fmla="*/ 1952 w 600823"/>
                <a:gd name="connsiteY93" fmla="*/ 423858 h 629947"/>
                <a:gd name="connsiteX94" fmla="*/ 395 w 600823"/>
                <a:gd name="connsiteY94" fmla="*/ 428075 h 629947"/>
                <a:gd name="connsiteX95" fmla="*/ 460 w 600823"/>
                <a:gd name="connsiteY95" fmla="*/ 428951 h 629947"/>
                <a:gd name="connsiteX96" fmla="*/ 590 w 600823"/>
                <a:gd name="connsiteY96" fmla="*/ 429243 h 629947"/>
                <a:gd name="connsiteX97" fmla="*/ 363 w 600823"/>
                <a:gd name="connsiteY97" fmla="*/ 437580 h 629947"/>
                <a:gd name="connsiteX98" fmla="*/ 3931 w 600823"/>
                <a:gd name="connsiteY98" fmla="*/ 467749 h 629947"/>
                <a:gd name="connsiteX99" fmla="*/ 9446 w 600823"/>
                <a:gd name="connsiteY99" fmla="*/ 469177 h 629947"/>
                <a:gd name="connsiteX100" fmla="*/ 10484 w 600823"/>
                <a:gd name="connsiteY100" fmla="*/ 468982 h 629947"/>
                <a:gd name="connsiteX101" fmla="*/ 10581 w 600823"/>
                <a:gd name="connsiteY101" fmla="*/ 469177 h 629947"/>
                <a:gd name="connsiteX102" fmla="*/ 10354 w 600823"/>
                <a:gd name="connsiteY102" fmla="*/ 477513 h 629947"/>
                <a:gd name="connsiteX103" fmla="*/ 13923 w 600823"/>
                <a:gd name="connsiteY103" fmla="*/ 507683 h 629947"/>
                <a:gd name="connsiteX104" fmla="*/ 19437 w 600823"/>
                <a:gd name="connsiteY104" fmla="*/ 509110 h 629947"/>
                <a:gd name="connsiteX105" fmla="*/ 20475 w 600823"/>
                <a:gd name="connsiteY105" fmla="*/ 508915 h 629947"/>
                <a:gd name="connsiteX106" fmla="*/ 20573 w 600823"/>
                <a:gd name="connsiteY106" fmla="*/ 509110 h 629947"/>
                <a:gd name="connsiteX107" fmla="*/ 20346 w 600823"/>
                <a:gd name="connsiteY107" fmla="*/ 517447 h 629947"/>
                <a:gd name="connsiteX108" fmla="*/ 20475 w 600823"/>
                <a:gd name="connsiteY108" fmla="*/ 539538 h 629947"/>
                <a:gd name="connsiteX109" fmla="*/ 1952 w 600823"/>
                <a:gd name="connsiteY109" fmla="*/ 543626 h 629947"/>
                <a:gd name="connsiteX110" fmla="*/ 395 w 600823"/>
                <a:gd name="connsiteY110" fmla="*/ 547843 h 629947"/>
                <a:gd name="connsiteX111" fmla="*/ 460 w 600823"/>
                <a:gd name="connsiteY111" fmla="*/ 548719 h 629947"/>
                <a:gd name="connsiteX112" fmla="*/ 590 w 600823"/>
                <a:gd name="connsiteY112" fmla="*/ 549011 h 629947"/>
                <a:gd name="connsiteX113" fmla="*/ 363 w 600823"/>
                <a:gd name="connsiteY113" fmla="*/ 557348 h 629947"/>
                <a:gd name="connsiteX114" fmla="*/ 3931 w 600823"/>
                <a:gd name="connsiteY114" fmla="*/ 587517 h 629947"/>
                <a:gd name="connsiteX115" fmla="*/ 9446 w 600823"/>
                <a:gd name="connsiteY115" fmla="*/ 588944 h 629947"/>
                <a:gd name="connsiteX116" fmla="*/ 10484 w 600823"/>
                <a:gd name="connsiteY116" fmla="*/ 588750 h 629947"/>
                <a:gd name="connsiteX117" fmla="*/ 10581 w 600823"/>
                <a:gd name="connsiteY117" fmla="*/ 588944 h 629947"/>
                <a:gd name="connsiteX118" fmla="*/ 10354 w 600823"/>
                <a:gd name="connsiteY118" fmla="*/ 597281 h 629947"/>
                <a:gd name="connsiteX119" fmla="*/ 13923 w 600823"/>
                <a:gd name="connsiteY119" fmla="*/ 627450 h 629947"/>
                <a:gd name="connsiteX120" fmla="*/ 19437 w 600823"/>
                <a:gd name="connsiteY120" fmla="*/ 628878 h 629947"/>
                <a:gd name="connsiteX121" fmla="*/ 20735 w 600823"/>
                <a:gd name="connsiteY121" fmla="*/ 628618 h 629947"/>
                <a:gd name="connsiteX122" fmla="*/ 20735 w 600823"/>
                <a:gd name="connsiteY122" fmla="*/ 628618 h 629947"/>
                <a:gd name="connsiteX123" fmla="*/ 85874 w 600823"/>
                <a:gd name="connsiteY123" fmla="*/ 629007 h 629947"/>
                <a:gd name="connsiteX124" fmla="*/ 172261 w 600823"/>
                <a:gd name="connsiteY124" fmla="*/ 629948 h 629947"/>
                <a:gd name="connsiteX125" fmla="*/ 238049 w 600823"/>
                <a:gd name="connsiteY125" fmla="*/ 624758 h 629947"/>
                <a:gd name="connsiteX126" fmla="*/ 238698 w 600823"/>
                <a:gd name="connsiteY126" fmla="*/ 623947 h 629947"/>
                <a:gd name="connsiteX127" fmla="*/ 238730 w 600823"/>
                <a:gd name="connsiteY127" fmla="*/ 623947 h 629947"/>
                <a:gd name="connsiteX128" fmla="*/ 354248 w 600823"/>
                <a:gd name="connsiteY128" fmla="*/ 629104 h 629947"/>
                <a:gd name="connsiteX129" fmla="*/ 357817 w 600823"/>
                <a:gd name="connsiteY129" fmla="*/ 629072 h 629947"/>
                <a:gd name="connsiteX130" fmla="*/ 489847 w 600823"/>
                <a:gd name="connsiteY130" fmla="*/ 624790 h 629947"/>
                <a:gd name="connsiteX131" fmla="*/ 539058 w 600823"/>
                <a:gd name="connsiteY131" fmla="*/ 621579 h 629947"/>
                <a:gd name="connsiteX132" fmla="*/ 549990 w 600823"/>
                <a:gd name="connsiteY132" fmla="*/ 620281 h 629947"/>
                <a:gd name="connsiteX133" fmla="*/ 600823 w 600823"/>
                <a:gd name="connsiteY133" fmla="*/ 605651 h 629947"/>
                <a:gd name="connsiteX134" fmla="*/ 589632 w 600823"/>
                <a:gd name="connsiteY134" fmla="*/ 607499 h 629947"/>
                <a:gd name="connsiteX135" fmla="*/ 239931 w 600823"/>
                <a:gd name="connsiteY135" fmla="*/ 314601 h 629947"/>
                <a:gd name="connsiteX136" fmla="*/ 144979 w 600823"/>
                <a:gd name="connsiteY136" fmla="*/ 418084 h 629947"/>
                <a:gd name="connsiteX137" fmla="*/ 50028 w 600823"/>
                <a:gd name="connsiteY137" fmla="*/ 314666 h 629947"/>
                <a:gd name="connsiteX138" fmla="*/ 144979 w 600823"/>
                <a:gd name="connsiteY138" fmla="*/ 211248 h 629947"/>
                <a:gd name="connsiteX139" fmla="*/ 144979 w 600823"/>
                <a:gd name="connsiteY139" fmla="*/ 211248 h 629947"/>
                <a:gd name="connsiteX140" fmla="*/ 239931 w 600823"/>
                <a:gd name="connsiteY140" fmla="*/ 314601 h 629947"/>
                <a:gd name="connsiteX141" fmla="*/ 10095 w 600823"/>
                <a:gd name="connsiteY141" fmla="*/ 314795 h 629947"/>
                <a:gd name="connsiteX142" fmla="*/ 43119 w 600823"/>
                <a:gd name="connsiteY142" fmla="*/ 235870 h 629947"/>
                <a:gd name="connsiteX143" fmla="*/ 100764 w 600823"/>
                <a:gd name="connsiteY143" fmla="*/ 211280 h 629947"/>
                <a:gd name="connsiteX144" fmla="*/ 40264 w 600823"/>
                <a:gd name="connsiteY144" fmla="*/ 314601 h 629947"/>
                <a:gd name="connsiteX145" fmla="*/ 40264 w 600823"/>
                <a:gd name="connsiteY145" fmla="*/ 314763 h 629947"/>
                <a:gd name="connsiteX146" fmla="*/ 100764 w 600823"/>
                <a:gd name="connsiteY146" fmla="*/ 418084 h 629947"/>
                <a:gd name="connsiteX147" fmla="*/ 43119 w 600823"/>
                <a:gd name="connsiteY147" fmla="*/ 393494 h 629947"/>
                <a:gd name="connsiteX148" fmla="*/ 10062 w 600823"/>
                <a:gd name="connsiteY148" fmla="*/ 314795 h 629947"/>
                <a:gd name="connsiteX149" fmla="*/ 10095 w 600823"/>
                <a:gd name="connsiteY149" fmla="*/ 438002 h 629947"/>
                <a:gd name="connsiteX150" fmla="*/ 10354 w 600823"/>
                <a:gd name="connsiteY150" fmla="*/ 430476 h 629947"/>
                <a:gd name="connsiteX151" fmla="*/ 107933 w 600823"/>
                <a:gd name="connsiteY151" fmla="*/ 428627 h 629947"/>
                <a:gd name="connsiteX152" fmla="*/ 122207 w 600823"/>
                <a:gd name="connsiteY152" fmla="*/ 429243 h 629947"/>
                <a:gd name="connsiteX153" fmla="*/ 131322 w 600823"/>
                <a:gd name="connsiteY153" fmla="*/ 428951 h 629947"/>
                <a:gd name="connsiteX154" fmla="*/ 153933 w 600823"/>
                <a:gd name="connsiteY154" fmla="*/ 429308 h 629947"/>
                <a:gd name="connsiteX155" fmla="*/ 219818 w 600823"/>
                <a:gd name="connsiteY155" fmla="*/ 429665 h 629947"/>
                <a:gd name="connsiteX156" fmla="*/ 219948 w 600823"/>
                <a:gd name="connsiteY156" fmla="*/ 450848 h 629947"/>
                <a:gd name="connsiteX157" fmla="*/ 219688 w 600823"/>
                <a:gd name="connsiteY157" fmla="*/ 458374 h 629947"/>
                <a:gd name="connsiteX158" fmla="*/ 198537 w 600823"/>
                <a:gd name="connsiteY158" fmla="*/ 460028 h 629947"/>
                <a:gd name="connsiteX159" fmla="*/ 164086 w 600823"/>
                <a:gd name="connsiteY159" fmla="*/ 459509 h 629947"/>
                <a:gd name="connsiteX160" fmla="*/ 42632 w 600823"/>
                <a:gd name="connsiteY160" fmla="*/ 459023 h 629947"/>
                <a:gd name="connsiteX161" fmla="*/ 23719 w 600823"/>
                <a:gd name="connsiteY161" fmla="*/ 458861 h 629947"/>
                <a:gd name="connsiteX162" fmla="*/ 10192 w 600823"/>
                <a:gd name="connsiteY162" fmla="*/ 459185 h 629947"/>
                <a:gd name="connsiteX163" fmla="*/ 10062 w 600823"/>
                <a:gd name="connsiteY163" fmla="*/ 437970 h 629947"/>
                <a:gd name="connsiteX164" fmla="*/ 20086 w 600823"/>
                <a:gd name="connsiteY164" fmla="*/ 477935 h 629947"/>
                <a:gd name="connsiteX165" fmla="*/ 20346 w 600823"/>
                <a:gd name="connsiteY165" fmla="*/ 470409 h 629947"/>
                <a:gd name="connsiteX166" fmla="*/ 41561 w 600823"/>
                <a:gd name="connsiteY166" fmla="*/ 468755 h 629947"/>
                <a:gd name="connsiteX167" fmla="*/ 75980 w 600823"/>
                <a:gd name="connsiteY167" fmla="*/ 469274 h 629947"/>
                <a:gd name="connsiteX168" fmla="*/ 162335 w 600823"/>
                <a:gd name="connsiteY168" fmla="*/ 470214 h 629947"/>
                <a:gd name="connsiteX169" fmla="*/ 197337 w 600823"/>
                <a:gd name="connsiteY169" fmla="*/ 469760 h 629947"/>
                <a:gd name="connsiteX170" fmla="*/ 229842 w 600823"/>
                <a:gd name="connsiteY170" fmla="*/ 469598 h 629947"/>
                <a:gd name="connsiteX171" fmla="*/ 229972 w 600823"/>
                <a:gd name="connsiteY171" fmla="*/ 490781 h 629947"/>
                <a:gd name="connsiteX172" fmla="*/ 229712 w 600823"/>
                <a:gd name="connsiteY172" fmla="*/ 498307 h 629947"/>
                <a:gd name="connsiteX173" fmla="*/ 208594 w 600823"/>
                <a:gd name="connsiteY173" fmla="*/ 499962 h 629947"/>
                <a:gd name="connsiteX174" fmla="*/ 174111 w 600823"/>
                <a:gd name="connsiteY174" fmla="*/ 499443 h 629947"/>
                <a:gd name="connsiteX175" fmla="*/ 52688 w 600823"/>
                <a:gd name="connsiteY175" fmla="*/ 498956 h 629947"/>
                <a:gd name="connsiteX176" fmla="*/ 33744 w 600823"/>
                <a:gd name="connsiteY176" fmla="*/ 498794 h 629947"/>
                <a:gd name="connsiteX177" fmla="*/ 20216 w 600823"/>
                <a:gd name="connsiteY177" fmla="*/ 499118 h 629947"/>
                <a:gd name="connsiteX178" fmla="*/ 20086 w 600823"/>
                <a:gd name="connsiteY178" fmla="*/ 477903 h 629947"/>
                <a:gd name="connsiteX179" fmla="*/ 30078 w 600823"/>
                <a:gd name="connsiteY179" fmla="*/ 517868 h 629947"/>
                <a:gd name="connsiteX180" fmla="*/ 30337 w 600823"/>
                <a:gd name="connsiteY180" fmla="*/ 510342 h 629947"/>
                <a:gd name="connsiteX181" fmla="*/ 51520 w 600823"/>
                <a:gd name="connsiteY181" fmla="*/ 508688 h 629947"/>
                <a:gd name="connsiteX182" fmla="*/ 85971 w 600823"/>
                <a:gd name="connsiteY182" fmla="*/ 509207 h 629947"/>
                <a:gd name="connsiteX183" fmla="*/ 172359 w 600823"/>
                <a:gd name="connsiteY183" fmla="*/ 510148 h 629947"/>
                <a:gd name="connsiteX184" fmla="*/ 207361 w 600823"/>
                <a:gd name="connsiteY184" fmla="*/ 509694 h 629947"/>
                <a:gd name="connsiteX185" fmla="*/ 239866 w 600823"/>
                <a:gd name="connsiteY185" fmla="*/ 509531 h 629947"/>
                <a:gd name="connsiteX186" fmla="*/ 239996 w 600823"/>
                <a:gd name="connsiteY186" fmla="*/ 530747 h 629947"/>
                <a:gd name="connsiteX187" fmla="*/ 239736 w 600823"/>
                <a:gd name="connsiteY187" fmla="*/ 538273 h 629947"/>
                <a:gd name="connsiteX188" fmla="*/ 223938 w 600823"/>
                <a:gd name="connsiteY188" fmla="*/ 539701 h 629947"/>
                <a:gd name="connsiteX189" fmla="*/ 220694 w 600823"/>
                <a:gd name="connsiteY189" fmla="*/ 539506 h 629947"/>
                <a:gd name="connsiteX190" fmla="*/ 219396 w 600823"/>
                <a:gd name="connsiteY190" fmla="*/ 539765 h 629947"/>
                <a:gd name="connsiteX191" fmla="*/ 219396 w 600823"/>
                <a:gd name="connsiteY191" fmla="*/ 539765 h 629947"/>
                <a:gd name="connsiteX192" fmla="*/ 154225 w 600823"/>
                <a:gd name="connsiteY192" fmla="*/ 539376 h 629947"/>
                <a:gd name="connsiteX193" fmla="*/ 30272 w 600823"/>
                <a:gd name="connsiteY193" fmla="*/ 538987 h 629947"/>
                <a:gd name="connsiteX194" fmla="*/ 30143 w 600823"/>
                <a:gd name="connsiteY194" fmla="*/ 517868 h 629947"/>
                <a:gd name="connsiteX195" fmla="*/ 10127 w 600823"/>
                <a:gd name="connsiteY195" fmla="*/ 557802 h 629947"/>
                <a:gd name="connsiteX196" fmla="*/ 10387 w 600823"/>
                <a:gd name="connsiteY196" fmla="*/ 550276 h 629947"/>
                <a:gd name="connsiteX197" fmla="*/ 26185 w 600823"/>
                <a:gd name="connsiteY197" fmla="*/ 548848 h 629947"/>
                <a:gd name="connsiteX198" fmla="*/ 29429 w 600823"/>
                <a:gd name="connsiteY198" fmla="*/ 549043 h 629947"/>
                <a:gd name="connsiteX199" fmla="*/ 30726 w 600823"/>
                <a:gd name="connsiteY199" fmla="*/ 548784 h 629947"/>
                <a:gd name="connsiteX200" fmla="*/ 30726 w 600823"/>
                <a:gd name="connsiteY200" fmla="*/ 548784 h 629947"/>
                <a:gd name="connsiteX201" fmla="*/ 95898 w 600823"/>
                <a:gd name="connsiteY201" fmla="*/ 549173 h 629947"/>
                <a:gd name="connsiteX202" fmla="*/ 182285 w 600823"/>
                <a:gd name="connsiteY202" fmla="*/ 550114 h 629947"/>
                <a:gd name="connsiteX203" fmla="*/ 219851 w 600823"/>
                <a:gd name="connsiteY203" fmla="*/ 549562 h 629947"/>
                <a:gd name="connsiteX204" fmla="*/ 219980 w 600823"/>
                <a:gd name="connsiteY204" fmla="*/ 570680 h 629947"/>
                <a:gd name="connsiteX205" fmla="*/ 219721 w 600823"/>
                <a:gd name="connsiteY205" fmla="*/ 578207 h 629947"/>
                <a:gd name="connsiteX206" fmla="*/ 198505 w 600823"/>
                <a:gd name="connsiteY206" fmla="*/ 579861 h 629947"/>
                <a:gd name="connsiteX207" fmla="*/ 164086 w 600823"/>
                <a:gd name="connsiteY207" fmla="*/ 579342 h 629947"/>
                <a:gd name="connsiteX208" fmla="*/ 42697 w 600823"/>
                <a:gd name="connsiteY208" fmla="*/ 578855 h 629947"/>
                <a:gd name="connsiteX209" fmla="*/ 23752 w 600823"/>
                <a:gd name="connsiteY209" fmla="*/ 578693 h 629947"/>
                <a:gd name="connsiteX210" fmla="*/ 10225 w 600823"/>
                <a:gd name="connsiteY210" fmla="*/ 579018 h 629947"/>
                <a:gd name="connsiteX211" fmla="*/ 10095 w 600823"/>
                <a:gd name="connsiteY211" fmla="*/ 557802 h 629947"/>
                <a:gd name="connsiteX212" fmla="*/ 230004 w 600823"/>
                <a:gd name="connsiteY212" fmla="*/ 610581 h 629947"/>
                <a:gd name="connsiteX213" fmla="*/ 229744 w 600823"/>
                <a:gd name="connsiteY213" fmla="*/ 618107 h 629947"/>
                <a:gd name="connsiteX214" fmla="*/ 86101 w 600823"/>
                <a:gd name="connsiteY214" fmla="*/ 619243 h 629947"/>
                <a:gd name="connsiteX215" fmla="*/ 33744 w 600823"/>
                <a:gd name="connsiteY215" fmla="*/ 618562 h 629947"/>
                <a:gd name="connsiteX216" fmla="*/ 20216 w 600823"/>
                <a:gd name="connsiteY216" fmla="*/ 618886 h 629947"/>
                <a:gd name="connsiteX217" fmla="*/ 20086 w 600823"/>
                <a:gd name="connsiteY217" fmla="*/ 597670 h 629947"/>
                <a:gd name="connsiteX218" fmla="*/ 20346 w 600823"/>
                <a:gd name="connsiteY218" fmla="*/ 590144 h 629947"/>
                <a:gd name="connsiteX219" fmla="*/ 41561 w 600823"/>
                <a:gd name="connsiteY219" fmla="*/ 588490 h 629947"/>
                <a:gd name="connsiteX220" fmla="*/ 75980 w 600823"/>
                <a:gd name="connsiteY220" fmla="*/ 589009 h 629947"/>
                <a:gd name="connsiteX221" fmla="*/ 162367 w 600823"/>
                <a:gd name="connsiteY221" fmla="*/ 589950 h 629947"/>
                <a:gd name="connsiteX222" fmla="*/ 197370 w 600823"/>
                <a:gd name="connsiteY222" fmla="*/ 589496 h 629947"/>
                <a:gd name="connsiteX223" fmla="*/ 229874 w 600823"/>
                <a:gd name="connsiteY223" fmla="*/ 589333 h 629947"/>
                <a:gd name="connsiteX224" fmla="*/ 230004 w 600823"/>
                <a:gd name="connsiteY224" fmla="*/ 610549 h 629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600823" h="629947">
                  <a:moveTo>
                    <a:pt x="589697" y="607499"/>
                  </a:moveTo>
                  <a:cubicBezTo>
                    <a:pt x="585414" y="607564"/>
                    <a:pt x="581165" y="606981"/>
                    <a:pt x="577012" y="605910"/>
                  </a:cubicBezTo>
                  <a:cubicBezTo>
                    <a:pt x="576753" y="605845"/>
                    <a:pt x="576461" y="605780"/>
                    <a:pt x="576201" y="605683"/>
                  </a:cubicBezTo>
                  <a:lnTo>
                    <a:pt x="576169" y="605683"/>
                  </a:lnTo>
                  <a:cubicBezTo>
                    <a:pt x="569584" y="607240"/>
                    <a:pt x="556770" y="609900"/>
                    <a:pt x="544540" y="611198"/>
                  </a:cubicBezTo>
                  <a:cubicBezTo>
                    <a:pt x="541621" y="611490"/>
                    <a:pt x="537955" y="611814"/>
                    <a:pt x="533673" y="612171"/>
                  </a:cubicBezTo>
                  <a:cubicBezTo>
                    <a:pt x="499903" y="614863"/>
                    <a:pt x="427011" y="618626"/>
                    <a:pt x="357785" y="619340"/>
                  </a:cubicBezTo>
                  <a:cubicBezTo>
                    <a:pt x="328783" y="619664"/>
                    <a:pt x="259751" y="615934"/>
                    <a:pt x="239574" y="614247"/>
                  </a:cubicBezTo>
                  <a:cubicBezTo>
                    <a:pt x="239574" y="614247"/>
                    <a:pt x="239574" y="614247"/>
                    <a:pt x="239574" y="614247"/>
                  </a:cubicBezTo>
                  <a:cubicBezTo>
                    <a:pt x="239606" y="613176"/>
                    <a:pt x="239671" y="612041"/>
                    <a:pt x="239704" y="611036"/>
                  </a:cubicBezTo>
                  <a:cubicBezTo>
                    <a:pt x="240515" y="592642"/>
                    <a:pt x="240223" y="584370"/>
                    <a:pt x="236135" y="580867"/>
                  </a:cubicBezTo>
                  <a:cubicBezTo>
                    <a:pt x="234610" y="579569"/>
                    <a:pt x="232599" y="579050"/>
                    <a:pt x="230620" y="579439"/>
                  </a:cubicBezTo>
                  <a:lnTo>
                    <a:pt x="229582" y="579634"/>
                  </a:lnTo>
                  <a:lnTo>
                    <a:pt x="229485" y="579439"/>
                  </a:lnTo>
                  <a:cubicBezTo>
                    <a:pt x="229388" y="578044"/>
                    <a:pt x="229582" y="574217"/>
                    <a:pt x="229712" y="571102"/>
                  </a:cubicBezTo>
                  <a:cubicBezTo>
                    <a:pt x="230166" y="560948"/>
                    <a:pt x="230264" y="553877"/>
                    <a:pt x="229582" y="549011"/>
                  </a:cubicBezTo>
                  <a:cubicBezTo>
                    <a:pt x="240969" y="548167"/>
                    <a:pt x="246289" y="546837"/>
                    <a:pt x="248105" y="544923"/>
                  </a:cubicBezTo>
                  <a:cubicBezTo>
                    <a:pt x="249208" y="543756"/>
                    <a:pt x="249760" y="542263"/>
                    <a:pt x="249663" y="540706"/>
                  </a:cubicBezTo>
                  <a:lnTo>
                    <a:pt x="249598" y="539830"/>
                  </a:lnTo>
                  <a:lnTo>
                    <a:pt x="249468" y="539538"/>
                  </a:lnTo>
                  <a:cubicBezTo>
                    <a:pt x="249371" y="538143"/>
                    <a:pt x="249565" y="534316"/>
                    <a:pt x="249695" y="531201"/>
                  </a:cubicBezTo>
                  <a:cubicBezTo>
                    <a:pt x="250506" y="512808"/>
                    <a:pt x="250214" y="504536"/>
                    <a:pt x="246127" y="501032"/>
                  </a:cubicBezTo>
                  <a:cubicBezTo>
                    <a:pt x="244602" y="499735"/>
                    <a:pt x="242591" y="499215"/>
                    <a:pt x="240612" y="499605"/>
                  </a:cubicBezTo>
                  <a:lnTo>
                    <a:pt x="239574" y="499800"/>
                  </a:lnTo>
                  <a:lnTo>
                    <a:pt x="239476" y="499605"/>
                  </a:lnTo>
                  <a:cubicBezTo>
                    <a:pt x="239379" y="498210"/>
                    <a:pt x="239574" y="494382"/>
                    <a:pt x="239704" y="491268"/>
                  </a:cubicBezTo>
                  <a:cubicBezTo>
                    <a:pt x="240515" y="472874"/>
                    <a:pt x="240223" y="464602"/>
                    <a:pt x="236135" y="461099"/>
                  </a:cubicBezTo>
                  <a:cubicBezTo>
                    <a:pt x="234610" y="459801"/>
                    <a:pt x="232599" y="459282"/>
                    <a:pt x="230620" y="459672"/>
                  </a:cubicBezTo>
                  <a:lnTo>
                    <a:pt x="229582" y="459866"/>
                  </a:lnTo>
                  <a:lnTo>
                    <a:pt x="229485" y="459672"/>
                  </a:lnTo>
                  <a:cubicBezTo>
                    <a:pt x="229388" y="458276"/>
                    <a:pt x="229582" y="454449"/>
                    <a:pt x="229712" y="451335"/>
                  </a:cubicBezTo>
                  <a:cubicBezTo>
                    <a:pt x="230523" y="432941"/>
                    <a:pt x="230231" y="424669"/>
                    <a:pt x="226144" y="421166"/>
                  </a:cubicBezTo>
                  <a:cubicBezTo>
                    <a:pt x="224619" y="419868"/>
                    <a:pt x="222608" y="419349"/>
                    <a:pt x="220629" y="419738"/>
                  </a:cubicBezTo>
                  <a:lnTo>
                    <a:pt x="219331" y="419998"/>
                  </a:lnTo>
                  <a:lnTo>
                    <a:pt x="219331" y="419998"/>
                  </a:lnTo>
                  <a:cubicBezTo>
                    <a:pt x="215309" y="420387"/>
                    <a:pt x="201554" y="420322"/>
                    <a:pt x="184589" y="420095"/>
                  </a:cubicBezTo>
                  <a:cubicBezTo>
                    <a:pt x="219591" y="405854"/>
                    <a:pt x="248754" y="371662"/>
                    <a:pt x="249695" y="314633"/>
                  </a:cubicBezTo>
                  <a:cubicBezTo>
                    <a:pt x="248625" y="249365"/>
                    <a:pt x="210443" y="213973"/>
                    <a:pt x="168887" y="204306"/>
                  </a:cubicBezTo>
                  <a:cubicBezTo>
                    <a:pt x="186502" y="178678"/>
                    <a:pt x="203501" y="167000"/>
                    <a:pt x="210184" y="162393"/>
                  </a:cubicBezTo>
                  <a:cubicBezTo>
                    <a:pt x="211027" y="161810"/>
                    <a:pt x="211708" y="161323"/>
                    <a:pt x="212227" y="160966"/>
                  </a:cubicBezTo>
                  <a:cubicBezTo>
                    <a:pt x="258097" y="127034"/>
                    <a:pt x="328653" y="128494"/>
                    <a:pt x="385326" y="129694"/>
                  </a:cubicBezTo>
                  <a:lnTo>
                    <a:pt x="396453" y="129889"/>
                  </a:lnTo>
                  <a:cubicBezTo>
                    <a:pt x="397004" y="129856"/>
                    <a:pt x="397523" y="129824"/>
                    <a:pt x="398075" y="129824"/>
                  </a:cubicBezTo>
                  <a:lnTo>
                    <a:pt x="398594" y="120060"/>
                  </a:lnTo>
                  <a:cubicBezTo>
                    <a:pt x="397815" y="120092"/>
                    <a:pt x="397037" y="120124"/>
                    <a:pt x="396291" y="120157"/>
                  </a:cubicBezTo>
                  <a:lnTo>
                    <a:pt x="385520" y="119962"/>
                  </a:lnTo>
                  <a:cubicBezTo>
                    <a:pt x="358628" y="119378"/>
                    <a:pt x="328653" y="118762"/>
                    <a:pt x="299425" y="121811"/>
                  </a:cubicBezTo>
                  <a:cubicBezTo>
                    <a:pt x="299004" y="113247"/>
                    <a:pt x="298939" y="99557"/>
                    <a:pt x="304778" y="93459"/>
                  </a:cubicBezTo>
                  <a:cubicBezTo>
                    <a:pt x="307114" y="91026"/>
                    <a:pt x="310260" y="89923"/>
                    <a:pt x="314704" y="89955"/>
                  </a:cubicBezTo>
                  <a:lnTo>
                    <a:pt x="384093" y="89955"/>
                  </a:lnTo>
                  <a:lnTo>
                    <a:pt x="388537" y="80224"/>
                  </a:lnTo>
                  <a:lnTo>
                    <a:pt x="314769" y="80224"/>
                  </a:lnTo>
                  <a:cubicBezTo>
                    <a:pt x="312466" y="80224"/>
                    <a:pt x="310260" y="80450"/>
                    <a:pt x="308216" y="80937"/>
                  </a:cubicBezTo>
                  <a:lnTo>
                    <a:pt x="281324" y="18166"/>
                  </a:lnTo>
                  <a:lnTo>
                    <a:pt x="304356" y="10510"/>
                  </a:lnTo>
                  <a:lnTo>
                    <a:pt x="319830" y="18264"/>
                  </a:lnTo>
                  <a:lnTo>
                    <a:pt x="319830" y="35197"/>
                  </a:lnTo>
                  <a:lnTo>
                    <a:pt x="329562" y="35197"/>
                  </a:lnTo>
                  <a:lnTo>
                    <a:pt x="329562" y="18750"/>
                  </a:lnTo>
                  <a:lnTo>
                    <a:pt x="329562" y="18750"/>
                  </a:lnTo>
                  <a:cubicBezTo>
                    <a:pt x="329562" y="18750"/>
                    <a:pt x="354638" y="10381"/>
                    <a:pt x="354638" y="10381"/>
                  </a:cubicBezTo>
                  <a:lnTo>
                    <a:pt x="378416" y="18328"/>
                  </a:lnTo>
                  <a:lnTo>
                    <a:pt x="369982" y="43631"/>
                  </a:lnTo>
                  <a:lnTo>
                    <a:pt x="379227" y="46713"/>
                  </a:lnTo>
                  <a:lnTo>
                    <a:pt x="388570" y="18685"/>
                  </a:lnTo>
                  <a:lnTo>
                    <a:pt x="404919" y="10510"/>
                  </a:lnTo>
                  <a:lnTo>
                    <a:pt x="416987" y="14533"/>
                  </a:lnTo>
                  <a:lnTo>
                    <a:pt x="420847" y="5547"/>
                  </a:lnTo>
                  <a:lnTo>
                    <a:pt x="404173" y="0"/>
                  </a:lnTo>
                  <a:lnTo>
                    <a:pt x="384191" y="9991"/>
                  </a:lnTo>
                  <a:lnTo>
                    <a:pt x="354638" y="129"/>
                  </a:lnTo>
                  <a:lnTo>
                    <a:pt x="325053" y="9991"/>
                  </a:lnTo>
                  <a:lnTo>
                    <a:pt x="305102" y="0"/>
                  </a:lnTo>
                  <a:lnTo>
                    <a:pt x="268218" y="12294"/>
                  </a:lnTo>
                  <a:lnTo>
                    <a:pt x="299425" y="85187"/>
                  </a:lnTo>
                  <a:cubicBezTo>
                    <a:pt x="298841" y="85641"/>
                    <a:pt x="298290" y="86160"/>
                    <a:pt x="297771" y="86711"/>
                  </a:cubicBezTo>
                  <a:cubicBezTo>
                    <a:pt x="296733" y="87782"/>
                    <a:pt x="295824" y="88950"/>
                    <a:pt x="295046" y="90215"/>
                  </a:cubicBezTo>
                  <a:cubicBezTo>
                    <a:pt x="295046" y="90215"/>
                    <a:pt x="295046" y="90215"/>
                    <a:pt x="295046" y="90215"/>
                  </a:cubicBezTo>
                  <a:cubicBezTo>
                    <a:pt x="288915" y="89501"/>
                    <a:pt x="283141" y="89858"/>
                    <a:pt x="277529" y="90215"/>
                  </a:cubicBezTo>
                  <a:cubicBezTo>
                    <a:pt x="262833" y="91188"/>
                    <a:pt x="251220" y="91934"/>
                    <a:pt x="238958" y="72503"/>
                  </a:cubicBezTo>
                  <a:lnTo>
                    <a:pt x="230718" y="77693"/>
                  </a:lnTo>
                  <a:cubicBezTo>
                    <a:pt x="242980" y="97125"/>
                    <a:pt x="256313" y="100336"/>
                    <a:pt x="268835" y="100336"/>
                  </a:cubicBezTo>
                  <a:cubicBezTo>
                    <a:pt x="272014" y="100336"/>
                    <a:pt x="275128" y="100142"/>
                    <a:pt x="278145" y="99947"/>
                  </a:cubicBezTo>
                  <a:cubicBezTo>
                    <a:pt x="282395" y="99655"/>
                    <a:pt x="286774" y="99395"/>
                    <a:pt x="291121" y="99655"/>
                  </a:cubicBezTo>
                  <a:cubicBezTo>
                    <a:pt x="289142" y="107635"/>
                    <a:pt x="289369" y="116491"/>
                    <a:pt x="289726" y="122914"/>
                  </a:cubicBezTo>
                  <a:cubicBezTo>
                    <a:pt x="259232" y="127034"/>
                    <a:pt x="230004" y="135663"/>
                    <a:pt x="206388" y="153116"/>
                  </a:cubicBezTo>
                  <a:cubicBezTo>
                    <a:pt x="205966" y="153440"/>
                    <a:pt x="205382" y="153829"/>
                    <a:pt x="204636" y="154348"/>
                  </a:cubicBezTo>
                  <a:cubicBezTo>
                    <a:pt x="197240" y="159441"/>
                    <a:pt x="177873" y="172742"/>
                    <a:pt x="158409" y="202391"/>
                  </a:cubicBezTo>
                  <a:cubicBezTo>
                    <a:pt x="154030" y="201840"/>
                    <a:pt x="149618" y="201548"/>
                    <a:pt x="145272" y="201516"/>
                  </a:cubicBezTo>
                  <a:cubicBezTo>
                    <a:pt x="101445" y="196261"/>
                    <a:pt x="62939" y="205830"/>
                    <a:pt x="36793" y="228506"/>
                  </a:cubicBezTo>
                  <a:cubicBezTo>
                    <a:pt x="13761" y="248489"/>
                    <a:pt x="1174" y="278236"/>
                    <a:pt x="395" y="314795"/>
                  </a:cubicBezTo>
                  <a:cubicBezTo>
                    <a:pt x="1174" y="351128"/>
                    <a:pt x="13761" y="380875"/>
                    <a:pt x="36793" y="400858"/>
                  </a:cubicBezTo>
                  <a:cubicBezTo>
                    <a:pt x="45259" y="408190"/>
                    <a:pt x="54991" y="414126"/>
                    <a:pt x="65794" y="418668"/>
                  </a:cubicBezTo>
                  <a:cubicBezTo>
                    <a:pt x="20703" y="418700"/>
                    <a:pt x="5326" y="420257"/>
                    <a:pt x="1952" y="423858"/>
                  </a:cubicBezTo>
                  <a:cubicBezTo>
                    <a:pt x="850" y="425026"/>
                    <a:pt x="298" y="426518"/>
                    <a:pt x="395" y="428075"/>
                  </a:cubicBezTo>
                  <a:lnTo>
                    <a:pt x="460" y="428951"/>
                  </a:lnTo>
                  <a:lnTo>
                    <a:pt x="590" y="429243"/>
                  </a:lnTo>
                  <a:cubicBezTo>
                    <a:pt x="687" y="430638"/>
                    <a:pt x="493" y="434466"/>
                    <a:pt x="363" y="437580"/>
                  </a:cubicBezTo>
                  <a:cubicBezTo>
                    <a:pt x="-448" y="455973"/>
                    <a:pt x="-156" y="464246"/>
                    <a:pt x="3931" y="467749"/>
                  </a:cubicBezTo>
                  <a:cubicBezTo>
                    <a:pt x="5456" y="469079"/>
                    <a:pt x="7467" y="469598"/>
                    <a:pt x="9446" y="469177"/>
                  </a:cubicBezTo>
                  <a:lnTo>
                    <a:pt x="10484" y="468982"/>
                  </a:lnTo>
                  <a:lnTo>
                    <a:pt x="10581" y="469177"/>
                  </a:lnTo>
                  <a:cubicBezTo>
                    <a:pt x="10679" y="470571"/>
                    <a:pt x="10484" y="474399"/>
                    <a:pt x="10354" y="477513"/>
                  </a:cubicBezTo>
                  <a:cubicBezTo>
                    <a:pt x="9543" y="495907"/>
                    <a:pt x="9835" y="504179"/>
                    <a:pt x="13923" y="507683"/>
                  </a:cubicBezTo>
                  <a:cubicBezTo>
                    <a:pt x="15447" y="508980"/>
                    <a:pt x="17491" y="509499"/>
                    <a:pt x="19437" y="509110"/>
                  </a:cubicBezTo>
                  <a:lnTo>
                    <a:pt x="20475" y="508915"/>
                  </a:lnTo>
                  <a:lnTo>
                    <a:pt x="20573" y="509110"/>
                  </a:lnTo>
                  <a:cubicBezTo>
                    <a:pt x="20670" y="510505"/>
                    <a:pt x="20475" y="514332"/>
                    <a:pt x="20346" y="517447"/>
                  </a:cubicBezTo>
                  <a:cubicBezTo>
                    <a:pt x="19892" y="527600"/>
                    <a:pt x="19794" y="534672"/>
                    <a:pt x="20475" y="539538"/>
                  </a:cubicBezTo>
                  <a:cubicBezTo>
                    <a:pt x="9057" y="540382"/>
                    <a:pt x="3769" y="541712"/>
                    <a:pt x="1952" y="543626"/>
                  </a:cubicBezTo>
                  <a:cubicBezTo>
                    <a:pt x="850" y="544793"/>
                    <a:pt x="298" y="546286"/>
                    <a:pt x="395" y="547843"/>
                  </a:cubicBezTo>
                  <a:lnTo>
                    <a:pt x="460" y="548719"/>
                  </a:lnTo>
                  <a:lnTo>
                    <a:pt x="590" y="549011"/>
                  </a:lnTo>
                  <a:cubicBezTo>
                    <a:pt x="687" y="550406"/>
                    <a:pt x="493" y="554234"/>
                    <a:pt x="363" y="557348"/>
                  </a:cubicBezTo>
                  <a:cubicBezTo>
                    <a:pt x="-448" y="575741"/>
                    <a:pt x="-156" y="584013"/>
                    <a:pt x="3931" y="587517"/>
                  </a:cubicBezTo>
                  <a:cubicBezTo>
                    <a:pt x="5456" y="588847"/>
                    <a:pt x="7467" y="589366"/>
                    <a:pt x="9446" y="588944"/>
                  </a:cubicBezTo>
                  <a:lnTo>
                    <a:pt x="10484" y="588750"/>
                  </a:lnTo>
                  <a:lnTo>
                    <a:pt x="10581" y="588944"/>
                  </a:lnTo>
                  <a:cubicBezTo>
                    <a:pt x="10679" y="590339"/>
                    <a:pt x="10484" y="594167"/>
                    <a:pt x="10354" y="597281"/>
                  </a:cubicBezTo>
                  <a:cubicBezTo>
                    <a:pt x="9543" y="615674"/>
                    <a:pt x="9835" y="623947"/>
                    <a:pt x="13923" y="627450"/>
                  </a:cubicBezTo>
                  <a:cubicBezTo>
                    <a:pt x="15447" y="628780"/>
                    <a:pt x="17491" y="629299"/>
                    <a:pt x="19437" y="628878"/>
                  </a:cubicBezTo>
                  <a:lnTo>
                    <a:pt x="20735" y="628618"/>
                  </a:lnTo>
                  <a:lnTo>
                    <a:pt x="20735" y="628618"/>
                  </a:lnTo>
                  <a:cubicBezTo>
                    <a:pt x="27028" y="628002"/>
                    <a:pt x="56906" y="628521"/>
                    <a:pt x="85874" y="629007"/>
                  </a:cubicBezTo>
                  <a:cubicBezTo>
                    <a:pt x="122531" y="629624"/>
                    <a:pt x="150689" y="629948"/>
                    <a:pt x="172261" y="629948"/>
                  </a:cubicBezTo>
                  <a:cubicBezTo>
                    <a:pt x="218910" y="629948"/>
                    <a:pt x="234610" y="628391"/>
                    <a:pt x="238049" y="624758"/>
                  </a:cubicBezTo>
                  <a:cubicBezTo>
                    <a:pt x="238276" y="624498"/>
                    <a:pt x="238503" y="624238"/>
                    <a:pt x="238698" y="623947"/>
                  </a:cubicBezTo>
                  <a:cubicBezTo>
                    <a:pt x="238698" y="623947"/>
                    <a:pt x="238698" y="623947"/>
                    <a:pt x="238730" y="623947"/>
                  </a:cubicBezTo>
                  <a:cubicBezTo>
                    <a:pt x="258746" y="625601"/>
                    <a:pt x="323398" y="629104"/>
                    <a:pt x="354248" y="629104"/>
                  </a:cubicBezTo>
                  <a:cubicBezTo>
                    <a:pt x="355481" y="629104"/>
                    <a:pt x="356681" y="629072"/>
                    <a:pt x="357817" y="629072"/>
                  </a:cubicBezTo>
                  <a:cubicBezTo>
                    <a:pt x="398659" y="628650"/>
                    <a:pt x="446767" y="627093"/>
                    <a:pt x="489847" y="624790"/>
                  </a:cubicBezTo>
                  <a:cubicBezTo>
                    <a:pt x="513528" y="623492"/>
                    <a:pt x="528969" y="622487"/>
                    <a:pt x="539058" y="621579"/>
                  </a:cubicBezTo>
                  <a:cubicBezTo>
                    <a:pt x="543762" y="621124"/>
                    <a:pt x="547298" y="620703"/>
                    <a:pt x="549990" y="620281"/>
                  </a:cubicBezTo>
                  <a:cubicBezTo>
                    <a:pt x="552585" y="619859"/>
                    <a:pt x="591059" y="614831"/>
                    <a:pt x="600823" y="605651"/>
                  </a:cubicBezTo>
                  <a:cubicBezTo>
                    <a:pt x="597255" y="607078"/>
                    <a:pt x="593102" y="607467"/>
                    <a:pt x="589632" y="607499"/>
                  </a:cubicBezTo>
                  <a:close/>
                  <a:moveTo>
                    <a:pt x="239931" y="314601"/>
                  </a:moveTo>
                  <a:cubicBezTo>
                    <a:pt x="238763" y="385709"/>
                    <a:pt x="189909" y="418084"/>
                    <a:pt x="144979" y="418084"/>
                  </a:cubicBezTo>
                  <a:cubicBezTo>
                    <a:pt x="100083" y="418084"/>
                    <a:pt x="51229" y="385741"/>
                    <a:pt x="50028" y="314666"/>
                  </a:cubicBezTo>
                  <a:cubicBezTo>
                    <a:pt x="51229" y="243623"/>
                    <a:pt x="100083" y="211248"/>
                    <a:pt x="144979" y="211248"/>
                  </a:cubicBezTo>
                  <a:lnTo>
                    <a:pt x="144979" y="211248"/>
                  </a:lnTo>
                  <a:cubicBezTo>
                    <a:pt x="189876" y="211248"/>
                    <a:pt x="238763" y="243623"/>
                    <a:pt x="239931" y="314601"/>
                  </a:cubicBezTo>
                  <a:close/>
                  <a:moveTo>
                    <a:pt x="10095" y="314795"/>
                  </a:moveTo>
                  <a:cubicBezTo>
                    <a:pt x="10808" y="280799"/>
                    <a:pt x="21935" y="254263"/>
                    <a:pt x="43119" y="235870"/>
                  </a:cubicBezTo>
                  <a:cubicBezTo>
                    <a:pt x="58235" y="222764"/>
                    <a:pt x="77991" y="214459"/>
                    <a:pt x="100764" y="211280"/>
                  </a:cubicBezTo>
                  <a:cubicBezTo>
                    <a:pt x="67838" y="226592"/>
                    <a:pt x="41172" y="260199"/>
                    <a:pt x="40264" y="314601"/>
                  </a:cubicBezTo>
                  <a:lnTo>
                    <a:pt x="40264" y="314763"/>
                  </a:lnTo>
                  <a:cubicBezTo>
                    <a:pt x="41172" y="369164"/>
                    <a:pt x="67870" y="402772"/>
                    <a:pt x="100764" y="418084"/>
                  </a:cubicBezTo>
                  <a:cubicBezTo>
                    <a:pt x="77991" y="414937"/>
                    <a:pt x="58235" y="406600"/>
                    <a:pt x="43119" y="393494"/>
                  </a:cubicBezTo>
                  <a:cubicBezTo>
                    <a:pt x="21903" y="375101"/>
                    <a:pt x="10776" y="348565"/>
                    <a:pt x="10062" y="314795"/>
                  </a:cubicBezTo>
                  <a:close/>
                  <a:moveTo>
                    <a:pt x="10095" y="438002"/>
                  </a:moveTo>
                  <a:cubicBezTo>
                    <a:pt x="10257" y="434596"/>
                    <a:pt x="10354" y="432228"/>
                    <a:pt x="10354" y="430476"/>
                  </a:cubicBezTo>
                  <a:cubicBezTo>
                    <a:pt x="21644" y="428108"/>
                    <a:pt x="65924" y="428140"/>
                    <a:pt x="107933" y="428627"/>
                  </a:cubicBezTo>
                  <a:cubicBezTo>
                    <a:pt x="112604" y="429016"/>
                    <a:pt x="117341" y="429243"/>
                    <a:pt x="122207" y="429243"/>
                  </a:cubicBezTo>
                  <a:cubicBezTo>
                    <a:pt x="125224" y="429243"/>
                    <a:pt x="128273" y="429113"/>
                    <a:pt x="131322" y="428951"/>
                  </a:cubicBezTo>
                  <a:cubicBezTo>
                    <a:pt x="139302" y="429081"/>
                    <a:pt x="146958" y="429211"/>
                    <a:pt x="153933" y="429308"/>
                  </a:cubicBezTo>
                  <a:cubicBezTo>
                    <a:pt x="197597" y="430054"/>
                    <a:pt x="213460" y="430184"/>
                    <a:pt x="219818" y="429665"/>
                  </a:cubicBezTo>
                  <a:cubicBezTo>
                    <a:pt x="220694" y="434368"/>
                    <a:pt x="220175" y="445658"/>
                    <a:pt x="219948" y="450848"/>
                  </a:cubicBezTo>
                  <a:cubicBezTo>
                    <a:pt x="219786" y="454254"/>
                    <a:pt x="219688" y="456622"/>
                    <a:pt x="219688" y="458374"/>
                  </a:cubicBezTo>
                  <a:cubicBezTo>
                    <a:pt x="215893" y="459152"/>
                    <a:pt x="208399" y="459704"/>
                    <a:pt x="198537" y="460028"/>
                  </a:cubicBezTo>
                  <a:cubicBezTo>
                    <a:pt x="188027" y="459898"/>
                    <a:pt x="175992" y="459704"/>
                    <a:pt x="164086" y="459509"/>
                  </a:cubicBezTo>
                  <a:cubicBezTo>
                    <a:pt x="102840" y="458471"/>
                    <a:pt x="65242" y="458244"/>
                    <a:pt x="42632" y="459023"/>
                  </a:cubicBezTo>
                  <a:cubicBezTo>
                    <a:pt x="34716" y="458925"/>
                    <a:pt x="28521" y="458861"/>
                    <a:pt x="23719" y="458861"/>
                  </a:cubicBezTo>
                  <a:cubicBezTo>
                    <a:pt x="16842" y="458861"/>
                    <a:pt x="12755" y="458958"/>
                    <a:pt x="10192" y="459185"/>
                  </a:cubicBezTo>
                  <a:cubicBezTo>
                    <a:pt x="9316" y="454481"/>
                    <a:pt x="9835" y="443192"/>
                    <a:pt x="10062" y="437970"/>
                  </a:cubicBezTo>
                  <a:close/>
                  <a:moveTo>
                    <a:pt x="20086" y="477935"/>
                  </a:moveTo>
                  <a:cubicBezTo>
                    <a:pt x="20248" y="474529"/>
                    <a:pt x="20346" y="472161"/>
                    <a:pt x="20346" y="470409"/>
                  </a:cubicBezTo>
                  <a:cubicBezTo>
                    <a:pt x="24141" y="469598"/>
                    <a:pt x="31667" y="469079"/>
                    <a:pt x="41561" y="468755"/>
                  </a:cubicBezTo>
                  <a:cubicBezTo>
                    <a:pt x="52072" y="468884"/>
                    <a:pt x="64107" y="469079"/>
                    <a:pt x="75980" y="469274"/>
                  </a:cubicBezTo>
                  <a:cubicBezTo>
                    <a:pt x="112604" y="469890"/>
                    <a:pt x="140795" y="470214"/>
                    <a:pt x="162335" y="470214"/>
                  </a:cubicBezTo>
                  <a:cubicBezTo>
                    <a:pt x="176803" y="470214"/>
                    <a:pt x="188287" y="470052"/>
                    <a:pt x="197337" y="469760"/>
                  </a:cubicBezTo>
                  <a:cubicBezTo>
                    <a:pt x="216607" y="470020"/>
                    <a:pt x="225463" y="469955"/>
                    <a:pt x="229842" y="469598"/>
                  </a:cubicBezTo>
                  <a:cubicBezTo>
                    <a:pt x="230718" y="474302"/>
                    <a:pt x="230199" y="485591"/>
                    <a:pt x="229972" y="490781"/>
                  </a:cubicBezTo>
                  <a:cubicBezTo>
                    <a:pt x="229809" y="494187"/>
                    <a:pt x="229712" y="496556"/>
                    <a:pt x="229712" y="498307"/>
                  </a:cubicBezTo>
                  <a:cubicBezTo>
                    <a:pt x="225949" y="499086"/>
                    <a:pt x="218423" y="499637"/>
                    <a:pt x="208594" y="499962"/>
                  </a:cubicBezTo>
                  <a:cubicBezTo>
                    <a:pt x="198083" y="499832"/>
                    <a:pt x="186016" y="499637"/>
                    <a:pt x="174111" y="499443"/>
                  </a:cubicBezTo>
                  <a:cubicBezTo>
                    <a:pt x="112864" y="498404"/>
                    <a:pt x="75266" y="498178"/>
                    <a:pt x="52688" y="498956"/>
                  </a:cubicBezTo>
                  <a:cubicBezTo>
                    <a:pt x="44741" y="498859"/>
                    <a:pt x="38577" y="498794"/>
                    <a:pt x="33744" y="498794"/>
                  </a:cubicBezTo>
                  <a:cubicBezTo>
                    <a:pt x="26899" y="498794"/>
                    <a:pt x="22779" y="498891"/>
                    <a:pt x="20216" y="499118"/>
                  </a:cubicBezTo>
                  <a:cubicBezTo>
                    <a:pt x="19340" y="494414"/>
                    <a:pt x="19859" y="483125"/>
                    <a:pt x="20086" y="477903"/>
                  </a:cubicBezTo>
                  <a:close/>
                  <a:moveTo>
                    <a:pt x="30078" y="517868"/>
                  </a:moveTo>
                  <a:cubicBezTo>
                    <a:pt x="30240" y="514462"/>
                    <a:pt x="30337" y="512094"/>
                    <a:pt x="30337" y="510342"/>
                  </a:cubicBezTo>
                  <a:cubicBezTo>
                    <a:pt x="34133" y="509564"/>
                    <a:pt x="41626" y="509012"/>
                    <a:pt x="51520" y="508688"/>
                  </a:cubicBezTo>
                  <a:cubicBezTo>
                    <a:pt x="62031" y="508818"/>
                    <a:pt x="74066" y="509012"/>
                    <a:pt x="85971" y="509207"/>
                  </a:cubicBezTo>
                  <a:cubicBezTo>
                    <a:pt x="122596" y="509823"/>
                    <a:pt x="150786" y="510148"/>
                    <a:pt x="172359" y="510148"/>
                  </a:cubicBezTo>
                  <a:cubicBezTo>
                    <a:pt x="186827" y="510148"/>
                    <a:pt x="198310" y="509986"/>
                    <a:pt x="207361" y="509694"/>
                  </a:cubicBezTo>
                  <a:cubicBezTo>
                    <a:pt x="226630" y="509953"/>
                    <a:pt x="235486" y="509888"/>
                    <a:pt x="239866" y="509531"/>
                  </a:cubicBezTo>
                  <a:cubicBezTo>
                    <a:pt x="240742" y="514235"/>
                    <a:pt x="240223" y="525524"/>
                    <a:pt x="239996" y="530747"/>
                  </a:cubicBezTo>
                  <a:cubicBezTo>
                    <a:pt x="239834" y="534153"/>
                    <a:pt x="239736" y="536521"/>
                    <a:pt x="239736" y="538273"/>
                  </a:cubicBezTo>
                  <a:cubicBezTo>
                    <a:pt x="236687" y="538922"/>
                    <a:pt x="231140" y="539376"/>
                    <a:pt x="223938" y="539701"/>
                  </a:cubicBezTo>
                  <a:cubicBezTo>
                    <a:pt x="222900" y="539376"/>
                    <a:pt x="221797" y="539279"/>
                    <a:pt x="220694" y="539506"/>
                  </a:cubicBezTo>
                  <a:lnTo>
                    <a:pt x="219396" y="539765"/>
                  </a:lnTo>
                  <a:lnTo>
                    <a:pt x="219396" y="539765"/>
                  </a:lnTo>
                  <a:cubicBezTo>
                    <a:pt x="213103" y="540382"/>
                    <a:pt x="183193" y="539863"/>
                    <a:pt x="154225" y="539376"/>
                  </a:cubicBezTo>
                  <a:cubicBezTo>
                    <a:pt x="90643" y="538306"/>
                    <a:pt x="52558" y="538111"/>
                    <a:pt x="30272" y="538987"/>
                  </a:cubicBezTo>
                  <a:cubicBezTo>
                    <a:pt x="29429" y="534251"/>
                    <a:pt x="29915" y="523059"/>
                    <a:pt x="30143" y="517868"/>
                  </a:cubicBezTo>
                  <a:close/>
                  <a:moveTo>
                    <a:pt x="10127" y="557802"/>
                  </a:moveTo>
                  <a:cubicBezTo>
                    <a:pt x="10290" y="554396"/>
                    <a:pt x="10387" y="552027"/>
                    <a:pt x="10387" y="550276"/>
                  </a:cubicBezTo>
                  <a:cubicBezTo>
                    <a:pt x="13469" y="549627"/>
                    <a:pt x="18983" y="549173"/>
                    <a:pt x="26185" y="548848"/>
                  </a:cubicBezTo>
                  <a:cubicBezTo>
                    <a:pt x="27223" y="549173"/>
                    <a:pt x="28326" y="549270"/>
                    <a:pt x="29429" y="549043"/>
                  </a:cubicBezTo>
                  <a:lnTo>
                    <a:pt x="30726" y="548784"/>
                  </a:lnTo>
                  <a:lnTo>
                    <a:pt x="30726" y="548784"/>
                  </a:lnTo>
                  <a:cubicBezTo>
                    <a:pt x="37020" y="548167"/>
                    <a:pt x="66929" y="548686"/>
                    <a:pt x="95898" y="549173"/>
                  </a:cubicBezTo>
                  <a:cubicBezTo>
                    <a:pt x="132523" y="549789"/>
                    <a:pt x="160713" y="550114"/>
                    <a:pt x="182285" y="550114"/>
                  </a:cubicBezTo>
                  <a:cubicBezTo>
                    <a:pt x="198181" y="550114"/>
                    <a:pt x="210410" y="549919"/>
                    <a:pt x="219851" y="549562"/>
                  </a:cubicBezTo>
                  <a:cubicBezTo>
                    <a:pt x="220694" y="554299"/>
                    <a:pt x="220207" y="565490"/>
                    <a:pt x="219980" y="570680"/>
                  </a:cubicBezTo>
                  <a:cubicBezTo>
                    <a:pt x="219818" y="574087"/>
                    <a:pt x="219721" y="576455"/>
                    <a:pt x="219721" y="578207"/>
                  </a:cubicBezTo>
                  <a:cubicBezTo>
                    <a:pt x="215925" y="579018"/>
                    <a:pt x="208399" y="579536"/>
                    <a:pt x="198505" y="579861"/>
                  </a:cubicBezTo>
                  <a:cubicBezTo>
                    <a:pt x="187994" y="579731"/>
                    <a:pt x="175992" y="579536"/>
                    <a:pt x="164086" y="579342"/>
                  </a:cubicBezTo>
                  <a:cubicBezTo>
                    <a:pt x="102872" y="578304"/>
                    <a:pt x="65275" y="578077"/>
                    <a:pt x="42697" y="578855"/>
                  </a:cubicBezTo>
                  <a:cubicBezTo>
                    <a:pt x="34749" y="578758"/>
                    <a:pt x="28553" y="578693"/>
                    <a:pt x="23752" y="578693"/>
                  </a:cubicBezTo>
                  <a:cubicBezTo>
                    <a:pt x="16907" y="578693"/>
                    <a:pt x="12787" y="578790"/>
                    <a:pt x="10225" y="579018"/>
                  </a:cubicBezTo>
                  <a:cubicBezTo>
                    <a:pt x="9349" y="574314"/>
                    <a:pt x="9868" y="563025"/>
                    <a:pt x="10095" y="557802"/>
                  </a:cubicBezTo>
                  <a:close/>
                  <a:moveTo>
                    <a:pt x="230004" y="610581"/>
                  </a:moveTo>
                  <a:cubicBezTo>
                    <a:pt x="229842" y="613987"/>
                    <a:pt x="229744" y="616356"/>
                    <a:pt x="229744" y="618107"/>
                  </a:cubicBezTo>
                  <a:cubicBezTo>
                    <a:pt x="214044" y="621416"/>
                    <a:pt x="134631" y="620086"/>
                    <a:pt x="86101" y="619243"/>
                  </a:cubicBezTo>
                  <a:cubicBezTo>
                    <a:pt x="60052" y="618821"/>
                    <a:pt x="43897" y="618562"/>
                    <a:pt x="33744" y="618562"/>
                  </a:cubicBezTo>
                  <a:cubicBezTo>
                    <a:pt x="26899" y="618562"/>
                    <a:pt x="22779" y="618659"/>
                    <a:pt x="20216" y="618886"/>
                  </a:cubicBezTo>
                  <a:cubicBezTo>
                    <a:pt x="19340" y="614182"/>
                    <a:pt x="19859" y="602893"/>
                    <a:pt x="20086" y="597670"/>
                  </a:cubicBezTo>
                  <a:cubicBezTo>
                    <a:pt x="20248" y="594264"/>
                    <a:pt x="20346" y="591896"/>
                    <a:pt x="20346" y="590144"/>
                  </a:cubicBezTo>
                  <a:cubicBezTo>
                    <a:pt x="24141" y="589366"/>
                    <a:pt x="31667" y="588814"/>
                    <a:pt x="41561" y="588490"/>
                  </a:cubicBezTo>
                  <a:cubicBezTo>
                    <a:pt x="52072" y="588620"/>
                    <a:pt x="64107" y="588814"/>
                    <a:pt x="75980" y="589009"/>
                  </a:cubicBezTo>
                  <a:cubicBezTo>
                    <a:pt x="112637" y="589625"/>
                    <a:pt x="140795" y="589950"/>
                    <a:pt x="162367" y="589950"/>
                  </a:cubicBezTo>
                  <a:cubicBezTo>
                    <a:pt x="176803" y="589950"/>
                    <a:pt x="188287" y="589787"/>
                    <a:pt x="197370" y="589496"/>
                  </a:cubicBezTo>
                  <a:cubicBezTo>
                    <a:pt x="216672" y="589755"/>
                    <a:pt x="225495" y="589690"/>
                    <a:pt x="229874" y="589333"/>
                  </a:cubicBezTo>
                  <a:cubicBezTo>
                    <a:pt x="230750" y="594037"/>
                    <a:pt x="230231" y="605326"/>
                    <a:pt x="230004" y="610549"/>
                  </a:cubicBezTo>
                  <a:close/>
                </a:path>
              </a:pathLst>
            </a:custGeom>
            <a:solidFill>
              <a:srgbClr val="000000"/>
            </a:solidFill>
            <a:ln w="3242" cap="flat">
              <a:noFill/>
              <a:prstDash val="solid"/>
              <a:miter/>
            </a:ln>
          </p:spPr>
          <p:txBody>
            <a:bodyPr rtlCol="0" anchor="ctr"/>
            <a:lstStyle/>
            <a:p>
              <a:endParaRPr lang="en-US"/>
            </a:p>
          </p:txBody>
        </p:sp>
        <p:sp>
          <p:nvSpPr>
            <p:cNvPr id="409" name="Freeform: Shape 1149"/>
            <p:cNvSpPr/>
            <p:nvPr/>
          </p:nvSpPr>
          <p:spPr>
            <a:xfrm>
              <a:off x="4492342" y="5434116"/>
              <a:ext cx="169012" cy="279500"/>
            </a:xfrm>
            <a:custGeom>
              <a:avLst/>
              <a:gdLst>
                <a:gd name="connsiteX0" fmla="*/ 29650 w 169012"/>
                <a:gd name="connsiteY0" fmla="*/ 79639 h 279500"/>
                <a:gd name="connsiteX1" fmla="*/ 53201 w 169012"/>
                <a:gd name="connsiteY1" fmla="*/ 49406 h 279500"/>
                <a:gd name="connsiteX2" fmla="*/ 140562 w 169012"/>
                <a:gd name="connsiteY2" fmla="*/ 62641 h 279500"/>
                <a:gd name="connsiteX3" fmla="*/ 148607 w 169012"/>
                <a:gd name="connsiteY3" fmla="*/ 57159 h 279500"/>
                <a:gd name="connsiteX4" fmla="*/ 89566 w 169012"/>
                <a:gd name="connsiteY4" fmla="*/ 35846 h 279500"/>
                <a:gd name="connsiteX5" fmla="*/ 89566 w 169012"/>
                <a:gd name="connsiteY5" fmla="*/ 0 h 279500"/>
                <a:gd name="connsiteX6" fmla="*/ 79834 w 169012"/>
                <a:gd name="connsiteY6" fmla="*/ 0 h 279500"/>
                <a:gd name="connsiteX7" fmla="*/ 79834 w 169012"/>
                <a:gd name="connsiteY7" fmla="*/ 35619 h 279500"/>
                <a:gd name="connsiteX8" fmla="*/ 50120 w 169012"/>
                <a:gd name="connsiteY8" fmla="*/ 40160 h 279500"/>
                <a:gd name="connsiteX9" fmla="*/ 19918 w 169012"/>
                <a:gd name="connsiteY9" fmla="*/ 79867 h 279500"/>
                <a:gd name="connsiteX10" fmla="*/ 83857 w 169012"/>
                <a:gd name="connsiteY10" fmla="*/ 124568 h 279500"/>
                <a:gd name="connsiteX11" fmla="*/ 84343 w 169012"/>
                <a:gd name="connsiteY11" fmla="*/ 124633 h 279500"/>
                <a:gd name="connsiteX12" fmla="*/ 159247 w 169012"/>
                <a:gd name="connsiteY12" fmla="*/ 181500 h 279500"/>
                <a:gd name="connsiteX13" fmla="*/ 84700 w 169012"/>
                <a:gd name="connsiteY13" fmla="*/ 234702 h 279500"/>
                <a:gd name="connsiteX14" fmla="*/ 9732 w 169012"/>
                <a:gd name="connsiteY14" fmla="*/ 179684 h 279500"/>
                <a:gd name="connsiteX15" fmla="*/ 0 w 169012"/>
                <a:gd name="connsiteY15" fmla="*/ 179684 h 279500"/>
                <a:gd name="connsiteX16" fmla="*/ 79867 w 169012"/>
                <a:gd name="connsiteY16" fmla="*/ 244304 h 279500"/>
                <a:gd name="connsiteX17" fmla="*/ 79867 w 169012"/>
                <a:gd name="connsiteY17" fmla="*/ 279501 h 279500"/>
                <a:gd name="connsiteX18" fmla="*/ 89599 w 169012"/>
                <a:gd name="connsiteY18" fmla="*/ 279501 h 279500"/>
                <a:gd name="connsiteX19" fmla="*/ 89599 w 169012"/>
                <a:gd name="connsiteY19" fmla="*/ 244109 h 279500"/>
                <a:gd name="connsiteX20" fmla="*/ 169011 w 169012"/>
                <a:gd name="connsiteY20" fmla="*/ 181565 h 279500"/>
                <a:gd name="connsiteX21" fmla="*/ 85317 w 169012"/>
                <a:gd name="connsiteY21" fmla="*/ 114934 h 279500"/>
                <a:gd name="connsiteX22" fmla="*/ 29715 w 169012"/>
                <a:gd name="connsiteY22" fmla="*/ 79639 h 27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9012" h="279500">
                  <a:moveTo>
                    <a:pt x="29650" y="79639"/>
                  </a:moveTo>
                  <a:cubicBezTo>
                    <a:pt x="28969" y="65009"/>
                    <a:pt x="36884" y="54823"/>
                    <a:pt x="53201" y="49406"/>
                  </a:cubicBezTo>
                  <a:cubicBezTo>
                    <a:pt x="84214" y="39057"/>
                    <a:pt x="132322" y="50574"/>
                    <a:pt x="140562" y="62641"/>
                  </a:cubicBezTo>
                  <a:lnTo>
                    <a:pt x="148607" y="57159"/>
                  </a:lnTo>
                  <a:cubicBezTo>
                    <a:pt x="141113" y="46162"/>
                    <a:pt x="115778" y="37370"/>
                    <a:pt x="89566" y="35846"/>
                  </a:cubicBezTo>
                  <a:lnTo>
                    <a:pt x="89566" y="0"/>
                  </a:lnTo>
                  <a:lnTo>
                    <a:pt x="79834" y="0"/>
                  </a:lnTo>
                  <a:lnTo>
                    <a:pt x="79834" y="35619"/>
                  </a:lnTo>
                  <a:cubicBezTo>
                    <a:pt x="69389" y="35748"/>
                    <a:pt x="59105" y="37143"/>
                    <a:pt x="50120" y="40160"/>
                  </a:cubicBezTo>
                  <a:cubicBezTo>
                    <a:pt x="29780" y="46940"/>
                    <a:pt x="19075" y="61116"/>
                    <a:pt x="19918" y="79867"/>
                  </a:cubicBezTo>
                  <a:cubicBezTo>
                    <a:pt x="19918" y="102217"/>
                    <a:pt x="41426" y="117269"/>
                    <a:pt x="83857" y="124568"/>
                  </a:cubicBezTo>
                  <a:lnTo>
                    <a:pt x="84343" y="124633"/>
                  </a:lnTo>
                  <a:cubicBezTo>
                    <a:pt x="136053" y="128234"/>
                    <a:pt x="159409" y="156619"/>
                    <a:pt x="159247" y="181500"/>
                  </a:cubicBezTo>
                  <a:cubicBezTo>
                    <a:pt x="159052" y="205960"/>
                    <a:pt x="135858" y="231912"/>
                    <a:pt x="84700" y="234702"/>
                  </a:cubicBezTo>
                  <a:cubicBezTo>
                    <a:pt x="43340" y="234702"/>
                    <a:pt x="9732" y="210015"/>
                    <a:pt x="9732" y="179684"/>
                  </a:cubicBezTo>
                  <a:lnTo>
                    <a:pt x="0" y="179684"/>
                  </a:lnTo>
                  <a:cubicBezTo>
                    <a:pt x="0" y="214070"/>
                    <a:pt x="35262" y="242293"/>
                    <a:pt x="79867" y="244304"/>
                  </a:cubicBezTo>
                  <a:lnTo>
                    <a:pt x="79867" y="279501"/>
                  </a:lnTo>
                  <a:lnTo>
                    <a:pt x="89599" y="279501"/>
                  </a:lnTo>
                  <a:lnTo>
                    <a:pt x="89599" y="244109"/>
                  </a:lnTo>
                  <a:cubicBezTo>
                    <a:pt x="144130" y="239633"/>
                    <a:pt x="168817" y="209820"/>
                    <a:pt x="169011" y="181565"/>
                  </a:cubicBezTo>
                  <a:cubicBezTo>
                    <a:pt x="169238" y="152337"/>
                    <a:pt x="143124" y="119054"/>
                    <a:pt x="85317" y="114934"/>
                  </a:cubicBezTo>
                  <a:cubicBezTo>
                    <a:pt x="59884" y="110522"/>
                    <a:pt x="29715" y="100855"/>
                    <a:pt x="29715" y="79639"/>
                  </a:cubicBezTo>
                  <a:close/>
                </a:path>
              </a:pathLst>
            </a:custGeom>
            <a:solidFill>
              <a:srgbClr val="000000"/>
            </a:solidFill>
            <a:ln w="3242" cap="flat">
              <a:noFill/>
              <a:prstDash val="solid"/>
              <a:miter/>
            </a:ln>
          </p:spPr>
          <p:txBody>
            <a:bodyPr rtlCol="0" anchor="ctr"/>
            <a:lstStyle/>
            <a:p>
              <a:endParaRPr lang="en-US"/>
            </a:p>
          </p:txBody>
        </p:sp>
        <p:sp>
          <p:nvSpPr>
            <p:cNvPr id="410" name="Freeform: Shape 830"/>
            <p:cNvSpPr/>
            <p:nvPr/>
          </p:nvSpPr>
          <p:spPr>
            <a:xfrm>
              <a:off x="4606044" y="5204864"/>
              <a:ext cx="256065" cy="634424"/>
            </a:xfrm>
            <a:custGeom>
              <a:avLst/>
              <a:gdLst>
                <a:gd name="connsiteX0" fmla="*/ 248716 w 256065"/>
                <a:gd name="connsiteY0" fmla="*/ 615253 h 634424"/>
                <a:gd name="connsiteX1" fmla="*/ 205182 w 256065"/>
                <a:gd name="connsiteY1" fmla="*/ 634425 h 634424"/>
                <a:gd name="connsiteX2" fmla="*/ 179165 w 256065"/>
                <a:gd name="connsiteY2" fmla="*/ 630110 h 634424"/>
                <a:gd name="connsiteX3" fmla="*/ 155905 w 256065"/>
                <a:gd name="connsiteY3" fmla="*/ 617004 h 634424"/>
                <a:gd name="connsiteX4" fmla="*/ 155062 w 256065"/>
                <a:gd name="connsiteY4" fmla="*/ 616032 h 634424"/>
                <a:gd name="connsiteX5" fmla="*/ 165994 w 256065"/>
                <a:gd name="connsiteY5" fmla="*/ 614734 h 634424"/>
                <a:gd name="connsiteX6" fmla="*/ 216827 w 256065"/>
                <a:gd name="connsiteY6" fmla="*/ 600103 h 634424"/>
                <a:gd name="connsiteX7" fmla="*/ 222213 w 256065"/>
                <a:gd name="connsiteY7" fmla="*/ 596470 h 634424"/>
                <a:gd name="connsiteX8" fmla="*/ 222602 w 256065"/>
                <a:gd name="connsiteY8" fmla="*/ 596016 h 634424"/>
                <a:gd name="connsiteX9" fmla="*/ 209366 w 256065"/>
                <a:gd name="connsiteY9" fmla="*/ 570583 h 634424"/>
                <a:gd name="connsiteX10" fmla="*/ 205279 w 256065"/>
                <a:gd name="connsiteY10" fmla="*/ 566723 h 634424"/>
                <a:gd name="connsiteX11" fmla="*/ 204436 w 256065"/>
                <a:gd name="connsiteY11" fmla="*/ 561176 h 634424"/>
                <a:gd name="connsiteX12" fmla="*/ 202294 w 256065"/>
                <a:gd name="connsiteY12" fmla="*/ 516830 h 634424"/>
                <a:gd name="connsiteX13" fmla="*/ 30234 w 256065"/>
                <a:gd name="connsiteY13" fmla="*/ 125088 h 634424"/>
                <a:gd name="connsiteX14" fmla="*/ 14046 w 256065"/>
                <a:gd name="connsiteY14" fmla="*/ 124277 h 634424"/>
                <a:gd name="connsiteX15" fmla="*/ 13981 w 256065"/>
                <a:gd name="connsiteY15" fmla="*/ 124277 h 634424"/>
                <a:gd name="connsiteX16" fmla="*/ 14500 w 256065"/>
                <a:gd name="connsiteY16" fmla="*/ 114513 h 634424"/>
                <a:gd name="connsiteX17" fmla="*/ 14857 w 256065"/>
                <a:gd name="connsiteY17" fmla="*/ 108025 h 634424"/>
                <a:gd name="connsiteX18" fmla="*/ 13981 w 256065"/>
                <a:gd name="connsiteY18" fmla="*/ 93881 h 634424"/>
                <a:gd name="connsiteX19" fmla="*/ 11548 w 256065"/>
                <a:gd name="connsiteY19" fmla="*/ 91026 h 634424"/>
                <a:gd name="connsiteX20" fmla="*/ 0 w 256065"/>
                <a:gd name="connsiteY20" fmla="*/ 84441 h 634424"/>
                <a:gd name="connsiteX21" fmla="*/ 0 w 256065"/>
                <a:gd name="connsiteY21" fmla="*/ 84441 h 634424"/>
                <a:gd name="connsiteX22" fmla="*/ 4444 w 256065"/>
                <a:gd name="connsiteY22" fmla="*/ 74676 h 634424"/>
                <a:gd name="connsiteX23" fmla="*/ 6001 w 256065"/>
                <a:gd name="connsiteY23" fmla="*/ 71270 h 634424"/>
                <a:gd name="connsiteX24" fmla="*/ 32894 w 256065"/>
                <a:gd name="connsiteY24" fmla="*/ 8986 h 634424"/>
                <a:gd name="connsiteX25" fmla="*/ 36754 w 256065"/>
                <a:gd name="connsiteY25" fmla="*/ 0 h 634424"/>
                <a:gd name="connsiteX26" fmla="*/ 67799 w 256065"/>
                <a:gd name="connsiteY26" fmla="*/ 10154 h 634424"/>
                <a:gd name="connsiteX27" fmla="*/ 40031 w 256065"/>
                <a:gd name="connsiteY27" fmla="*/ 74255 h 634424"/>
                <a:gd name="connsiteX28" fmla="*/ 47330 w 256065"/>
                <a:gd name="connsiteY28" fmla="*/ 94075 h 634424"/>
                <a:gd name="connsiteX29" fmla="*/ 206220 w 256065"/>
                <a:gd name="connsiteY29" fmla="*/ 274408 h 634424"/>
                <a:gd name="connsiteX30" fmla="*/ 234734 w 256065"/>
                <a:gd name="connsiteY30" fmla="*/ 516084 h 634424"/>
                <a:gd name="connsiteX31" fmla="*/ 235967 w 256065"/>
                <a:gd name="connsiteY31" fmla="*/ 551249 h 634424"/>
                <a:gd name="connsiteX32" fmla="*/ 248716 w 256065"/>
                <a:gd name="connsiteY32" fmla="*/ 615253 h 63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6065" h="634424">
                  <a:moveTo>
                    <a:pt x="248716" y="615253"/>
                  </a:moveTo>
                  <a:cubicBezTo>
                    <a:pt x="239373" y="627904"/>
                    <a:pt x="223218" y="634425"/>
                    <a:pt x="205182" y="634425"/>
                  </a:cubicBezTo>
                  <a:cubicBezTo>
                    <a:pt x="196358" y="634425"/>
                    <a:pt x="187534" y="632900"/>
                    <a:pt x="179165" y="630110"/>
                  </a:cubicBezTo>
                  <a:cubicBezTo>
                    <a:pt x="170796" y="627353"/>
                    <a:pt x="161907" y="623720"/>
                    <a:pt x="155905" y="617004"/>
                  </a:cubicBezTo>
                  <a:cubicBezTo>
                    <a:pt x="155614" y="616680"/>
                    <a:pt x="155354" y="616356"/>
                    <a:pt x="155062" y="616032"/>
                  </a:cubicBezTo>
                  <a:cubicBezTo>
                    <a:pt x="159766" y="615577"/>
                    <a:pt x="163302" y="615156"/>
                    <a:pt x="165994" y="614734"/>
                  </a:cubicBezTo>
                  <a:cubicBezTo>
                    <a:pt x="168589" y="614312"/>
                    <a:pt x="207063" y="609284"/>
                    <a:pt x="216827" y="600103"/>
                  </a:cubicBezTo>
                  <a:cubicBezTo>
                    <a:pt x="218904" y="599292"/>
                    <a:pt x="220785" y="598125"/>
                    <a:pt x="222213" y="596470"/>
                  </a:cubicBezTo>
                  <a:cubicBezTo>
                    <a:pt x="222342" y="596340"/>
                    <a:pt x="222472" y="596178"/>
                    <a:pt x="222602" y="596016"/>
                  </a:cubicBezTo>
                  <a:cubicBezTo>
                    <a:pt x="226008" y="591377"/>
                    <a:pt x="220688" y="581159"/>
                    <a:pt x="209366" y="570583"/>
                  </a:cubicBezTo>
                  <a:lnTo>
                    <a:pt x="205279" y="566723"/>
                  </a:lnTo>
                  <a:lnTo>
                    <a:pt x="204436" y="561176"/>
                  </a:lnTo>
                  <a:cubicBezTo>
                    <a:pt x="203105" y="552579"/>
                    <a:pt x="202781" y="537592"/>
                    <a:pt x="202294" y="516830"/>
                  </a:cubicBezTo>
                  <a:cubicBezTo>
                    <a:pt x="199699" y="405205"/>
                    <a:pt x="194282" y="133230"/>
                    <a:pt x="30234" y="125088"/>
                  </a:cubicBezTo>
                  <a:lnTo>
                    <a:pt x="14046" y="124277"/>
                  </a:lnTo>
                  <a:lnTo>
                    <a:pt x="13981" y="124277"/>
                  </a:lnTo>
                  <a:lnTo>
                    <a:pt x="14500" y="114513"/>
                  </a:lnTo>
                  <a:lnTo>
                    <a:pt x="14857" y="108025"/>
                  </a:lnTo>
                  <a:cubicBezTo>
                    <a:pt x="15247" y="99947"/>
                    <a:pt x="14695" y="95957"/>
                    <a:pt x="13981" y="93881"/>
                  </a:cubicBezTo>
                  <a:cubicBezTo>
                    <a:pt x="13560" y="92680"/>
                    <a:pt x="12684" y="91675"/>
                    <a:pt x="11548" y="91026"/>
                  </a:cubicBezTo>
                  <a:lnTo>
                    <a:pt x="0" y="84441"/>
                  </a:lnTo>
                  <a:lnTo>
                    <a:pt x="0" y="84441"/>
                  </a:lnTo>
                  <a:cubicBezTo>
                    <a:pt x="0" y="84441"/>
                    <a:pt x="4444" y="74676"/>
                    <a:pt x="4444" y="74676"/>
                  </a:cubicBezTo>
                  <a:lnTo>
                    <a:pt x="6001" y="71270"/>
                  </a:lnTo>
                  <a:lnTo>
                    <a:pt x="32894" y="8986"/>
                  </a:lnTo>
                  <a:lnTo>
                    <a:pt x="36754" y="0"/>
                  </a:lnTo>
                  <a:lnTo>
                    <a:pt x="67799" y="10154"/>
                  </a:lnTo>
                  <a:lnTo>
                    <a:pt x="40031" y="74255"/>
                  </a:lnTo>
                  <a:cubicBezTo>
                    <a:pt x="45416" y="82559"/>
                    <a:pt x="46810" y="85187"/>
                    <a:pt x="47330" y="94075"/>
                  </a:cubicBezTo>
                  <a:cubicBezTo>
                    <a:pt x="123563" y="104262"/>
                    <a:pt x="176570" y="171866"/>
                    <a:pt x="206220" y="274408"/>
                  </a:cubicBezTo>
                  <a:cubicBezTo>
                    <a:pt x="231133" y="360406"/>
                    <a:pt x="233372" y="457855"/>
                    <a:pt x="234734" y="516084"/>
                  </a:cubicBezTo>
                  <a:cubicBezTo>
                    <a:pt x="235059" y="530455"/>
                    <a:pt x="235350" y="543301"/>
                    <a:pt x="235967" y="551249"/>
                  </a:cubicBezTo>
                  <a:cubicBezTo>
                    <a:pt x="267433" y="583819"/>
                    <a:pt x="253841" y="608311"/>
                    <a:pt x="248716" y="615253"/>
                  </a:cubicBezTo>
                  <a:close/>
                </a:path>
              </a:pathLst>
            </a:custGeom>
            <a:solidFill>
              <a:srgbClr val="CEABCF"/>
            </a:solidFill>
            <a:ln w="3242" cap="flat">
              <a:noFill/>
              <a:prstDash val="solid"/>
              <a:miter/>
            </a:ln>
          </p:spPr>
          <p:txBody>
            <a:bodyPr rtlCol="0" anchor="ctr"/>
            <a:lstStyle/>
            <a:p>
              <a:endParaRPr lang="en-US" dirty="0"/>
            </a:p>
          </p:txBody>
        </p:sp>
      </p:grpSp>
      <p:grpSp>
        <p:nvGrpSpPr>
          <p:cNvPr id="428" name="Group 51"/>
          <p:cNvGrpSpPr/>
          <p:nvPr/>
        </p:nvGrpSpPr>
        <p:grpSpPr>
          <a:xfrm>
            <a:off x="807770" y="4630779"/>
            <a:ext cx="430305" cy="440788"/>
            <a:chOff x="816523" y="1297953"/>
            <a:chExt cx="628919" cy="644240"/>
          </a:xfrm>
          <a:solidFill>
            <a:schemeClr val="tx1"/>
          </a:solidFill>
        </p:grpSpPr>
        <p:sp>
          <p:nvSpPr>
            <p:cNvPr id="429" name="Freeform: Shape 770"/>
            <p:cNvSpPr/>
            <p:nvPr/>
          </p:nvSpPr>
          <p:spPr>
            <a:xfrm>
              <a:off x="816523" y="1297953"/>
              <a:ext cx="628919" cy="613372"/>
            </a:xfrm>
            <a:custGeom>
              <a:avLst/>
              <a:gdLst>
                <a:gd name="connsiteX0" fmla="*/ 544170 w 628919"/>
                <a:gd name="connsiteY0" fmla="*/ 239708 h 613372"/>
                <a:gd name="connsiteX1" fmla="*/ 523169 w 628919"/>
                <a:gd name="connsiteY1" fmla="*/ 242467 h 613372"/>
                <a:gd name="connsiteX2" fmla="*/ 529077 w 628919"/>
                <a:gd name="connsiteY2" fmla="*/ 204620 h 613372"/>
                <a:gd name="connsiteX3" fmla="*/ 404338 w 628919"/>
                <a:gd name="connsiteY3" fmla="*/ 79913 h 613372"/>
                <a:gd name="connsiteX4" fmla="*/ 370192 w 628919"/>
                <a:gd name="connsiteY4" fmla="*/ 84652 h 613372"/>
                <a:gd name="connsiteX5" fmla="*/ 204587 w 628919"/>
                <a:gd name="connsiteY5" fmla="*/ 0 h 613372"/>
                <a:gd name="connsiteX6" fmla="*/ 0 w 628919"/>
                <a:gd name="connsiteY6" fmla="*/ 204620 h 613372"/>
                <a:gd name="connsiteX7" fmla="*/ 204587 w 628919"/>
                <a:gd name="connsiteY7" fmla="*/ 409239 h 613372"/>
                <a:gd name="connsiteX8" fmla="*/ 209456 w 628919"/>
                <a:gd name="connsiteY8" fmla="*/ 409239 h 613372"/>
                <a:gd name="connsiteX9" fmla="*/ 209456 w 628919"/>
                <a:gd name="connsiteY9" fmla="*/ 329586 h 613372"/>
                <a:gd name="connsiteX10" fmla="*/ 163754 w 628919"/>
                <a:gd name="connsiteY10" fmla="*/ 329586 h 613372"/>
                <a:gd name="connsiteX11" fmla="*/ 247725 w 628919"/>
                <a:gd name="connsiteY11" fmla="*/ 203678 h 613372"/>
                <a:gd name="connsiteX12" fmla="*/ 241850 w 628919"/>
                <a:gd name="connsiteY12" fmla="*/ 194915 h 613372"/>
                <a:gd name="connsiteX13" fmla="*/ 145577 w 628919"/>
                <a:gd name="connsiteY13" fmla="*/ 339323 h 613372"/>
                <a:gd name="connsiteX14" fmla="*/ 199718 w 628919"/>
                <a:gd name="connsiteY14" fmla="*/ 339323 h 613372"/>
                <a:gd name="connsiteX15" fmla="*/ 199718 w 628919"/>
                <a:gd name="connsiteY15" fmla="*/ 399437 h 613372"/>
                <a:gd name="connsiteX16" fmla="*/ 9738 w 628919"/>
                <a:gd name="connsiteY16" fmla="*/ 204620 h 613372"/>
                <a:gd name="connsiteX17" fmla="*/ 204587 w 628919"/>
                <a:gd name="connsiteY17" fmla="*/ 9738 h 613372"/>
                <a:gd name="connsiteX18" fmla="*/ 362661 w 628919"/>
                <a:gd name="connsiteY18" fmla="*/ 90819 h 613372"/>
                <a:gd name="connsiteX19" fmla="*/ 365096 w 628919"/>
                <a:gd name="connsiteY19" fmla="*/ 94293 h 613372"/>
                <a:gd name="connsiteX20" fmla="*/ 369413 w 628919"/>
                <a:gd name="connsiteY20" fmla="*/ 95039 h 613372"/>
                <a:gd name="connsiteX21" fmla="*/ 371879 w 628919"/>
                <a:gd name="connsiteY21" fmla="*/ 94293 h 613372"/>
                <a:gd name="connsiteX22" fmla="*/ 404338 w 628919"/>
                <a:gd name="connsiteY22" fmla="*/ 89651 h 613372"/>
                <a:gd name="connsiteX23" fmla="*/ 519339 w 628919"/>
                <a:gd name="connsiteY23" fmla="*/ 204620 h 613372"/>
                <a:gd name="connsiteX24" fmla="*/ 510705 w 628919"/>
                <a:gd name="connsiteY24" fmla="*/ 248212 h 613372"/>
                <a:gd name="connsiteX25" fmla="*/ 509732 w 628919"/>
                <a:gd name="connsiteY25" fmla="*/ 250873 h 613372"/>
                <a:gd name="connsiteX26" fmla="*/ 513627 w 628919"/>
                <a:gd name="connsiteY26" fmla="*/ 256034 h 613372"/>
                <a:gd name="connsiteX27" fmla="*/ 517067 w 628919"/>
                <a:gd name="connsiteY27" fmla="*/ 254704 h 613372"/>
                <a:gd name="connsiteX28" fmla="*/ 544170 w 628919"/>
                <a:gd name="connsiteY28" fmla="*/ 249445 h 613372"/>
                <a:gd name="connsiteX29" fmla="*/ 619182 w 628919"/>
                <a:gd name="connsiteY29" fmla="*/ 324457 h 613372"/>
                <a:gd name="connsiteX30" fmla="*/ 544170 w 628919"/>
                <a:gd name="connsiteY30" fmla="*/ 399502 h 613372"/>
                <a:gd name="connsiteX31" fmla="*/ 399469 w 628919"/>
                <a:gd name="connsiteY31" fmla="*/ 399502 h 613372"/>
                <a:gd name="connsiteX32" fmla="*/ 399469 w 628919"/>
                <a:gd name="connsiteY32" fmla="*/ 469158 h 613372"/>
                <a:gd name="connsiteX33" fmla="*/ 445496 w 628919"/>
                <a:gd name="connsiteY33" fmla="*/ 469158 h 613372"/>
                <a:gd name="connsiteX34" fmla="*/ 361103 w 628919"/>
                <a:gd name="connsiteY34" fmla="*/ 604187 h 613372"/>
                <a:gd name="connsiteX35" fmla="*/ 366848 w 628919"/>
                <a:gd name="connsiteY35" fmla="*/ 613372 h 613372"/>
                <a:gd name="connsiteX36" fmla="*/ 463056 w 628919"/>
                <a:gd name="connsiteY36" fmla="*/ 459421 h 613372"/>
                <a:gd name="connsiteX37" fmla="*/ 409207 w 628919"/>
                <a:gd name="connsiteY37" fmla="*/ 459421 h 613372"/>
                <a:gd name="connsiteX38" fmla="*/ 409207 w 628919"/>
                <a:gd name="connsiteY38" fmla="*/ 409239 h 613372"/>
                <a:gd name="connsiteX39" fmla="*/ 544170 w 628919"/>
                <a:gd name="connsiteY39" fmla="*/ 409239 h 613372"/>
                <a:gd name="connsiteX40" fmla="*/ 628920 w 628919"/>
                <a:gd name="connsiteY40" fmla="*/ 324457 h 613372"/>
                <a:gd name="connsiteX41" fmla="*/ 544170 w 628919"/>
                <a:gd name="connsiteY41" fmla="*/ 239708 h 6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8919" h="613372">
                  <a:moveTo>
                    <a:pt x="544170" y="239708"/>
                  </a:moveTo>
                  <a:cubicBezTo>
                    <a:pt x="537159" y="239708"/>
                    <a:pt x="530116" y="240616"/>
                    <a:pt x="523169" y="242467"/>
                  </a:cubicBezTo>
                  <a:cubicBezTo>
                    <a:pt x="527064" y="230262"/>
                    <a:pt x="529077" y="217571"/>
                    <a:pt x="529077" y="204620"/>
                  </a:cubicBezTo>
                  <a:cubicBezTo>
                    <a:pt x="529077" y="135840"/>
                    <a:pt x="473118" y="79913"/>
                    <a:pt x="404338" y="79913"/>
                  </a:cubicBezTo>
                  <a:cubicBezTo>
                    <a:pt x="392783" y="79913"/>
                    <a:pt x="381292" y="81504"/>
                    <a:pt x="370192" y="84652"/>
                  </a:cubicBezTo>
                  <a:cubicBezTo>
                    <a:pt x="331760" y="31647"/>
                    <a:pt x="269894" y="0"/>
                    <a:pt x="204587" y="0"/>
                  </a:cubicBezTo>
                  <a:cubicBezTo>
                    <a:pt x="91761" y="0"/>
                    <a:pt x="0" y="91793"/>
                    <a:pt x="0" y="204620"/>
                  </a:cubicBezTo>
                  <a:cubicBezTo>
                    <a:pt x="0" y="317446"/>
                    <a:pt x="91761" y="409239"/>
                    <a:pt x="204587" y="409239"/>
                  </a:cubicBezTo>
                  <a:lnTo>
                    <a:pt x="209456" y="409239"/>
                  </a:lnTo>
                  <a:lnTo>
                    <a:pt x="209456" y="329586"/>
                  </a:lnTo>
                  <a:lnTo>
                    <a:pt x="163754" y="329586"/>
                  </a:lnTo>
                  <a:lnTo>
                    <a:pt x="247725" y="203678"/>
                  </a:lnTo>
                  <a:lnTo>
                    <a:pt x="241850" y="194915"/>
                  </a:lnTo>
                  <a:lnTo>
                    <a:pt x="145577" y="339323"/>
                  </a:lnTo>
                  <a:lnTo>
                    <a:pt x="199718" y="339323"/>
                  </a:lnTo>
                  <a:lnTo>
                    <a:pt x="199718" y="399437"/>
                  </a:lnTo>
                  <a:cubicBezTo>
                    <a:pt x="94520" y="396840"/>
                    <a:pt x="9738" y="310468"/>
                    <a:pt x="9738" y="204620"/>
                  </a:cubicBezTo>
                  <a:cubicBezTo>
                    <a:pt x="9738" y="98772"/>
                    <a:pt x="97149" y="9738"/>
                    <a:pt x="204587" y="9738"/>
                  </a:cubicBezTo>
                  <a:cubicBezTo>
                    <a:pt x="266973" y="9738"/>
                    <a:pt x="326048" y="40054"/>
                    <a:pt x="362661" y="90819"/>
                  </a:cubicBezTo>
                  <a:lnTo>
                    <a:pt x="365096" y="94293"/>
                  </a:lnTo>
                  <a:lnTo>
                    <a:pt x="369413" y="95039"/>
                  </a:lnTo>
                  <a:lnTo>
                    <a:pt x="371879" y="94293"/>
                  </a:lnTo>
                  <a:cubicBezTo>
                    <a:pt x="382396" y="91209"/>
                    <a:pt x="393335" y="89651"/>
                    <a:pt x="404338" y="89651"/>
                  </a:cubicBezTo>
                  <a:cubicBezTo>
                    <a:pt x="467730" y="89651"/>
                    <a:pt x="519339" y="141228"/>
                    <a:pt x="519339" y="204620"/>
                  </a:cubicBezTo>
                  <a:cubicBezTo>
                    <a:pt x="519339" y="219648"/>
                    <a:pt x="516418" y="234319"/>
                    <a:pt x="510705" y="248212"/>
                  </a:cubicBezTo>
                  <a:lnTo>
                    <a:pt x="509732" y="250873"/>
                  </a:lnTo>
                  <a:lnTo>
                    <a:pt x="513627" y="256034"/>
                  </a:lnTo>
                  <a:lnTo>
                    <a:pt x="517067" y="254704"/>
                  </a:lnTo>
                  <a:cubicBezTo>
                    <a:pt x="525993" y="251198"/>
                    <a:pt x="535114" y="249445"/>
                    <a:pt x="544170" y="249445"/>
                  </a:cubicBezTo>
                  <a:cubicBezTo>
                    <a:pt x="585555" y="249445"/>
                    <a:pt x="619182" y="283105"/>
                    <a:pt x="619182" y="324457"/>
                  </a:cubicBezTo>
                  <a:cubicBezTo>
                    <a:pt x="619182" y="365810"/>
                    <a:pt x="585555" y="399502"/>
                    <a:pt x="544170" y="399502"/>
                  </a:cubicBezTo>
                  <a:lnTo>
                    <a:pt x="399469" y="399502"/>
                  </a:lnTo>
                  <a:lnTo>
                    <a:pt x="399469" y="469158"/>
                  </a:lnTo>
                  <a:lnTo>
                    <a:pt x="445496" y="469158"/>
                  </a:lnTo>
                  <a:lnTo>
                    <a:pt x="361103" y="604187"/>
                  </a:lnTo>
                  <a:lnTo>
                    <a:pt x="366848" y="613372"/>
                  </a:lnTo>
                  <a:lnTo>
                    <a:pt x="463056" y="459421"/>
                  </a:lnTo>
                  <a:lnTo>
                    <a:pt x="409207" y="459421"/>
                  </a:lnTo>
                  <a:lnTo>
                    <a:pt x="409207" y="409239"/>
                  </a:lnTo>
                  <a:lnTo>
                    <a:pt x="544170" y="409239"/>
                  </a:lnTo>
                  <a:cubicBezTo>
                    <a:pt x="590911" y="409239"/>
                    <a:pt x="628920" y="371198"/>
                    <a:pt x="628920" y="324457"/>
                  </a:cubicBezTo>
                  <a:cubicBezTo>
                    <a:pt x="628920" y="277717"/>
                    <a:pt x="590911" y="239708"/>
                    <a:pt x="544170" y="239708"/>
                  </a:cubicBezTo>
                  <a:close/>
                </a:path>
              </a:pathLst>
            </a:custGeom>
            <a:grpFill/>
            <a:ln w="3246" cap="flat">
              <a:noFill/>
              <a:prstDash val="solid"/>
              <a:miter/>
            </a:ln>
          </p:spPr>
          <p:txBody>
            <a:bodyPr rtlCol="0" anchor="ctr"/>
            <a:lstStyle/>
            <a:p>
              <a:endParaRPr lang="en-US"/>
            </a:p>
          </p:txBody>
        </p:sp>
        <p:sp>
          <p:nvSpPr>
            <p:cNvPr id="430" name="Freeform: Shape 368"/>
            <p:cNvSpPr/>
            <p:nvPr/>
          </p:nvSpPr>
          <p:spPr>
            <a:xfrm>
              <a:off x="1041786" y="1463363"/>
              <a:ext cx="159469" cy="478830"/>
            </a:xfrm>
            <a:custGeom>
              <a:avLst/>
              <a:gdLst>
                <a:gd name="connsiteX0" fmla="*/ 122597 w 159469"/>
                <a:gd name="connsiteY0" fmla="*/ 478831 h 478830"/>
                <a:gd name="connsiteX1" fmla="*/ 0 w 159469"/>
                <a:gd name="connsiteY1" fmla="*/ 282650 h 478830"/>
                <a:gd name="connsiteX2" fmla="*/ 62970 w 159469"/>
                <a:gd name="connsiteY2" fmla="*/ 282650 h 478830"/>
                <a:gd name="connsiteX3" fmla="*/ 62970 w 159469"/>
                <a:gd name="connsiteY3" fmla="*/ 152816 h 478830"/>
                <a:gd name="connsiteX4" fmla="*/ 98804 w 159469"/>
                <a:gd name="connsiteY4" fmla="*/ 152816 h 478830"/>
                <a:gd name="connsiteX5" fmla="*/ 16586 w 159469"/>
                <a:gd name="connsiteY5" fmla="*/ 29473 h 478830"/>
                <a:gd name="connsiteX6" fmla="*/ 35932 w 159469"/>
                <a:gd name="connsiteY6" fmla="*/ 0 h 478830"/>
                <a:gd name="connsiteX7" fmla="*/ 159470 w 159469"/>
                <a:gd name="connsiteY7" fmla="*/ 185274 h 478830"/>
                <a:gd name="connsiteX8" fmla="*/ 95429 w 159469"/>
                <a:gd name="connsiteY8" fmla="*/ 185274 h 478830"/>
                <a:gd name="connsiteX9" fmla="*/ 95429 w 159469"/>
                <a:gd name="connsiteY9" fmla="*/ 315109 h 478830"/>
                <a:gd name="connsiteX10" fmla="*/ 58556 w 159469"/>
                <a:gd name="connsiteY10" fmla="*/ 315109 h 478830"/>
                <a:gd name="connsiteX11" fmla="*/ 141585 w 159469"/>
                <a:gd name="connsiteY11" fmla="*/ 447963 h 478830"/>
                <a:gd name="connsiteX12" fmla="*/ 122597 w 159469"/>
                <a:gd name="connsiteY12" fmla="*/ 478831 h 47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69" h="478830">
                  <a:moveTo>
                    <a:pt x="122597" y="478831"/>
                  </a:moveTo>
                  <a:lnTo>
                    <a:pt x="0" y="282650"/>
                  </a:lnTo>
                  <a:lnTo>
                    <a:pt x="62970" y="282650"/>
                  </a:lnTo>
                  <a:lnTo>
                    <a:pt x="62970" y="152816"/>
                  </a:lnTo>
                  <a:lnTo>
                    <a:pt x="98804" y="152816"/>
                  </a:lnTo>
                  <a:lnTo>
                    <a:pt x="16586" y="29473"/>
                  </a:lnTo>
                  <a:lnTo>
                    <a:pt x="35932" y="0"/>
                  </a:lnTo>
                  <a:lnTo>
                    <a:pt x="159470" y="185274"/>
                  </a:lnTo>
                  <a:lnTo>
                    <a:pt x="95429" y="185274"/>
                  </a:lnTo>
                  <a:lnTo>
                    <a:pt x="95429" y="315109"/>
                  </a:lnTo>
                  <a:lnTo>
                    <a:pt x="58556" y="315109"/>
                  </a:lnTo>
                  <a:lnTo>
                    <a:pt x="141585" y="447963"/>
                  </a:lnTo>
                  <a:lnTo>
                    <a:pt x="122597" y="478831"/>
                  </a:lnTo>
                  <a:close/>
                </a:path>
              </a:pathLst>
            </a:custGeom>
            <a:solidFill>
              <a:srgbClr val="BED369"/>
            </a:solidFill>
            <a:ln w="3246" cap="flat">
              <a:noFill/>
              <a:prstDash val="solid"/>
              <a:miter/>
            </a:ln>
          </p:spPr>
          <p:txBody>
            <a:bodyPr rtlCol="0" anchor="ctr"/>
            <a:lstStyle/>
            <a:p>
              <a:endParaRPr lang="en-US" dirty="0"/>
            </a:p>
          </p:txBody>
        </p:sp>
      </p:grpSp>
      <p:grpSp>
        <p:nvGrpSpPr>
          <p:cNvPr id="431" name="Group 57"/>
          <p:cNvGrpSpPr/>
          <p:nvPr/>
        </p:nvGrpSpPr>
        <p:grpSpPr>
          <a:xfrm>
            <a:off x="3228372" y="4608018"/>
            <a:ext cx="444050" cy="437550"/>
            <a:chOff x="1920995" y="2568295"/>
            <a:chExt cx="692149" cy="682017"/>
          </a:xfrm>
          <a:solidFill>
            <a:schemeClr val="tx1"/>
          </a:solidFill>
        </p:grpSpPr>
        <p:sp>
          <p:nvSpPr>
            <p:cNvPr id="432" name="Freeform: Shape 361"/>
            <p:cNvSpPr/>
            <p:nvPr/>
          </p:nvSpPr>
          <p:spPr>
            <a:xfrm>
              <a:off x="1920995" y="2568295"/>
              <a:ext cx="403753" cy="682017"/>
            </a:xfrm>
            <a:custGeom>
              <a:avLst/>
              <a:gdLst>
                <a:gd name="connsiteX0" fmla="*/ 309624 w 403753"/>
                <a:gd name="connsiteY0" fmla="*/ 178485 h 682017"/>
                <a:gd name="connsiteX1" fmla="*/ 129121 w 403753"/>
                <a:gd name="connsiteY1" fmla="*/ 314195 h 682017"/>
                <a:gd name="connsiteX2" fmla="*/ 26129 w 403753"/>
                <a:gd name="connsiteY2" fmla="*/ 341688 h 682017"/>
                <a:gd name="connsiteX3" fmla="*/ 10159 w 403753"/>
                <a:gd name="connsiteY3" fmla="*/ 351133 h 682017"/>
                <a:gd name="connsiteX4" fmla="*/ 10711 w 403753"/>
                <a:gd name="connsiteY4" fmla="*/ 350516 h 682017"/>
                <a:gd name="connsiteX5" fmla="*/ 10517 w 403753"/>
                <a:gd name="connsiteY5" fmla="*/ 339967 h 682017"/>
                <a:gd name="connsiteX6" fmla="*/ 15937 w 403753"/>
                <a:gd name="connsiteY6" fmla="*/ 280438 h 682017"/>
                <a:gd name="connsiteX7" fmla="*/ 59951 w 403753"/>
                <a:gd name="connsiteY7" fmla="*/ 280438 h 682017"/>
                <a:gd name="connsiteX8" fmla="*/ 60892 w 403753"/>
                <a:gd name="connsiteY8" fmla="*/ 276348 h 682017"/>
                <a:gd name="connsiteX9" fmla="*/ 97668 w 403753"/>
                <a:gd name="connsiteY9" fmla="*/ 187639 h 682017"/>
                <a:gd name="connsiteX10" fmla="*/ 99908 w 403753"/>
                <a:gd name="connsiteY10" fmla="*/ 184068 h 682017"/>
                <a:gd name="connsiteX11" fmla="*/ 68748 w 403753"/>
                <a:gd name="connsiteY11" fmla="*/ 152940 h 682017"/>
                <a:gd name="connsiteX12" fmla="*/ 152913 w 403753"/>
                <a:gd name="connsiteY12" fmla="*/ 68742 h 682017"/>
                <a:gd name="connsiteX13" fmla="*/ 184041 w 403753"/>
                <a:gd name="connsiteY13" fmla="*/ 99903 h 682017"/>
                <a:gd name="connsiteX14" fmla="*/ 187611 w 403753"/>
                <a:gd name="connsiteY14" fmla="*/ 97663 h 682017"/>
                <a:gd name="connsiteX15" fmla="*/ 276321 w 403753"/>
                <a:gd name="connsiteY15" fmla="*/ 60887 h 682017"/>
                <a:gd name="connsiteX16" fmla="*/ 280443 w 403753"/>
                <a:gd name="connsiteY16" fmla="*/ 59946 h 682017"/>
                <a:gd name="connsiteX17" fmla="*/ 280443 w 403753"/>
                <a:gd name="connsiteY17" fmla="*/ 15932 h 682017"/>
                <a:gd name="connsiteX18" fmla="*/ 387200 w 403753"/>
                <a:gd name="connsiteY18" fmla="*/ 13920 h 682017"/>
                <a:gd name="connsiteX19" fmla="*/ 387200 w 403753"/>
                <a:gd name="connsiteY19" fmla="*/ 3305 h 682017"/>
                <a:gd name="connsiteX20" fmla="*/ 274146 w 403753"/>
                <a:gd name="connsiteY20" fmla="*/ 6389 h 682017"/>
                <a:gd name="connsiteX21" fmla="*/ 269927 w 403753"/>
                <a:gd name="connsiteY21" fmla="*/ 7233 h 682017"/>
                <a:gd name="connsiteX22" fmla="*/ 269927 w 403753"/>
                <a:gd name="connsiteY22" fmla="*/ 51572 h 682017"/>
                <a:gd name="connsiteX23" fmla="*/ 185599 w 403753"/>
                <a:gd name="connsiteY23" fmla="*/ 86530 h 682017"/>
                <a:gd name="connsiteX24" fmla="*/ 154211 w 403753"/>
                <a:gd name="connsiteY24" fmla="*/ 55142 h 682017"/>
                <a:gd name="connsiteX25" fmla="*/ 150608 w 403753"/>
                <a:gd name="connsiteY25" fmla="*/ 57544 h 682017"/>
                <a:gd name="connsiteX26" fmla="*/ 57549 w 403753"/>
                <a:gd name="connsiteY26" fmla="*/ 150603 h 682017"/>
                <a:gd name="connsiteX27" fmla="*/ 55147 w 403753"/>
                <a:gd name="connsiteY27" fmla="*/ 154239 h 682017"/>
                <a:gd name="connsiteX28" fmla="*/ 86535 w 403753"/>
                <a:gd name="connsiteY28" fmla="*/ 185594 h 682017"/>
                <a:gd name="connsiteX29" fmla="*/ 51577 w 403753"/>
                <a:gd name="connsiteY29" fmla="*/ 269921 h 682017"/>
                <a:gd name="connsiteX30" fmla="*/ 7238 w 403753"/>
                <a:gd name="connsiteY30" fmla="*/ 269921 h 682017"/>
                <a:gd name="connsiteX31" fmla="*/ 6427 w 403753"/>
                <a:gd name="connsiteY31" fmla="*/ 274173 h 682017"/>
                <a:gd name="connsiteX32" fmla="*/ 0 w 403753"/>
                <a:gd name="connsiteY32" fmla="*/ 339967 h 682017"/>
                <a:gd name="connsiteX33" fmla="*/ 1201 w 403753"/>
                <a:gd name="connsiteY33" fmla="*/ 368141 h 682017"/>
                <a:gd name="connsiteX34" fmla="*/ 1363 w 403753"/>
                <a:gd name="connsiteY34" fmla="*/ 367427 h 682017"/>
                <a:gd name="connsiteX35" fmla="*/ 1720 w 403753"/>
                <a:gd name="connsiteY35" fmla="*/ 383851 h 682017"/>
                <a:gd name="connsiteX36" fmla="*/ 20352 w 403753"/>
                <a:gd name="connsiteY36" fmla="*/ 453183 h 682017"/>
                <a:gd name="connsiteX37" fmla="*/ 62418 w 403753"/>
                <a:gd name="connsiteY37" fmla="*/ 477560 h 682017"/>
                <a:gd name="connsiteX38" fmla="*/ 196440 w 403753"/>
                <a:gd name="connsiteY38" fmla="*/ 668385 h 682017"/>
                <a:gd name="connsiteX39" fmla="*/ 222797 w 403753"/>
                <a:gd name="connsiteY39" fmla="*/ 682017 h 682017"/>
                <a:gd name="connsiteX40" fmla="*/ 231041 w 403753"/>
                <a:gd name="connsiteY40" fmla="*/ 680946 h 682017"/>
                <a:gd name="connsiteX41" fmla="*/ 252431 w 403753"/>
                <a:gd name="connsiteY41" fmla="*/ 662152 h 682017"/>
                <a:gd name="connsiteX42" fmla="*/ 250451 w 403753"/>
                <a:gd name="connsiteY42" fmla="*/ 633881 h 682017"/>
                <a:gd name="connsiteX43" fmla="*/ 242499 w 403753"/>
                <a:gd name="connsiteY43" fmla="*/ 620313 h 682017"/>
                <a:gd name="connsiteX44" fmla="*/ 269894 w 403753"/>
                <a:gd name="connsiteY44" fmla="*/ 628330 h 682017"/>
                <a:gd name="connsiteX45" fmla="*/ 269894 w 403753"/>
                <a:gd name="connsiteY45" fmla="*/ 672669 h 682017"/>
                <a:gd name="connsiteX46" fmla="*/ 274114 w 403753"/>
                <a:gd name="connsiteY46" fmla="*/ 673481 h 682017"/>
                <a:gd name="connsiteX47" fmla="*/ 339908 w 403753"/>
                <a:gd name="connsiteY47" fmla="*/ 679907 h 682017"/>
                <a:gd name="connsiteX48" fmla="*/ 387167 w 403753"/>
                <a:gd name="connsiteY48" fmla="*/ 676629 h 682017"/>
                <a:gd name="connsiteX49" fmla="*/ 387167 w 403753"/>
                <a:gd name="connsiteY49" fmla="*/ 665983 h 682017"/>
                <a:gd name="connsiteX50" fmla="*/ 280411 w 403753"/>
                <a:gd name="connsiteY50" fmla="*/ 664003 h 682017"/>
                <a:gd name="connsiteX51" fmla="*/ 280411 w 403753"/>
                <a:gd name="connsiteY51" fmla="*/ 619956 h 682017"/>
                <a:gd name="connsiteX52" fmla="*/ 276289 w 403753"/>
                <a:gd name="connsiteY52" fmla="*/ 619047 h 682017"/>
                <a:gd name="connsiteX53" fmla="*/ 234092 w 403753"/>
                <a:gd name="connsiteY53" fmla="*/ 605902 h 682017"/>
                <a:gd name="connsiteX54" fmla="*/ 174466 w 403753"/>
                <a:gd name="connsiteY54" fmla="*/ 504079 h 682017"/>
                <a:gd name="connsiteX55" fmla="*/ 175017 w 403753"/>
                <a:gd name="connsiteY55" fmla="*/ 503949 h 682017"/>
                <a:gd name="connsiteX56" fmla="*/ 185599 w 403753"/>
                <a:gd name="connsiteY56" fmla="*/ 501125 h 682017"/>
                <a:gd name="connsiteX57" fmla="*/ 201861 w 403753"/>
                <a:gd name="connsiteY57" fmla="*/ 488661 h 682017"/>
                <a:gd name="connsiteX58" fmla="*/ 204522 w 403753"/>
                <a:gd name="connsiteY58" fmla="*/ 468439 h 682017"/>
                <a:gd name="connsiteX59" fmla="*/ 197609 w 403753"/>
                <a:gd name="connsiteY59" fmla="*/ 442732 h 682017"/>
                <a:gd name="connsiteX60" fmla="*/ 390089 w 403753"/>
                <a:gd name="connsiteY60" fmla="*/ 477625 h 682017"/>
                <a:gd name="connsiteX61" fmla="*/ 403754 w 403753"/>
                <a:gd name="connsiteY61" fmla="*/ 492978 h 682017"/>
                <a:gd name="connsiteX62" fmla="*/ 313746 w 403753"/>
                <a:gd name="connsiteY62" fmla="*/ 158361 h 682017"/>
                <a:gd name="connsiteX63" fmla="*/ 309591 w 403753"/>
                <a:gd name="connsiteY63" fmla="*/ 178453 h 682017"/>
                <a:gd name="connsiteX64" fmla="*/ 8147 w 403753"/>
                <a:gd name="connsiteY64" fmla="*/ 353405 h 682017"/>
                <a:gd name="connsiteX65" fmla="*/ 7401 w 403753"/>
                <a:gd name="connsiteY65" fmla="*/ 354347 h 682017"/>
                <a:gd name="connsiteX66" fmla="*/ 8147 w 403753"/>
                <a:gd name="connsiteY66" fmla="*/ 353405 h 682017"/>
                <a:gd name="connsiteX67" fmla="*/ 1461 w 403753"/>
                <a:gd name="connsiteY67" fmla="*/ 366843 h 682017"/>
                <a:gd name="connsiteX68" fmla="*/ 2207 w 403753"/>
                <a:gd name="connsiteY68" fmla="*/ 364246 h 682017"/>
                <a:gd name="connsiteX69" fmla="*/ 1461 w 403753"/>
                <a:gd name="connsiteY69" fmla="*/ 366843 h 682017"/>
                <a:gd name="connsiteX70" fmla="*/ 4934 w 403753"/>
                <a:gd name="connsiteY70" fmla="*/ 358079 h 682017"/>
                <a:gd name="connsiteX71" fmla="*/ 3603 w 403753"/>
                <a:gd name="connsiteY71" fmla="*/ 360708 h 682017"/>
                <a:gd name="connsiteX72" fmla="*/ 4934 w 403753"/>
                <a:gd name="connsiteY72" fmla="*/ 358079 h 682017"/>
                <a:gd name="connsiteX73" fmla="*/ 3408 w 403753"/>
                <a:gd name="connsiteY73" fmla="*/ 361130 h 682017"/>
                <a:gd name="connsiteX74" fmla="*/ 2369 w 403753"/>
                <a:gd name="connsiteY74" fmla="*/ 363727 h 682017"/>
                <a:gd name="connsiteX75" fmla="*/ 3408 w 403753"/>
                <a:gd name="connsiteY75" fmla="*/ 361130 h 682017"/>
                <a:gd name="connsiteX76" fmla="*/ 29732 w 403753"/>
                <a:gd name="connsiteY76" fmla="*/ 450651 h 682017"/>
                <a:gd name="connsiteX77" fmla="*/ 11101 w 403753"/>
                <a:gd name="connsiteY77" fmla="*/ 381320 h 682017"/>
                <a:gd name="connsiteX78" fmla="*/ 13568 w 403753"/>
                <a:gd name="connsiteY78" fmla="*/ 362656 h 682017"/>
                <a:gd name="connsiteX79" fmla="*/ 28629 w 403753"/>
                <a:gd name="connsiteY79" fmla="*/ 351101 h 682017"/>
                <a:gd name="connsiteX80" fmla="*/ 132724 w 403753"/>
                <a:gd name="connsiteY80" fmla="*/ 323316 h 682017"/>
                <a:gd name="connsiteX81" fmla="*/ 164176 w 403753"/>
                <a:gd name="connsiteY81" fmla="*/ 440330 h 682017"/>
                <a:gd name="connsiteX82" fmla="*/ 60081 w 403753"/>
                <a:gd name="connsiteY82" fmla="*/ 468114 h 682017"/>
                <a:gd name="connsiteX83" fmla="*/ 29700 w 403753"/>
                <a:gd name="connsiteY83" fmla="*/ 450651 h 682017"/>
                <a:gd name="connsiteX84" fmla="*/ 243408 w 403753"/>
                <a:gd name="connsiteY84" fmla="*/ 658452 h 682017"/>
                <a:gd name="connsiteX85" fmla="*/ 228509 w 403753"/>
                <a:gd name="connsiteY85" fmla="*/ 671533 h 682017"/>
                <a:gd name="connsiteX86" fmla="*/ 204392 w 403753"/>
                <a:gd name="connsiteY86" fmla="*/ 662769 h 682017"/>
                <a:gd name="connsiteX87" fmla="*/ 72415 w 403753"/>
                <a:gd name="connsiteY87" fmla="*/ 474898 h 682017"/>
                <a:gd name="connsiteX88" fmla="*/ 136099 w 403753"/>
                <a:gd name="connsiteY88" fmla="*/ 457890 h 682017"/>
                <a:gd name="connsiteX89" fmla="*/ 242012 w 403753"/>
                <a:gd name="connsiteY89" fmla="*/ 638815 h 682017"/>
                <a:gd name="connsiteX90" fmla="*/ 243375 w 403753"/>
                <a:gd name="connsiteY90" fmla="*/ 658452 h 682017"/>
                <a:gd name="connsiteX91" fmla="*/ 195109 w 403753"/>
                <a:gd name="connsiteY91" fmla="*/ 470971 h 682017"/>
                <a:gd name="connsiteX92" fmla="*/ 193421 w 403753"/>
                <a:gd name="connsiteY92" fmla="*/ 483792 h 682017"/>
                <a:gd name="connsiteX93" fmla="*/ 183067 w 403753"/>
                <a:gd name="connsiteY93" fmla="*/ 491712 h 682017"/>
                <a:gd name="connsiteX94" fmla="*/ 172680 w 403753"/>
                <a:gd name="connsiteY94" fmla="*/ 494471 h 682017"/>
                <a:gd name="connsiteX95" fmla="*/ 169272 w 403753"/>
                <a:gd name="connsiteY95" fmla="*/ 495217 h 682017"/>
                <a:gd name="connsiteX96" fmla="*/ 145869 w 403753"/>
                <a:gd name="connsiteY96" fmla="*/ 455228 h 682017"/>
                <a:gd name="connsiteX97" fmla="*/ 171414 w 403753"/>
                <a:gd name="connsiteY97" fmla="*/ 448412 h 682017"/>
                <a:gd name="connsiteX98" fmla="*/ 188001 w 403753"/>
                <a:gd name="connsiteY98" fmla="*/ 444517 h 682017"/>
                <a:gd name="connsiteX99" fmla="*/ 195109 w 403753"/>
                <a:gd name="connsiteY99" fmla="*/ 470938 h 682017"/>
                <a:gd name="connsiteX100" fmla="*/ 384830 w 403753"/>
                <a:gd name="connsiteY100" fmla="*/ 460065 h 682017"/>
                <a:gd name="connsiteX101" fmla="*/ 254768 w 403753"/>
                <a:gd name="connsiteY101" fmla="*/ 428255 h 682017"/>
                <a:gd name="connsiteX102" fmla="*/ 173622 w 403753"/>
                <a:gd name="connsiteY102" fmla="*/ 437830 h 682017"/>
                <a:gd name="connsiteX103" fmla="*/ 142104 w 403753"/>
                <a:gd name="connsiteY103" fmla="*/ 320589 h 682017"/>
                <a:gd name="connsiteX104" fmla="*/ 313843 w 403753"/>
                <a:gd name="connsiteY104" fmla="*/ 196045 h 682017"/>
                <a:gd name="connsiteX105" fmla="*/ 384830 w 403753"/>
                <a:gd name="connsiteY105" fmla="*/ 460032 h 682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03753" h="682017">
                  <a:moveTo>
                    <a:pt x="309624" y="178485"/>
                  </a:moveTo>
                  <a:cubicBezTo>
                    <a:pt x="299821" y="226102"/>
                    <a:pt x="212085" y="292058"/>
                    <a:pt x="129121" y="314195"/>
                  </a:cubicBezTo>
                  <a:lnTo>
                    <a:pt x="26129" y="341688"/>
                  </a:lnTo>
                  <a:cubicBezTo>
                    <a:pt x="19930" y="343343"/>
                    <a:pt x="14477" y="346621"/>
                    <a:pt x="10159" y="351133"/>
                  </a:cubicBezTo>
                  <a:cubicBezTo>
                    <a:pt x="10354" y="350938"/>
                    <a:pt x="10517" y="350711"/>
                    <a:pt x="10711" y="350516"/>
                  </a:cubicBezTo>
                  <a:cubicBezTo>
                    <a:pt x="10581" y="347011"/>
                    <a:pt x="10517" y="343473"/>
                    <a:pt x="10517" y="339967"/>
                  </a:cubicBezTo>
                  <a:cubicBezTo>
                    <a:pt x="10517" y="320135"/>
                    <a:pt x="12302" y="300140"/>
                    <a:pt x="15937" y="280438"/>
                  </a:cubicBezTo>
                  <a:lnTo>
                    <a:pt x="59951" y="280438"/>
                  </a:lnTo>
                  <a:lnTo>
                    <a:pt x="60892" y="276348"/>
                  </a:lnTo>
                  <a:cubicBezTo>
                    <a:pt x="68033" y="244831"/>
                    <a:pt x="80400" y="214969"/>
                    <a:pt x="97668" y="187639"/>
                  </a:cubicBezTo>
                  <a:lnTo>
                    <a:pt x="99908" y="184068"/>
                  </a:lnTo>
                  <a:lnTo>
                    <a:pt x="68748" y="152940"/>
                  </a:lnTo>
                  <a:cubicBezTo>
                    <a:pt x="91566" y="119865"/>
                    <a:pt x="119870" y="91561"/>
                    <a:pt x="152913" y="68742"/>
                  </a:cubicBezTo>
                  <a:lnTo>
                    <a:pt x="184041" y="99903"/>
                  </a:lnTo>
                  <a:lnTo>
                    <a:pt x="187611" y="97663"/>
                  </a:lnTo>
                  <a:cubicBezTo>
                    <a:pt x="214974" y="80395"/>
                    <a:pt x="244836" y="68061"/>
                    <a:pt x="276321" y="60887"/>
                  </a:cubicBezTo>
                  <a:lnTo>
                    <a:pt x="280443" y="59946"/>
                  </a:lnTo>
                  <a:lnTo>
                    <a:pt x="280443" y="15932"/>
                  </a:lnTo>
                  <a:cubicBezTo>
                    <a:pt x="315726" y="9473"/>
                    <a:pt x="351787" y="8824"/>
                    <a:pt x="387200" y="13920"/>
                  </a:cubicBezTo>
                  <a:lnTo>
                    <a:pt x="387200" y="3305"/>
                  </a:lnTo>
                  <a:cubicBezTo>
                    <a:pt x="349645" y="-1953"/>
                    <a:pt x="311474" y="-947"/>
                    <a:pt x="274146" y="6389"/>
                  </a:cubicBezTo>
                  <a:lnTo>
                    <a:pt x="269927" y="7233"/>
                  </a:lnTo>
                  <a:lnTo>
                    <a:pt x="269927" y="51572"/>
                  </a:lnTo>
                  <a:cubicBezTo>
                    <a:pt x="240097" y="58777"/>
                    <a:pt x="211761" y="70528"/>
                    <a:pt x="185599" y="86530"/>
                  </a:cubicBezTo>
                  <a:lnTo>
                    <a:pt x="154211" y="55142"/>
                  </a:lnTo>
                  <a:lnTo>
                    <a:pt x="150608" y="57544"/>
                  </a:lnTo>
                  <a:cubicBezTo>
                    <a:pt x="113703" y="82407"/>
                    <a:pt x="82380" y="113698"/>
                    <a:pt x="57549" y="150603"/>
                  </a:cubicBezTo>
                  <a:lnTo>
                    <a:pt x="55147" y="154239"/>
                  </a:lnTo>
                  <a:lnTo>
                    <a:pt x="86535" y="185594"/>
                  </a:lnTo>
                  <a:cubicBezTo>
                    <a:pt x="70533" y="211788"/>
                    <a:pt x="58783" y="240092"/>
                    <a:pt x="51577" y="269921"/>
                  </a:cubicBezTo>
                  <a:lnTo>
                    <a:pt x="7238" y="269921"/>
                  </a:lnTo>
                  <a:lnTo>
                    <a:pt x="6427" y="274173"/>
                  </a:lnTo>
                  <a:cubicBezTo>
                    <a:pt x="2142" y="295888"/>
                    <a:pt x="0" y="318025"/>
                    <a:pt x="0" y="339967"/>
                  </a:cubicBezTo>
                  <a:cubicBezTo>
                    <a:pt x="0" y="349315"/>
                    <a:pt x="389" y="358728"/>
                    <a:pt x="1201" y="368141"/>
                  </a:cubicBezTo>
                  <a:cubicBezTo>
                    <a:pt x="1233" y="367914"/>
                    <a:pt x="1331" y="367655"/>
                    <a:pt x="1363" y="367427"/>
                  </a:cubicBezTo>
                  <a:cubicBezTo>
                    <a:pt x="162" y="372783"/>
                    <a:pt x="260" y="378398"/>
                    <a:pt x="1720" y="383851"/>
                  </a:cubicBezTo>
                  <a:lnTo>
                    <a:pt x="20352" y="453183"/>
                  </a:lnTo>
                  <a:cubicBezTo>
                    <a:pt x="25253" y="471425"/>
                    <a:pt x="44111" y="482331"/>
                    <a:pt x="62418" y="477560"/>
                  </a:cubicBezTo>
                  <a:lnTo>
                    <a:pt x="196440" y="668385"/>
                  </a:lnTo>
                  <a:cubicBezTo>
                    <a:pt x="202542" y="677051"/>
                    <a:pt x="212475" y="682017"/>
                    <a:pt x="222797" y="682017"/>
                  </a:cubicBezTo>
                  <a:cubicBezTo>
                    <a:pt x="225556" y="682017"/>
                    <a:pt x="228315" y="681660"/>
                    <a:pt x="231041" y="680946"/>
                  </a:cubicBezTo>
                  <a:cubicBezTo>
                    <a:pt x="240811" y="678349"/>
                    <a:pt x="248601" y="671501"/>
                    <a:pt x="252431" y="662152"/>
                  </a:cubicBezTo>
                  <a:cubicBezTo>
                    <a:pt x="256261" y="652869"/>
                    <a:pt x="255515" y="642547"/>
                    <a:pt x="250451" y="633881"/>
                  </a:cubicBezTo>
                  <a:lnTo>
                    <a:pt x="242499" y="620313"/>
                  </a:lnTo>
                  <a:cubicBezTo>
                    <a:pt x="251490" y="623429"/>
                    <a:pt x="260611" y="626091"/>
                    <a:pt x="269894" y="628330"/>
                  </a:cubicBezTo>
                  <a:lnTo>
                    <a:pt x="269894" y="672669"/>
                  </a:lnTo>
                  <a:lnTo>
                    <a:pt x="274114" y="673481"/>
                  </a:lnTo>
                  <a:cubicBezTo>
                    <a:pt x="295861" y="677765"/>
                    <a:pt x="317998" y="679907"/>
                    <a:pt x="339908" y="679907"/>
                  </a:cubicBezTo>
                  <a:cubicBezTo>
                    <a:pt x="355650" y="679907"/>
                    <a:pt x="371457" y="678836"/>
                    <a:pt x="387167" y="676629"/>
                  </a:cubicBezTo>
                  <a:lnTo>
                    <a:pt x="387167" y="665983"/>
                  </a:lnTo>
                  <a:cubicBezTo>
                    <a:pt x="351755" y="671079"/>
                    <a:pt x="315693" y="670397"/>
                    <a:pt x="280411" y="664003"/>
                  </a:cubicBezTo>
                  <a:lnTo>
                    <a:pt x="280411" y="619956"/>
                  </a:lnTo>
                  <a:lnTo>
                    <a:pt x="276289" y="619047"/>
                  </a:lnTo>
                  <a:cubicBezTo>
                    <a:pt x="261844" y="615769"/>
                    <a:pt x="247725" y="611355"/>
                    <a:pt x="234092" y="605902"/>
                  </a:cubicBezTo>
                  <a:lnTo>
                    <a:pt x="174466" y="504079"/>
                  </a:lnTo>
                  <a:lnTo>
                    <a:pt x="175017" y="503949"/>
                  </a:lnTo>
                  <a:lnTo>
                    <a:pt x="185599" y="501125"/>
                  </a:lnTo>
                  <a:cubicBezTo>
                    <a:pt x="192513" y="499275"/>
                    <a:pt x="198290" y="494860"/>
                    <a:pt x="201861" y="488661"/>
                  </a:cubicBezTo>
                  <a:cubicBezTo>
                    <a:pt x="205431" y="482493"/>
                    <a:pt x="206372" y="475320"/>
                    <a:pt x="204522" y="468439"/>
                  </a:cubicBezTo>
                  <a:lnTo>
                    <a:pt x="197609" y="442732"/>
                  </a:lnTo>
                  <a:cubicBezTo>
                    <a:pt x="279242" y="428612"/>
                    <a:pt x="363245" y="447471"/>
                    <a:pt x="390089" y="477625"/>
                  </a:cubicBezTo>
                  <a:lnTo>
                    <a:pt x="403754" y="492978"/>
                  </a:lnTo>
                  <a:lnTo>
                    <a:pt x="313746" y="158361"/>
                  </a:lnTo>
                  <a:lnTo>
                    <a:pt x="309591" y="178453"/>
                  </a:lnTo>
                  <a:close/>
                  <a:moveTo>
                    <a:pt x="8147" y="353405"/>
                  </a:moveTo>
                  <a:cubicBezTo>
                    <a:pt x="7887" y="353697"/>
                    <a:pt x="7660" y="354022"/>
                    <a:pt x="7401" y="354347"/>
                  </a:cubicBezTo>
                  <a:cubicBezTo>
                    <a:pt x="7628" y="354022"/>
                    <a:pt x="7887" y="353730"/>
                    <a:pt x="8147" y="353405"/>
                  </a:cubicBezTo>
                  <a:close/>
                  <a:moveTo>
                    <a:pt x="1461" y="366843"/>
                  </a:moveTo>
                  <a:cubicBezTo>
                    <a:pt x="1688" y="365967"/>
                    <a:pt x="1915" y="365123"/>
                    <a:pt x="2207" y="364246"/>
                  </a:cubicBezTo>
                  <a:cubicBezTo>
                    <a:pt x="1915" y="365090"/>
                    <a:pt x="1688" y="365967"/>
                    <a:pt x="1461" y="366843"/>
                  </a:cubicBezTo>
                  <a:close/>
                  <a:moveTo>
                    <a:pt x="4934" y="358079"/>
                  </a:moveTo>
                  <a:cubicBezTo>
                    <a:pt x="4447" y="358923"/>
                    <a:pt x="3992" y="359800"/>
                    <a:pt x="3603" y="360708"/>
                  </a:cubicBezTo>
                  <a:cubicBezTo>
                    <a:pt x="4025" y="359832"/>
                    <a:pt x="4447" y="358956"/>
                    <a:pt x="4934" y="358079"/>
                  </a:cubicBezTo>
                  <a:close/>
                  <a:moveTo>
                    <a:pt x="3408" y="361130"/>
                  </a:moveTo>
                  <a:cubicBezTo>
                    <a:pt x="3019" y="361974"/>
                    <a:pt x="2694" y="362851"/>
                    <a:pt x="2369" y="363727"/>
                  </a:cubicBezTo>
                  <a:cubicBezTo>
                    <a:pt x="2662" y="362851"/>
                    <a:pt x="3019" y="361974"/>
                    <a:pt x="3408" y="361130"/>
                  </a:cubicBezTo>
                  <a:close/>
                  <a:moveTo>
                    <a:pt x="29732" y="450651"/>
                  </a:moveTo>
                  <a:lnTo>
                    <a:pt x="11101" y="381320"/>
                  </a:lnTo>
                  <a:cubicBezTo>
                    <a:pt x="9381" y="374958"/>
                    <a:pt x="10257" y="368336"/>
                    <a:pt x="13568" y="362656"/>
                  </a:cubicBezTo>
                  <a:cubicBezTo>
                    <a:pt x="16878" y="356911"/>
                    <a:pt x="22234" y="352821"/>
                    <a:pt x="28629" y="351101"/>
                  </a:cubicBezTo>
                  <a:lnTo>
                    <a:pt x="132724" y="323316"/>
                  </a:lnTo>
                  <a:lnTo>
                    <a:pt x="164176" y="440330"/>
                  </a:lnTo>
                  <a:lnTo>
                    <a:pt x="60081" y="468114"/>
                  </a:lnTo>
                  <a:cubicBezTo>
                    <a:pt x="46870" y="471620"/>
                    <a:pt x="33238" y="463797"/>
                    <a:pt x="29700" y="450651"/>
                  </a:cubicBezTo>
                  <a:close/>
                  <a:moveTo>
                    <a:pt x="243408" y="658452"/>
                  </a:moveTo>
                  <a:cubicBezTo>
                    <a:pt x="240746" y="664944"/>
                    <a:pt x="235293" y="669715"/>
                    <a:pt x="228509" y="671533"/>
                  </a:cubicBezTo>
                  <a:cubicBezTo>
                    <a:pt x="219453" y="673935"/>
                    <a:pt x="209748" y="670430"/>
                    <a:pt x="204392" y="662769"/>
                  </a:cubicBezTo>
                  <a:lnTo>
                    <a:pt x="72415" y="474898"/>
                  </a:lnTo>
                  <a:lnTo>
                    <a:pt x="136099" y="457890"/>
                  </a:lnTo>
                  <a:lnTo>
                    <a:pt x="242012" y="638815"/>
                  </a:lnTo>
                  <a:cubicBezTo>
                    <a:pt x="245550" y="644852"/>
                    <a:pt x="246037" y="651993"/>
                    <a:pt x="243375" y="658452"/>
                  </a:cubicBezTo>
                  <a:close/>
                  <a:moveTo>
                    <a:pt x="195109" y="470971"/>
                  </a:moveTo>
                  <a:cubicBezTo>
                    <a:pt x="196278" y="475320"/>
                    <a:pt x="195693" y="479897"/>
                    <a:pt x="193421" y="483792"/>
                  </a:cubicBezTo>
                  <a:cubicBezTo>
                    <a:pt x="191149" y="487719"/>
                    <a:pt x="187481" y="490543"/>
                    <a:pt x="183067" y="491712"/>
                  </a:cubicBezTo>
                  <a:lnTo>
                    <a:pt x="172680" y="494471"/>
                  </a:lnTo>
                  <a:lnTo>
                    <a:pt x="169272" y="495217"/>
                  </a:lnTo>
                  <a:lnTo>
                    <a:pt x="145869" y="455228"/>
                  </a:lnTo>
                  <a:lnTo>
                    <a:pt x="171414" y="448412"/>
                  </a:lnTo>
                  <a:cubicBezTo>
                    <a:pt x="176900" y="446951"/>
                    <a:pt x="182450" y="445653"/>
                    <a:pt x="188001" y="444517"/>
                  </a:cubicBezTo>
                  <a:lnTo>
                    <a:pt x="195109" y="470938"/>
                  </a:lnTo>
                  <a:close/>
                  <a:moveTo>
                    <a:pt x="384830" y="460065"/>
                  </a:moveTo>
                  <a:cubicBezTo>
                    <a:pt x="356429" y="439713"/>
                    <a:pt x="307059" y="428255"/>
                    <a:pt x="254768" y="428255"/>
                  </a:cubicBezTo>
                  <a:cubicBezTo>
                    <a:pt x="227665" y="428255"/>
                    <a:pt x="199751" y="431339"/>
                    <a:pt x="173622" y="437830"/>
                  </a:cubicBezTo>
                  <a:lnTo>
                    <a:pt x="142104" y="320589"/>
                  </a:lnTo>
                  <a:cubicBezTo>
                    <a:pt x="217571" y="297446"/>
                    <a:pt x="291999" y="242818"/>
                    <a:pt x="313843" y="196045"/>
                  </a:cubicBezTo>
                  <a:lnTo>
                    <a:pt x="384830" y="460032"/>
                  </a:lnTo>
                  <a:close/>
                </a:path>
              </a:pathLst>
            </a:custGeom>
            <a:grpFill/>
            <a:ln w="3246" cap="flat">
              <a:noFill/>
              <a:prstDash val="solid"/>
              <a:miter/>
            </a:ln>
          </p:spPr>
          <p:txBody>
            <a:bodyPr rtlCol="0" anchor="ctr"/>
            <a:lstStyle/>
            <a:p>
              <a:endParaRPr lang="en-US"/>
            </a:p>
          </p:txBody>
        </p:sp>
        <p:sp>
          <p:nvSpPr>
            <p:cNvPr id="433" name="Freeform: Shape 363"/>
            <p:cNvSpPr/>
            <p:nvPr/>
          </p:nvSpPr>
          <p:spPr>
            <a:xfrm rot="20703000">
              <a:off x="1972477" y="2941161"/>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434" name="Freeform: Shape 364"/>
            <p:cNvSpPr/>
            <p:nvPr/>
          </p:nvSpPr>
          <p:spPr>
            <a:xfrm rot="20703601">
              <a:off x="1983708" y="2983446"/>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435" name="Freeform: Shape 365"/>
            <p:cNvSpPr/>
            <p:nvPr/>
          </p:nvSpPr>
          <p:spPr>
            <a:xfrm rot="20703601">
              <a:off x="2326977" y="2869243"/>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436" name="Freeform: Shape 366"/>
            <p:cNvSpPr/>
            <p:nvPr/>
          </p:nvSpPr>
          <p:spPr>
            <a:xfrm rot="18005401">
              <a:off x="2291586" y="2806227"/>
              <a:ext cx="46318" cy="9737"/>
            </a:xfrm>
            <a:custGeom>
              <a:avLst/>
              <a:gdLst>
                <a:gd name="connsiteX0" fmla="*/ 0 w 46318"/>
                <a:gd name="connsiteY0" fmla="*/ 0 h 9737"/>
                <a:gd name="connsiteX1" fmla="*/ 46319 w 46318"/>
                <a:gd name="connsiteY1" fmla="*/ 0 h 9737"/>
                <a:gd name="connsiteX2" fmla="*/ 46319 w 46318"/>
                <a:gd name="connsiteY2" fmla="*/ 9738 h 9737"/>
                <a:gd name="connsiteX3" fmla="*/ 0 w 46318"/>
                <a:gd name="connsiteY3" fmla="*/ 9738 h 9737"/>
              </a:gdLst>
              <a:ahLst/>
              <a:cxnLst>
                <a:cxn ang="0">
                  <a:pos x="connsiteX0" y="connsiteY0"/>
                </a:cxn>
                <a:cxn ang="0">
                  <a:pos x="connsiteX1" y="connsiteY1"/>
                </a:cxn>
                <a:cxn ang="0">
                  <a:pos x="connsiteX2" y="connsiteY2"/>
                </a:cxn>
                <a:cxn ang="0">
                  <a:pos x="connsiteX3" y="connsiteY3"/>
                </a:cxn>
              </a:cxnLst>
              <a:rect l="l" t="t" r="r" b="b"/>
              <a:pathLst>
                <a:path w="46318" h="9737">
                  <a:moveTo>
                    <a:pt x="0" y="0"/>
                  </a:moveTo>
                  <a:lnTo>
                    <a:pt x="46319" y="0"/>
                  </a:lnTo>
                  <a:lnTo>
                    <a:pt x="46319" y="9738"/>
                  </a:lnTo>
                  <a:lnTo>
                    <a:pt x="0" y="9738"/>
                  </a:lnTo>
                  <a:close/>
                </a:path>
              </a:pathLst>
            </a:custGeom>
            <a:grpFill/>
            <a:ln w="3246" cap="flat">
              <a:noFill/>
              <a:prstDash val="solid"/>
              <a:miter/>
            </a:ln>
          </p:spPr>
          <p:txBody>
            <a:bodyPr rtlCol="0" anchor="ctr"/>
            <a:lstStyle/>
            <a:p>
              <a:endParaRPr lang="en-US"/>
            </a:p>
          </p:txBody>
        </p:sp>
        <p:sp>
          <p:nvSpPr>
            <p:cNvPr id="437" name="Freeform: Shape 367"/>
            <p:cNvSpPr/>
            <p:nvPr/>
          </p:nvSpPr>
          <p:spPr>
            <a:xfrm rot="17994599">
              <a:off x="2346746" y="2925004"/>
              <a:ext cx="9737" cy="46415"/>
            </a:xfrm>
            <a:custGeom>
              <a:avLst/>
              <a:gdLst>
                <a:gd name="connsiteX0" fmla="*/ 0 w 9737"/>
                <a:gd name="connsiteY0" fmla="*/ 0 h 46415"/>
                <a:gd name="connsiteX1" fmla="*/ 9738 w 9737"/>
                <a:gd name="connsiteY1" fmla="*/ 0 h 46415"/>
                <a:gd name="connsiteX2" fmla="*/ 9738 w 9737"/>
                <a:gd name="connsiteY2" fmla="*/ 46416 h 46415"/>
                <a:gd name="connsiteX3" fmla="*/ 0 w 9737"/>
                <a:gd name="connsiteY3" fmla="*/ 46416 h 46415"/>
              </a:gdLst>
              <a:ahLst/>
              <a:cxnLst>
                <a:cxn ang="0">
                  <a:pos x="connsiteX0" y="connsiteY0"/>
                </a:cxn>
                <a:cxn ang="0">
                  <a:pos x="connsiteX1" y="connsiteY1"/>
                </a:cxn>
                <a:cxn ang="0">
                  <a:pos x="connsiteX2" y="connsiteY2"/>
                </a:cxn>
                <a:cxn ang="0">
                  <a:pos x="connsiteX3" y="connsiteY3"/>
                </a:cxn>
              </a:cxnLst>
              <a:rect l="l" t="t" r="r" b="b"/>
              <a:pathLst>
                <a:path w="9737" h="46415">
                  <a:moveTo>
                    <a:pt x="0" y="0"/>
                  </a:moveTo>
                  <a:lnTo>
                    <a:pt x="9738" y="0"/>
                  </a:lnTo>
                  <a:lnTo>
                    <a:pt x="9738" y="46416"/>
                  </a:lnTo>
                  <a:lnTo>
                    <a:pt x="0" y="46416"/>
                  </a:lnTo>
                  <a:close/>
                </a:path>
              </a:pathLst>
            </a:custGeom>
            <a:grpFill/>
            <a:ln w="3246" cap="flat">
              <a:noFill/>
              <a:prstDash val="solid"/>
              <a:miter/>
            </a:ln>
          </p:spPr>
          <p:txBody>
            <a:bodyPr rtlCol="0" anchor="ctr"/>
            <a:lstStyle/>
            <a:p>
              <a:endParaRPr lang="en-US"/>
            </a:p>
          </p:txBody>
        </p:sp>
        <p:sp>
          <p:nvSpPr>
            <p:cNvPr id="438" name="Freeform: Shape 1170"/>
            <p:cNvSpPr/>
            <p:nvPr/>
          </p:nvSpPr>
          <p:spPr>
            <a:xfrm>
              <a:off x="2308098" y="2571698"/>
              <a:ext cx="305046" cy="673226"/>
            </a:xfrm>
            <a:custGeom>
              <a:avLst/>
              <a:gdLst>
                <a:gd name="connsiteX0" fmla="*/ 305047 w 305046"/>
                <a:gd name="connsiteY0" fmla="*/ 336597 h 673226"/>
                <a:gd name="connsiteX1" fmla="*/ 298425 w 305046"/>
                <a:gd name="connsiteY1" fmla="*/ 404728 h 673226"/>
                <a:gd name="connsiteX2" fmla="*/ 295666 w 305046"/>
                <a:gd name="connsiteY2" fmla="*/ 418912 h 673226"/>
                <a:gd name="connsiteX3" fmla="*/ 250711 w 305046"/>
                <a:gd name="connsiteY3" fmla="*/ 418912 h 673226"/>
                <a:gd name="connsiteX4" fmla="*/ 221661 w 305046"/>
                <a:gd name="connsiteY4" fmla="*/ 488990 h 673226"/>
                <a:gd name="connsiteX5" fmla="*/ 253438 w 305046"/>
                <a:gd name="connsiteY5" fmla="*/ 520768 h 673226"/>
                <a:gd name="connsiteX6" fmla="*/ 245388 w 305046"/>
                <a:gd name="connsiteY6" fmla="*/ 532777 h 673226"/>
                <a:gd name="connsiteX7" fmla="*/ 148985 w 305046"/>
                <a:gd name="connsiteY7" fmla="*/ 629180 h 673226"/>
                <a:gd name="connsiteX8" fmla="*/ 137008 w 305046"/>
                <a:gd name="connsiteY8" fmla="*/ 637230 h 673226"/>
                <a:gd name="connsiteX9" fmla="*/ 105166 w 305046"/>
                <a:gd name="connsiteY9" fmla="*/ 605452 h 673226"/>
                <a:gd name="connsiteX10" fmla="*/ 35088 w 305046"/>
                <a:gd name="connsiteY10" fmla="*/ 634503 h 673226"/>
                <a:gd name="connsiteX11" fmla="*/ 35088 w 305046"/>
                <a:gd name="connsiteY11" fmla="*/ 664982 h 673226"/>
                <a:gd name="connsiteX12" fmla="*/ 34082 w 305046"/>
                <a:gd name="connsiteY12" fmla="*/ 665306 h 673226"/>
                <a:gd name="connsiteX13" fmla="*/ 260 w 305046"/>
                <a:gd name="connsiteY13" fmla="*/ 673226 h 673226"/>
                <a:gd name="connsiteX14" fmla="*/ 0 w 305046"/>
                <a:gd name="connsiteY14" fmla="*/ 673226 h 673226"/>
                <a:gd name="connsiteX15" fmla="*/ 0 w 305046"/>
                <a:gd name="connsiteY15" fmla="*/ 606783 h 673226"/>
                <a:gd name="connsiteX16" fmla="*/ 13698 w 305046"/>
                <a:gd name="connsiteY16" fmla="*/ 603667 h 673226"/>
                <a:gd name="connsiteX17" fmla="*/ 98577 w 305046"/>
                <a:gd name="connsiteY17" fmla="*/ 568514 h 673226"/>
                <a:gd name="connsiteX18" fmla="*/ 110425 w 305046"/>
                <a:gd name="connsiteY18" fmla="*/ 561049 h 673226"/>
                <a:gd name="connsiteX19" fmla="*/ 141130 w 305046"/>
                <a:gd name="connsiteY19" fmla="*/ 591787 h 673226"/>
                <a:gd name="connsiteX20" fmla="*/ 207931 w 305046"/>
                <a:gd name="connsiteY20" fmla="*/ 524987 h 673226"/>
                <a:gd name="connsiteX21" fmla="*/ 177192 w 305046"/>
                <a:gd name="connsiteY21" fmla="*/ 494249 h 673226"/>
                <a:gd name="connsiteX22" fmla="*/ 184658 w 305046"/>
                <a:gd name="connsiteY22" fmla="*/ 482434 h 673226"/>
                <a:gd name="connsiteX23" fmla="*/ 219843 w 305046"/>
                <a:gd name="connsiteY23" fmla="*/ 397522 h 673226"/>
                <a:gd name="connsiteX24" fmla="*/ 222926 w 305046"/>
                <a:gd name="connsiteY24" fmla="*/ 383857 h 673226"/>
                <a:gd name="connsiteX25" fmla="*/ 266324 w 305046"/>
                <a:gd name="connsiteY25" fmla="*/ 383857 h 673226"/>
                <a:gd name="connsiteX26" fmla="*/ 269862 w 305046"/>
                <a:gd name="connsiteY26" fmla="*/ 336629 h 673226"/>
                <a:gd name="connsiteX27" fmla="*/ 266324 w 305046"/>
                <a:gd name="connsiteY27" fmla="*/ 289402 h 673226"/>
                <a:gd name="connsiteX28" fmla="*/ 222926 w 305046"/>
                <a:gd name="connsiteY28" fmla="*/ 289402 h 673226"/>
                <a:gd name="connsiteX29" fmla="*/ 219843 w 305046"/>
                <a:gd name="connsiteY29" fmla="*/ 275704 h 673226"/>
                <a:gd name="connsiteX30" fmla="*/ 184658 w 305046"/>
                <a:gd name="connsiteY30" fmla="*/ 190825 h 673226"/>
                <a:gd name="connsiteX31" fmla="*/ 177192 w 305046"/>
                <a:gd name="connsiteY31" fmla="*/ 178977 h 673226"/>
                <a:gd name="connsiteX32" fmla="*/ 207931 w 305046"/>
                <a:gd name="connsiteY32" fmla="*/ 148271 h 673226"/>
                <a:gd name="connsiteX33" fmla="*/ 141130 w 305046"/>
                <a:gd name="connsiteY33" fmla="*/ 81471 h 673226"/>
                <a:gd name="connsiteX34" fmla="*/ 110392 w 305046"/>
                <a:gd name="connsiteY34" fmla="*/ 112210 h 673226"/>
                <a:gd name="connsiteX35" fmla="*/ 98577 w 305046"/>
                <a:gd name="connsiteY35" fmla="*/ 104744 h 673226"/>
                <a:gd name="connsiteX36" fmla="*/ 13698 w 305046"/>
                <a:gd name="connsiteY36" fmla="*/ 69559 h 673226"/>
                <a:gd name="connsiteX37" fmla="*/ 0 w 305046"/>
                <a:gd name="connsiteY37" fmla="*/ 66475 h 673226"/>
                <a:gd name="connsiteX38" fmla="*/ 0 w 305046"/>
                <a:gd name="connsiteY38" fmla="*/ 0 h 673226"/>
                <a:gd name="connsiteX39" fmla="*/ 7823 w 305046"/>
                <a:gd name="connsiteY39" fmla="*/ 1169 h 673226"/>
                <a:gd name="connsiteX40" fmla="*/ 31355 w 305046"/>
                <a:gd name="connsiteY40" fmla="*/ 6946 h 673226"/>
                <a:gd name="connsiteX41" fmla="*/ 35088 w 305046"/>
                <a:gd name="connsiteY41" fmla="*/ 8309 h 673226"/>
                <a:gd name="connsiteX42" fmla="*/ 35088 w 305046"/>
                <a:gd name="connsiteY42" fmla="*/ 38788 h 673226"/>
                <a:gd name="connsiteX43" fmla="*/ 105166 w 305046"/>
                <a:gd name="connsiteY43" fmla="*/ 67806 h 673226"/>
                <a:gd name="connsiteX44" fmla="*/ 136943 w 305046"/>
                <a:gd name="connsiteY44" fmla="*/ 36029 h 673226"/>
                <a:gd name="connsiteX45" fmla="*/ 148953 w 305046"/>
                <a:gd name="connsiteY45" fmla="*/ 44111 h 673226"/>
                <a:gd name="connsiteX46" fmla="*/ 245355 w 305046"/>
                <a:gd name="connsiteY46" fmla="*/ 140514 h 673226"/>
                <a:gd name="connsiteX47" fmla="*/ 253405 w 305046"/>
                <a:gd name="connsiteY47" fmla="*/ 152524 h 673226"/>
                <a:gd name="connsiteX48" fmla="*/ 221628 w 305046"/>
                <a:gd name="connsiteY48" fmla="*/ 184268 h 673226"/>
                <a:gd name="connsiteX49" fmla="*/ 250679 w 305046"/>
                <a:gd name="connsiteY49" fmla="*/ 254379 h 673226"/>
                <a:gd name="connsiteX50" fmla="*/ 295634 w 305046"/>
                <a:gd name="connsiteY50" fmla="*/ 254379 h 673226"/>
                <a:gd name="connsiteX51" fmla="*/ 298393 w 305046"/>
                <a:gd name="connsiteY51" fmla="*/ 268531 h 673226"/>
                <a:gd name="connsiteX52" fmla="*/ 305014 w 305046"/>
                <a:gd name="connsiteY52" fmla="*/ 336727 h 67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05046" h="673226">
                  <a:moveTo>
                    <a:pt x="305047" y="336597"/>
                  </a:moveTo>
                  <a:cubicBezTo>
                    <a:pt x="305047" y="359286"/>
                    <a:pt x="302840" y="382234"/>
                    <a:pt x="298425" y="404728"/>
                  </a:cubicBezTo>
                  <a:lnTo>
                    <a:pt x="295666" y="418912"/>
                  </a:lnTo>
                  <a:lnTo>
                    <a:pt x="250711" y="418912"/>
                  </a:lnTo>
                  <a:cubicBezTo>
                    <a:pt x="243960" y="443386"/>
                    <a:pt x="234255" y="466886"/>
                    <a:pt x="221661" y="488990"/>
                  </a:cubicBezTo>
                  <a:lnTo>
                    <a:pt x="253438" y="520768"/>
                  </a:lnTo>
                  <a:lnTo>
                    <a:pt x="245388" y="532777"/>
                  </a:lnTo>
                  <a:cubicBezTo>
                    <a:pt x="219713" y="571014"/>
                    <a:pt x="187254" y="603440"/>
                    <a:pt x="148985" y="629180"/>
                  </a:cubicBezTo>
                  <a:lnTo>
                    <a:pt x="137008" y="637230"/>
                  </a:lnTo>
                  <a:lnTo>
                    <a:pt x="105166" y="605452"/>
                  </a:lnTo>
                  <a:cubicBezTo>
                    <a:pt x="83062" y="618014"/>
                    <a:pt x="59594" y="627784"/>
                    <a:pt x="35088" y="634503"/>
                  </a:cubicBezTo>
                  <a:lnTo>
                    <a:pt x="35088" y="664982"/>
                  </a:lnTo>
                  <a:cubicBezTo>
                    <a:pt x="34796" y="665079"/>
                    <a:pt x="34439" y="665209"/>
                    <a:pt x="34082" y="665306"/>
                  </a:cubicBezTo>
                  <a:cubicBezTo>
                    <a:pt x="23046" y="668877"/>
                    <a:pt x="11750" y="671603"/>
                    <a:pt x="260" y="673226"/>
                  </a:cubicBezTo>
                  <a:lnTo>
                    <a:pt x="0" y="673226"/>
                  </a:lnTo>
                  <a:cubicBezTo>
                    <a:pt x="0" y="673226"/>
                    <a:pt x="0" y="606783"/>
                    <a:pt x="0" y="606783"/>
                  </a:cubicBezTo>
                  <a:lnTo>
                    <a:pt x="13698" y="603667"/>
                  </a:lnTo>
                  <a:cubicBezTo>
                    <a:pt x="43819" y="596851"/>
                    <a:pt x="72383" y="585003"/>
                    <a:pt x="98577" y="568514"/>
                  </a:cubicBezTo>
                  <a:lnTo>
                    <a:pt x="110425" y="561049"/>
                  </a:lnTo>
                  <a:lnTo>
                    <a:pt x="141130" y="591787"/>
                  </a:lnTo>
                  <a:cubicBezTo>
                    <a:pt x="166675" y="572896"/>
                    <a:pt x="189072" y="550532"/>
                    <a:pt x="207931" y="524987"/>
                  </a:cubicBezTo>
                  <a:lnTo>
                    <a:pt x="177192" y="494249"/>
                  </a:lnTo>
                  <a:lnTo>
                    <a:pt x="184658" y="482434"/>
                  </a:lnTo>
                  <a:cubicBezTo>
                    <a:pt x="201179" y="456175"/>
                    <a:pt x="213027" y="427611"/>
                    <a:pt x="219843" y="397522"/>
                  </a:cubicBezTo>
                  <a:lnTo>
                    <a:pt x="222926" y="383857"/>
                  </a:lnTo>
                  <a:lnTo>
                    <a:pt x="266324" y="383857"/>
                  </a:lnTo>
                  <a:cubicBezTo>
                    <a:pt x="268693" y="368179"/>
                    <a:pt x="269862" y="352339"/>
                    <a:pt x="269862" y="336629"/>
                  </a:cubicBezTo>
                  <a:cubicBezTo>
                    <a:pt x="269862" y="320919"/>
                    <a:pt x="268693" y="305080"/>
                    <a:pt x="266324" y="289402"/>
                  </a:cubicBezTo>
                  <a:lnTo>
                    <a:pt x="222926" y="289402"/>
                  </a:lnTo>
                  <a:lnTo>
                    <a:pt x="219843" y="275704"/>
                  </a:lnTo>
                  <a:cubicBezTo>
                    <a:pt x="212994" y="245583"/>
                    <a:pt x="201147" y="217019"/>
                    <a:pt x="184658" y="190825"/>
                  </a:cubicBezTo>
                  <a:lnTo>
                    <a:pt x="177192" y="178977"/>
                  </a:lnTo>
                  <a:lnTo>
                    <a:pt x="207931" y="148271"/>
                  </a:lnTo>
                  <a:cubicBezTo>
                    <a:pt x="189040" y="122694"/>
                    <a:pt x="166675" y="100298"/>
                    <a:pt x="141130" y="81471"/>
                  </a:cubicBezTo>
                  <a:lnTo>
                    <a:pt x="110392" y="112210"/>
                  </a:lnTo>
                  <a:lnTo>
                    <a:pt x="98577" y="104744"/>
                  </a:lnTo>
                  <a:cubicBezTo>
                    <a:pt x="72350" y="88223"/>
                    <a:pt x="43787" y="76375"/>
                    <a:pt x="13698" y="69559"/>
                  </a:cubicBezTo>
                  <a:lnTo>
                    <a:pt x="0" y="66475"/>
                  </a:lnTo>
                  <a:lnTo>
                    <a:pt x="0" y="0"/>
                  </a:lnTo>
                  <a:cubicBezTo>
                    <a:pt x="2597" y="357"/>
                    <a:pt x="5226" y="747"/>
                    <a:pt x="7823" y="1169"/>
                  </a:cubicBezTo>
                  <a:cubicBezTo>
                    <a:pt x="15807" y="2467"/>
                    <a:pt x="23695" y="4382"/>
                    <a:pt x="31355" y="6946"/>
                  </a:cubicBezTo>
                  <a:cubicBezTo>
                    <a:pt x="32816" y="7433"/>
                    <a:pt x="34114" y="7888"/>
                    <a:pt x="35088" y="8309"/>
                  </a:cubicBezTo>
                  <a:lnTo>
                    <a:pt x="35088" y="38788"/>
                  </a:lnTo>
                  <a:cubicBezTo>
                    <a:pt x="59594" y="45540"/>
                    <a:pt x="83062" y="55245"/>
                    <a:pt x="105166" y="67806"/>
                  </a:cubicBezTo>
                  <a:lnTo>
                    <a:pt x="136943" y="36029"/>
                  </a:lnTo>
                  <a:lnTo>
                    <a:pt x="148953" y="44111"/>
                  </a:lnTo>
                  <a:cubicBezTo>
                    <a:pt x="187189" y="69786"/>
                    <a:pt x="219616" y="102213"/>
                    <a:pt x="245355" y="140514"/>
                  </a:cubicBezTo>
                  <a:lnTo>
                    <a:pt x="253405" y="152524"/>
                  </a:lnTo>
                  <a:lnTo>
                    <a:pt x="221628" y="184268"/>
                  </a:lnTo>
                  <a:cubicBezTo>
                    <a:pt x="234222" y="206405"/>
                    <a:pt x="243960" y="229873"/>
                    <a:pt x="250679" y="254379"/>
                  </a:cubicBezTo>
                  <a:lnTo>
                    <a:pt x="295634" y="254379"/>
                  </a:lnTo>
                  <a:lnTo>
                    <a:pt x="298393" y="268531"/>
                  </a:lnTo>
                  <a:cubicBezTo>
                    <a:pt x="302807" y="291057"/>
                    <a:pt x="305014" y="313973"/>
                    <a:pt x="305014" y="336727"/>
                  </a:cubicBezTo>
                  <a:close/>
                </a:path>
              </a:pathLst>
            </a:custGeom>
            <a:solidFill>
              <a:srgbClr val="BED369"/>
            </a:solidFill>
            <a:ln w="3246" cap="flat">
              <a:noFill/>
              <a:prstDash val="solid"/>
              <a:miter/>
            </a:ln>
          </p:spPr>
          <p:txBody>
            <a:bodyPr rtlCol="0" anchor="ctr"/>
            <a:lstStyle/>
            <a:p>
              <a:endParaRPr lang="en-US" dirty="0"/>
            </a:p>
          </p:txBody>
        </p:sp>
      </p:grpSp>
      <p:grpSp>
        <p:nvGrpSpPr>
          <p:cNvPr id="439" name="Group 73"/>
          <p:cNvGrpSpPr/>
          <p:nvPr/>
        </p:nvGrpSpPr>
        <p:grpSpPr>
          <a:xfrm>
            <a:off x="1993246" y="4645668"/>
            <a:ext cx="428900" cy="426400"/>
            <a:chOff x="1952577" y="6484206"/>
            <a:chExt cx="640281" cy="636548"/>
          </a:xfrm>
          <a:solidFill>
            <a:schemeClr val="tx1"/>
          </a:solidFill>
        </p:grpSpPr>
        <p:sp>
          <p:nvSpPr>
            <p:cNvPr id="440" name="Freeform: Shape 820"/>
            <p:cNvSpPr/>
            <p:nvPr/>
          </p:nvSpPr>
          <p:spPr>
            <a:xfrm>
              <a:off x="1952577" y="6484206"/>
              <a:ext cx="640280" cy="618435"/>
            </a:xfrm>
            <a:custGeom>
              <a:avLst/>
              <a:gdLst>
                <a:gd name="connsiteX0" fmla="*/ 624311 w 640280"/>
                <a:gd name="connsiteY0" fmla="*/ 90884 h 618435"/>
                <a:gd name="connsiteX1" fmla="*/ 317154 w 640280"/>
                <a:gd name="connsiteY1" fmla="*/ 1817 h 618435"/>
                <a:gd name="connsiteX2" fmla="*/ 314460 w 640280"/>
                <a:gd name="connsiteY2" fmla="*/ 0 h 618435"/>
                <a:gd name="connsiteX3" fmla="*/ 311766 w 640280"/>
                <a:gd name="connsiteY3" fmla="*/ 1817 h 618435"/>
                <a:gd name="connsiteX4" fmla="*/ 4609 w 640280"/>
                <a:gd name="connsiteY4" fmla="*/ 90884 h 618435"/>
                <a:gd name="connsiteX5" fmla="*/ 0 w 640280"/>
                <a:gd name="connsiteY5" fmla="*/ 91144 h 618435"/>
                <a:gd name="connsiteX6" fmla="*/ 0 w 640280"/>
                <a:gd name="connsiteY6" fmla="*/ 191636 h 618435"/>
                <a:gd name="connsiteX7" fmla="*/ 289564 w 640280"/>
                <a:gd name="connsiteY7" fmla="*/ 618436 h 618435"/>
                <a:gd name="connsiteX8" fmla="*/ 301022 w 640280"/>
                <a:gd name="connsiteY8" fmla="*/ 613242 h 618435"/>
                <a:gd name="connsiteX9" fmla="*/ 9738 w 640280"/>
                <a:gd name="connsiteY9" fmla="*/ 191636 h 618435"/>
                <a:gd name="connsiteX10" fmla="*/ 9738 w 640280"/>
                <a:gd name="connsiteY10" fmla="*/ 100298 h 618435"/>
                <a:gd name="connsiteX11" fmla="*/ 314460 w 640280"/>
                <a:gd name="connsiteY11" fmla="*/ 11685 h 618435"/>
                <a:gd name="connsiteX12" fmla="*/ 607822 w 640280"/>
                <a:gd name="connsiteY12" fmla="*/ 99324 h 618435"/>
                <a:gd name="connsiteX13" fmla="*/ 623824 w 640280"/>
                <a:gd name="connsiteY13" fmla="*/ 100622 h 618435"/>
                <a:gd name="connsiteX14" fmla="*/ 640280 w 640280"/>
                <a:gd name="connsiteY14" fmla="*/ 101628 h 618435"/>
                <a:gd name="connsiteX15" fmla="*/ 640280 w 640280"/>
                <a:gd name="connsiteY15" fmla="*/ 91566 h 618435"/>
                <a:gd name="connsiteX16" fmla="*/ 624311 w 640280"/>
                <a:gd name="connsiteY16" fmla="*/ 90884 h 61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0280" h="618435">
                  <a:moveTo>
                    <a:pt x="624311" y="90884"/>
                  </a:moveTo>
                  <a:cubicBezTo>
                    <a:pt x="622428" y="90787"/>
                    <a:pt x="434460" y="80011"/>
                    <a:pt x="317154" y="1817"/>
                  </a:cubicBezTo>
                  <a:lnTo>
                    <a:pt x="314460" y="0"/>
                  </a:lnTo>
                  <a:lnTo>
                    <a:pt x="311766" y="1817"/>
                  </a:lnTo>
                  <a:cubicBezTo>
                    <a:pt x="194460" y="80011"/>
                    <a:pt x="6492" y="90787"/>
                    <a:pt x="4609" y="90884"/>
                  </a:cubicBezTo>
                  <a:lnTo>
                    <a:pt x="0" y="91144"/>
                  </a:lnTo>
                  <a:lnTo>
                    <a:pt x="0" y="191636"/>
                  </a:lnTo>
                  <a:cubicBezTo>
                    <a:pt x="0" y="313486"/>
                    <a:pt x="30576" y="488666"/>
                    <a:pt x="289564" y="618436"/>
                  </a:cubicBezTo>
                  <a:lnTo>
                    <a:pt x="301022" y="613242"/>
                  </a:lnTo>
                  <a:cubicBezTo>
                    <a:pt x="40314" y="485517"/>
                    <a:pt x="9738" y="311993"/>
                    <a:pt x="9738" y="191636"/>
                  </a:cubicBezTo>
                  <a:lnTo>
                    <a:pt x="9738" y="100298"/>
                  </a:lnTo>
                  <a:cubicBezTo>
                    <a:pt x="39405" y="98123"/>
                    <a:pt x="205236" y="82932"/>
                    <a:pt x="314460" y="11685"/>
                  </a:cubicBezTo>
                  <a:cubicBezTo>
                    <a:pt x="413719" y="76440"/>
                    <a:pt x="559718" y="94877"/>
                    <a:pt x="607822" y="99324"/>
                  </a:cubicBezTo>
                  <a:cubicBezTo>
                    <a:pt x="617754" y="100265"/>
                    <a:pt x="623499" y="100590"/>
                    <a:pt x="623824" y="100622"/>
                  </a:cubicBezTo>
                  <a:lnTo>
                    <a:pt x="640280" y="101628"/>
                  </a:lnTo>
                  <a:lnTo>
                    <a:pt x="640280" y="91566"/>
                  </a:lnTo>
                  <a:lnTo>
                    <a:pt x="624311" y="90884"/>
                  </a:lnTo>
                  <a:close/>
                </a:path>
              </a:pathLst>
            </a:custGeom>
            <a:grpFill/>
            <a:ln w="3246" cap="flat">
              <a:noFill/>
              <a:prstDash val="solid"/>
              <a:miter/>
            </a:ln>
          </p:spPr>
          <p:txBody>
            <a:bodyPr rtlCol="0" anchor="ctr"/>
            <a:lstStyle/>
            <a:p>
              <a:endParaRPr lang="en-US"/>
            </a:p>
          </p:txBody>
        </p:sp>
        <p:sp>
          <p:nvSpPr>
            <p:cNvPr id="441" name="Freeform: Shape 821"/>
            <p:cNvSpPr/>
            <p:nvPr/>
          </p:nvSpPr>
          <p:spPr>
            <a:xfrm>
              <a:off x="1992502" y="6531401"/>
              <a:ext cx="549071" cy="539009"/>
            </a:xfrm>
            <a:custGeom>
              <a:avLst/>
              <a:gdLst>
                <a:gd name="connsiteX0" fmla="*/ 276970 w 549071"/>
                <a:gd name="connsiteY0" fmla="*/ 1363 h 539009"/>
                <a:gd name="connsiteX1" fmla="*/ 274536 w 549071"/>
                <a:gd name="connsiteY1" fmla="*/ 0 h 539009"/>
                <a:gd name="connsiteX2" fmla="*/ 272101 w 549071"/>
                <a:gd name="connsiteY2" fmla="*/ 1363 h 539009"/>
                <a:gd name="connsiteX3" fmla="*/ 4317 w 549071"/>
                <a:gd name="connsiteY3" fmla="*/ 80206 h 539009"/>
                <a:gd name="connsiteX4" fmla="*/ 0 w 549071"/>
                <a:gd name="connsiteY4" fmla="*/ 80693 h 539009"/>
                <a:gd name="connsiteX5" fmla="*/ 0 w 549071"/>
                <a:gd name="connsiteY5" fmla="*/ 144441 h 539009"/>
                <a:gd name="connsiteX6" fmla="*/ 87541 w 549071"/>
                <a:gd name="connsiteY6" fmla="*/ 402391 h 539009"/>
                <a:gd name="connsiteX7" fmla="*/ 272361 w 549071"/>
                <a:gd name="connsiteY7" fmla="*/ 537971 h 539009"/>
                <a:gd name="connsiteX8" fmla="*/ 274503 w 549071"/>
                <a:gd name="connsiteY8" fmla="*/ 539010 h 539009"/>
                <a:gd name="connsiteX9" fmla="*/ 276645 w 549071"/>
                <a:gd name="connsiteY9" fmla="*/ 537971 h 539009"/>
                <a:gd name="connsiteX10" fmla="*/ 549072 w 549071"/>
                <a:gd name="connsiteY10" fmla="*/ 144441 h 539009"/>
                <a:gd name="connsiteX11" fmla="*/ 549072 w 549071"/>
                <a:gd name="connsiteY11" fmla="*/ 80693 h 539009"/>
                <a:gd name="connsiteX12" fmla="*/ 544754 w 549071"/>
                <a:gd name="connsiteY12" fmla="*/ 80206 h 539009"/>
                <a:gd name="connsiteX13" fmla="*/ 276970 w 549071"/>
                <a:gd name="connsiteY13" fmla="*/ 1363 h 539009"/>
                <a:gd name="connsiteX14" fmla="*/ 269667 w 549071"/>
                <a:gd name="connsiteY14" fmla="*/ 263403 h 539009"/>
                <a:gd name="connsiteX15" fmla="*/ 199491 w 549071"/>
                <a:gd name="connsiteY15" fmla="*/ 263403 h 539009"/>
                <a:gd name="connsiteX16" fmla="*/ 199491 w 549071"/>
                <a:gd name="connsiteY16" fmla="*/ 45442 h 539009"/>
                <a:gd name="connsiteX17" fmla="*/ 269667 w 549071"/>
                <a:gd name="connsiteY17" fmla="*/ 13860 h 539009"/>
                <a:gd name="connsiteX18" fmla="*/ 269667 w 549071"/>
                <a:gd name="connsiteY18" fmla="*/ 263403 h 539009"/>
                <a:gd name="connsiteX19" fmla="*/ 189754 w 549071"/>
                <a:gd name="connsiteY19" fmla="*/ 48948 h 539009"/>
                <a:gd name="connsiteX20" fmla="*/ 189754 w 549071"/>
                <a:gd name="connsiteY20" fmla="*/ 263403 h 539009"/>
                <a:gd name="connsiteX21" fmla="*/ 109613 w 549071"/>
                <a:gd name="connsiteY21" fmla="*/ 263403 h 539009"/>
                <a:gd name="connsiteX22" fmla="*/ 109613 w 549071"/>
                <a:gd name="connsiteY22" fmla="*/ 71994 h 539009"/>
                <a:gd name="connsiteX23" fmla="*/ 189754 w 549071"/>
                <a:gd name="connsiteY23" fmla="*/ 48948 h 539009"/>
                <a:gd name="connsiteX24" fmla="*/ 189754 w 549071"/>
                <a:gd name="connsiteY24" fmla="*/ 48948 h 539009"/>
                <a:gd name="connsiteX25" fmla="*/ 9738 w 549071"/>
                <a:gd name="connsiteY25" fmla="*/ 89359 h 539009"/>
                <a:gd name="connsiteX26" fmla="*/ 99875 w 549071"/>
                <a:gd name="connsiteY26" fmla="*/ 74168 h 539009"/>
                <a:gd name="connsiteX27" fmla="*/ 99875 w 549071"/>
                <a:gd name="connsiteY27" fmla="*/ 74168 h 539009"/>
                <a:gd name="connsiteX28" fmla="*/ 99875 w 549071"/>
                <a:gd name="connsiteY28" fmla="*/ 263403 h 539009"/>
                <a:gd name="connsiteX29" fmla="*/ 25058 w 549071"/>
                <a:gd name="connsiteY29" fmla="*/ 263403 h 539009"/>
                <a:gd name="connsiteX30" fmla="*/ 25058 w 549071"/>
                <a:gd name="connsiteY30" fmla="*/ 263403 h 539009"/>
                <a:gd name="connsiteX31" fmla="*/ 9738 w 549071"/>
                <a:gd name="connsiteY31" fmla="*/ 144441 h 539009"/>
                <a:gd name="connsiteX32" fmla="*/ 9738 w 549071"/>
                <a:gd name="connsiteY32" fmla="*/ 89359 h 539009"/>
                <a:gd name="connsiteX33" fmla="*/ 27914 w 549071"/>
                <a:gd name="connsiteY33" fmla="*/ 273140 h 539009"/>
                <a:gd name="connsiteX34" fmla="*/ 269667 w 549071"/>
                <a:gd name="connsiteY34" fmla="*/ 273140 h 539009"/>
                <a:gd name="connsiteX35" fmla="*/ 269667 w 549071"/>
                <a:gd name="connsiteY35" fmla="*/ 525767 h 539009"/>
                <a:gd name="connsiteX36" fmla="*/ 27914 w 549071"/>
                <a:gd name="connsiteY36" fmla="*/ 273140 h 539009"/>
                <a:gd name="connsiteX37" fmla="*/ 274471 w 549071"/>
                <a:gd name="connsiteY37" fmla="*/ 528168 h 539009"/>
                <a:gd name="connsiteX38" fmla="*/ 274016 w 549071"/>
                <a:gd name="connsiteY38" fmla="*/ 527941 h 539009"/>
                <a:gd name="connsiteX39" fmla="*/ 274893 w 549071"/>
                <a:gd name="connsiteY39" fmla="*/ 527941 h 539009"/>
                <a:gd name="connsiteX40" fmla="*/ 274438 w 549071"/>
                <a:gd name="connsiteY40" fmla="*/ 528168 h 539009"/>
                <a:gd name="connsiteX41" fmla="*/ 279405 w 549071"/>
                <a:gd name="connsiteY41" fmla="*/ 273140 h 539009"/>
                <a:gd name="connsiteX42" fmla="*/ 349580 w 549071"/>
                <a:gd name="connsiteY42" fmla="*/ 273140 h 539009"/>
                <a:gd name="connsiteX43" fmla="*/ 349580 w 549071"/>
                <a:gd name="connsiteY43" fmla="*/ 485485 h 539009"/>
                <a:gd name="connsiteX44" fmla="*/ 279405 w 549071"/>
                <a:gd name="connsiteY44" fmla="*/ 525702 h 539009"/>
                <a:gd name="connsiteX45" fmla="*/ 279405 w 549071"/>
                <a:gd name="connsiteY45" fmla="*/ 273140 h 539009"/>
                <a:gd name="connsiteX46" fmla="*/ 359318 w 549071"/>
                <a:gd name="connsiteY46" fmla="*/ 478993 h 539009"/>
                <a:gd name="connsiteX47" fmla="*/ 359318 w 549071"/>
                <a:gd name="connsiteY47" fmla="*/ 478993 h 539009"/>
                <a:gd name="connsiteX48" fmla="*/ 359318 w 549071"/>
                <a:gd name="connsiteY48" fmla="*/ 273140 h 539009"/>
                <a:gd name="connsiteX49" fmla="*/ 419496 w 549071"/>
                <a:gd name="connsiteY49" fmla="*/ 273140 h 539009"/>
                <a:gd name="connsiteX50" fmla="*/ 419496 w 549071"/>
                <a:gd name="connsiteY50" fmla="*/ 431409 h 539009"/>
                <a:gd name="connsiteX51" fmla="*/ 419496 w 549071"/>
                <a:gd name="connsiteY51" fmla="*/ 431409 h 539009"/>
                <a:gd name="connsiteX52" fmla="*/ 359350 w 549071"/>
                <a:gd name="connsiteY52" fmla="*/ 478961 h 539009"/>
                <a:gd name="connsiteX53" fmla="*/ 429201 w 549071"/>
                <a:gd name="connsiteY53" fmla="*/ 422126 h 539009"/>
                <a:gd name="connsiteX54" fmla="*/ 429201 w 549071"/>
                <a:gd name="connsiteY54" fmla="*/ 273173 h 539009"/>
                <a:gd name="connsiteX55" fmla="*/ 521936 w 549071"/>
                <a:gd name="connsiteY55" fmla="*/ 273173 h 539009"/>
                <a:gd name="connsiteX56" fmla="*/ 429201 w 549071"/>
                <a:gd name="connsiteY56" fmla="*/ 422126 h 539009"/>
                <a:gd name="connsiteX57" fmla="*/ 539334 w 549071"/>
                <a:gd name="connsiteY57" fmla="*/ 144441 h 539009"/>
                <a:gd name="connsiteX58" fmla="*/ 524208 w 549071"/>
                <a:gd name="connsiteY58" fmla="*/ 265480 h 539009"/>
                <a:gd name="connsiteX59" fmla="*/ 524208 w 549071"/>
                <a:gd name="connsiteY59" fmla="*/ 263403 h 539009"/>
                <a:gd name="connsiteX60" fmla="*/ 279405 w 549071"/>
                <a:gd name="connsiteY60" fmla="*/ 263403 h 539009"/>
                <a:gd name="connsiteX61" fmla="*/ 279405 w 549071"/>
                <a:gd name="connsiteY61" fmla="*/ 13860 h 539009"/>
                <a:gd name="connsiteX62" fmla="*/ 539334 w 549071"/>
                <a:gd name="connsiteY62" fmla="*/ 89359 h 539009"/>
                <a:gd name="connsiteX63" fmla="*/ 539334 w 549071"/>
                <a:gd name="connsiteY63" fmla="*/ 144441 h 53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49071" h="539009">
                  <a:moveTo>
                    <a:pt x="276970" y="1363"/>
                  </a:moveTo>
                  <a:lnTo>
                    <a:pt x="274536" y="0"/>
                  </a:lnTo>
                  <a:lnTo>
                    <a:pt x="272101" y="1363"/>
                  </a:lnTo>
                  <a:cubicBezTo>
                    <a:pt x="180795" y="53687"/>
                    <a:pt x="65145" y="73227"/>
                    <a:pt x="4317" y="80206"/>
                  </a:cubicBezTo>
                  <a:lnTo>
                    <a:pt x="0" y="80693"/>
                  </a:lnTo>
                  <a:lnTo>
                    <a:pt x="0" y="144441"/>
                  </a:lnTo>
                  <a:cubicBezTo>
                    <a:pt x="0" y="245972"/>
                    <a:pt x="29472" y="332767"/>
                    <a:pt x="87541" y="402391"/>
                  </a:cubicBezTo>
                  <a:cubicBezTo>
                    <a:pt x="131101" y="454649"/>
                    <a:pt x="189851" y="497722"/>
                    <a:pt x="272361" y="537971"/>
                  </a:cubicBezTo>
                  <a:lnTo>
                    <a:pt x="274503" y="539010"/>
                  </a:lnTo>
                  <a:lnTo>
                    <a:pt x="276645" y="537971"/>
                  </a:lnTo>
                  <a:cubicBezTo>
                    <a:pt x="518106" y="419042"/>
                    <a:pt x="549072" y="265188"/>
                    <a:pt x="549072" y="144441"/>
                  </a:cubicBezTo>
                  <a:lnTo>
                    <a:pt x="549072" y="80693"/>
                  </a:lnTo>
                  <a:lnTo>
                    <a:pt x="544754" y="80206"/>
                  </a:lnTo>
                  <a:cubicBezTo>
                    <a:pt x="483927" y="73227"/>
                    <a:pt x="368276" y="53687"/>
                    <a:pt x="276970" y="1363"/>
                  </a:cubicBezTo>
                  <a:close/>
                  <a:moveTo>
                    <a:pt x="269667" y="263403"/>
                  </a:moveTo>
                  <a:lnTo>
                    <a:pt x="199491" y="263403"/>
                  </a:lnTo>
                  <a:lnTo>
                    <a:pt x="199491" y="45442"/>
                  </a:lnTo>
                  <a:cubicBezTo>
                    <a:pt x="223413" y="36646"/>
                    <a:pt x="247173" y="26227"/>
                    <a:pt x="269667" y="13860"/>
                  </a:cubicBezTo>
                  <a:lnTo>
                    <a:pt x="269667" y="263403"/>
                  </a:lnTo>
                  <a:close/>
                  <a:moveTo>
                    <a:pt x="189754" y="48948"/>
                  </a:moveTo>
                  <a:lnTo>
                    <a:pt x="189754" y="263403"/>
                  </a:lnTo>
                  <a:lnTo>
                    <a:pt x="109613" y="263403"/>
                  </a:lnTo>
                  <a:lnTo>
                    <a:pt x="109613" y="71994"/>
                  </a:lnTo>
                  <a:cubicBezTo>
                    <a:pt x="135288" y="66054"/>
                    <a:pt x="162521" y="58523"/>
                    <a:pt x="189754" y="48948"/>
                  </a:cubicBezTo>
                  <a:cubicBezTo>
                    <a:pt x="189754" y="48948"/>
                    <a:pt x="189754" y="48948"/>
                    <a:pt x="189754" y="48948"/>
                  </a:cubicBezTo>
                  <a:close/>
                  <a:moveTo>
                    <a:pt x="9738" y="89359"/>
                  </a:moveTo>
                  <a:cubicBezTo>
                    <a:pt x="33660" y="86503"/>
                    <a:pt x="65112" y="81796"/>
                    <a:pt x="99875" y="74168"/>
                  </a:cubicBezTo>
                  <a:cubicBezTo>
                    <a:pt x="99875" y="74168"/>
                    <a:pt x="99875" y="74168"/>
                    <a:pt x="99875" y="74168"/>
                  </a:cubicBezTo>
                  <a:lnTo>
                    <a:pt x="99875" y="263403"/>
                  </a:lnTo>
                  <a:lnTo>
                    <a:pt x="25058" y="263403"/>
                  </a:lnTo>
                  <a:cubicBezTo>
                    <a:pt x="25058" y="263403"/>
                    <a:pt x="25058" y="263403"/>
                    <a:pt x="25058" y="263403"/>
                  </a:cubicBezTo>
                  <a:cubicBezTo>
                    <a:pt x="15256" y="228217"/>
                    <a:pt x="9738" y="188780"/>
                    <a:pt x="9738" y="144441"/>
                  </a:cubicBezTo>
                  <a:lnTo>
                    <a:pt x="9738" y="89359"/>
                  </a:lnTo>
                  <a:close/>
                  <a:moveTo>
                    <a:pt x="27914" y="273140"/>
                  </a:moveTo>
                  <a:lnTo>
                    <a:pt x="269667" y="273140"/>
                  </a:lnTo>
                  <a:lnTo>
                    <a:pt x="269667" y="525767"/>
                  </a:lnTo>
                  <a:cubicBezTo>
                    <a:pt x="173946" y="478214"/>
                    <a:pt x="69169" y="407422"/>
                    <a:pt x="27914" y="273140"/>
                  </a:cubicBezTo>
                  <a:close/>
                  <a:moveTo>
                    <a:pt x="274471" y="528168"/>
                  </a:moveTo>
                  <a:cubicBezTo>
                    <a:pt x="274471" y="528168"/>
                    <a:pt x="274179" y="528006"/>
                    <a:pt x="274016" y="527941"/>
                  </a:cubicBezTo>
                  <a:lnTo>
                    <a:pt x="274893" y="527941"/>
                  </a:lnTo>
                  <a:cubicBezTo>
                    <a:pt x="274893" y="527941"/>
                    <a:pt x="274601" y="528104"/>
                    <a:pt x="274438" y="528168"/>
                  </a:cubicBezTo>
                  <a:close/>
                  <a:moveTo>
                    <a:pt x="279405" y="273140"/>
                  </a:moveTo>
                  <a:lnTo>
                    <a:pt x="349580" y="273140"/>
                  </a:lnTo>
                  <a:lnTo>
                    <a:pt x="349580" y="485485"/>
                  </a:lnTo>
                  <a:cubicBezTo>
                    <a:pt x="328547" y="499248"/>
                    <a:pt x="305242" y="512686"/>
                    <a:pt x="279405" y="525702"/>
                  </a:cubicBezTo>
                  <a:lnTo>
                    <a:pt x="279405" y="273140"/>
                  </a:lnTo>
                  <a:close/>
                  <a:moveTo>
                    <a:pt x="359318" y="478993"/>
                  </a:moveTo>
                  <a:cubicBezTo>
                    <a:pt x="359318" y="478993"/>
                    <a:pt x="359318" y="478993"/>
                    <a:pt x="359318" y="478993"/>
                  </a:cubicBezTo>
                  <a:lnTo>
                    <a:pt x="359318" y="273140"/>
                  </a:lnTo>
                  <a:lnTo>
                    <a:pt x="419496" y="273140"/>
                  </a:lnTo>
                  <a:lnTo>
                    <a:pt x="419496" y="431409"/>
                  </a:lnTo>
                  <a:cubicBezTo>
                    <a:pt x="419496" y="431409"/>
                    <a:pt x="419496" y="431409"/>
                    <a:pt x="419496" y="431409"/>
                  </a:cubicBezTo>
                  <a:cubicBezTo>
                    <a:pt x="402033" y="447541"/>
                    <a:pt x="382104" y="463446"/>
                    <a:pt x="359350" y="478961"/>
                  </a:cubicBezTo>
                  <a:close/>
                  <a:moveTo>
                    <a:pt x="429201" y="422126"/>
                  </a:moveTo>
                  <a:lnTo>
                    <a:pt x="429201" y="273173"/>
                  </a:lnTo>
                  <a:lnTo>
                    <a:pt x="521936" y="273173"/>
                  </a:lnTo>
                  <a:cubicBezTo>
                    <a:pt x="506680" y="322607"/>
                    <a:pt x="478831" y="373438"/>
                    <a:pt x="429201" y="422126"/>
                  </a:cubicBezTo>
                  <a:close/>
                  <a:moveTo>
                    <a:pt x="539334" y="144441"/>
                  </a:moveTo>
                  <a:cubicBezTo>
                    <a:pt x="539334" y="182191"/>
                    <a:pt x="536218" y="223251"/>
                    <a:pt x="524208" y="265480"/>
                  </a:cubicBezTo>
                  <a:lnTo>
                    <a:pt x="524208" y="263403"/>
                  </a:lnTo>
                  <a:lnTo>
                    <a:pt x="279405" y="263403"/>
                  </a:lnTo>
                  <a:lnTo>
                    <a:pt x="279405" y="13860"/>
                  </a:lnTo>
                  <a:cubicBezTo>
                    <a:pt x="368828" y="62840"/>
                    <a:pt x="478376" y="82088"/>
                    <a:pt x="539334" y="89359"/>
                  </a:cubicBezTo>
                  <a:lnTo>
                    <a:pt x="539334" y="144441"/>
                  </a:lnTo>
                  <a:close/>
                </a:path>
              </a:pathLst>
            </a:custGeom>
            <a:grpFill/>
            <a:ln w="3246" cap="flat">
              <a:noFill/>
              <a:prstDash val="solid"/>
              <a:miter/>
            </a:ln>
          </p:spPr>
          <p:txBody>
            <a:bodyPr rtlCol="0" anchor="ctr"/>
            <a:lstStyle/>
            <a:p>
              <a:endParaRPr lang="en-US"/>
            </a:p>
          </p:txBody>
        </p:sp>
        <p:sp>
          <p:nvSpPr>
            <p:cNvPr id="442" name="Freeform: Shape 1159"/>
            <p:cNvSpPr/>
            <p:nvPr/>
          </p:nvSpPr>
          <p:spPr>
            <a:xfrm>
              <a:off x="2242142" y="6583530"/>
              <a:ext cx="350716" cy="537224"/>
            </a:xfrm>
            <a:custGeom>
              <a:avLst/>
              <a:gdLst>
                <a:gd name="connsiteX0" fmla="*/ 350716 w 350716"/>
                <a:gd name="connsiteY0" fmla="*/ 2304 h 537224"/>
                <a:gd name="connsiteX1" fmla="*/ 350716 w 350716"/>
                <a:gd name="connsiteY1" fmla="*/ 92312 h 537224"/>
                <a:gd name="connsiteX2" fmla="*/ 49759 w 350716"/>
                <a:gd name="connsiteY2" fmla="*/ 531836 h 537224"/>
                <a:gd name="connsiteX3" fmla="*/ 42813 w 350716"/>
                <a:gd name="connsiteY3" fmla="*/ 535212 h 537224"/>
                <a:gd name="connsiteX4" fmla="*/ 38691 w 350716"/>
                <a:gd name="connsiteY4" fmla="*/ 537224 h 537224"/>
                <a:gd name="connsiteX5" fmla="*/ 38658 w 350716"/>
                <a:gd name="connsiteY5" fmla="*/ 537224 h 537224"/>
                <a:gd name="connsiteX6" fmla="*/ 22851 w 350716"/>
                <a:gd name="connsiteY6" fmla="*/ 530181 h 537224"/>
                <a:gd name="connsiteX7" fmla="*/ 0 w 350716"/>
                <a:gd name="connsiteY7" fmla="*/ 519112 h 537224"/>
                <a:gd name="connsiteX8" fmla="*/ 11458 w 350716"/>
                <a:gd name="connsiteY8" fmla="*/ 513919 h 537224"/>
                <a:gd name="connsiteX9" fmla="*/ 24863 w 350716"/>
                <a:gd name="connsiteY9" fmla="*/ 507816 h 537224"/>
                <a:gd name="connsiteX10" fmla="*/ 318258 w 350716"/>
                <a:gd name="connsiteY10" fmla="*/ 92312 h 537224"/>
                <a:gd name="connsiteX11" fmla="*/ 318258 w 350716"/>
                <a:gd name="connsiteY11" fmla="*/ 0 h 537224"/>
                <a:gd name="connsiteX12" fmla="*/ 334260 w 350716"/>
                <a:gd name="connsiteY12" fmla="*/ 1298 h 537224"/>
                <a:gd name="connsiteX13" fmla="*/ 350716 w 350716"/>
                <a:gd name="connsiteY13" fmla="*/ 2304 h 5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0716" h="537224">
                  <a:moveTo>
                    <a:pt x="350716" y="2304"/>
                  </a:moveTo>
                  <a:lnTo>
                    <a:pt x="350716" y="92312"/>
                  </a:lnTo>
                  <a:cubicBezTo>
                    <a:pt x="350716" y="217993"/>
                    <a:pt x="319069" y="399080"/>
                    <a:pt x="49759" y="531836"/>
                  </a:cubicBezTo>
                  <a:lnTo>
                    <a:pt x="42813" y="535212"/>
                  </a:lnTo>
                  <a:lnTo>
                    <a:pt x="38691" y="537224"/>
                  </a:lnTo>
                  <a:lnTo>
                    <a:pt x="38658" y="537224"/>
                  </a:lnTo>
                  <a:lnTo>
                    <a:pt x="22851" y="530181"/>
                  </a:lnTo>
                  <a:cubicBezTo>
                    <a:pt x="15028" y="526545"/>
                    <a:pt x="7433" y="522845"/>
                    <a:pt x="0" y="519112"/>
                  </a:cubicBezTo>
                  <a:lnTo>
                    <a:pt x="11458" y="513919"/>
                  </a:lnTo>
                  <a:lnTo>
                    <a:pt x="24863" y="507816"/>
                  </a:lnTo>
                  <a:cubicBezTo>
                    <a:pt x="287682" y="382461"/>
                    <a:pt x="318258" y="210852"/>
                    <a:pt x="318258" y="92312"/>
                  </a:cubicBezTo>
                  <a:lnTo>
                    <a:pt x="318258" y="0"/>
                  </a:lnTo>
                  <a:cubicBezTo>
                    <a:pt x="328190" y="941"/>
                    <a:pt x="333935" y="1266"/>
                    <a:pt x="334260" y="1298"/>
                  </a:cubicBezTo>
                  <a:lnTo>
                    <a:pt x="350716" y="2304"/>
                  </a:lnTo>
                  <a:close/>
                </a:path>
              </a:pathLst>
            </a:custGeom>
            <a:solidFill>
              <a:srgbClr val="BED369"/>
            </a:solidFill>
            <a:ln w="3246" cap="flat">
              <a:noFill/>
              <a:prstDash val="solid"/>
              <a:miter/>
            </a:ln>
          </p:spPr>
          <p:txBody>
            <a:bodyPr rtlCol="0" anchor="ctr"/>
            <a:lstStyle/>
            <a:p>
              <a:endParaRPr lang="en-US" dirty="0"/>
            </a:p>
          </p:txBody>
        </p:sp>
      </p:grpSp>
      <p:grpSp>
        <p:nvGrpSpPr>
          <p:cNvPr id="446" name="Group 107"/>
          <p:cNvGrpSpPr/>
          <p:nvPr/>
        </p:nvGrpSpPr>
        <p:grpSpPr>
          <a:xfrm>
            <a:off x="7279072" y="1797943"/>
            <a:ext cx="477298" cy="465201"/>
            <a:chOff x="10878443" y="1313652"/>
            <a:chExt cx="639804" cy="623588"/>
          </a:xfrm>
          <a:solidFill>
            <a:schemeClr val="bg1"/>
          </a:solidFill>
        </p:grpSpPr>
        <p:sp>
          <p:nvSpPr>
            <p:cNvPr id="447" name="Freeform: Shape 897"/>
            <p:cNvSpPr/>
            <p:nvPr/>
          </p:nvSpPr>
          <p:spPr>
            <a:xfrm>
              <a:off x="10878443" y="1313652"/>
              <a:ext cx="577404" cy="463921"/>
            </a:xfrm>
            <a:custGeom>
              <a:avLst/>
              <a:gdLst>
                <a:gd name="connsiteX0" fmla="*/ 577404 w 577404"/>
                <a:gd name="connsiteY0" fmla="*/ 29092 h 463921"/>
                <a:gd name="connsiteX1" fmla="*/ 319076 w 577404"/>
                <a:gd name="connsiteY1" fmla="*/ 29092 h 463921"/>
                <a:gd name="connsiteX2" fmla="*/ 319076 w 577404"/>
                <a:gd name="connsiteY2" fmla="*/ 0 h 463921"/>
                <a:gd name="connsiteX3" fmla="*/ 309346 w 577404"/>
                <a:gd name="connsiteY3" fmla="*/ 0 h 463921"/>
                <a:gd name="connsiteX4" fmla="*/ 309346 w 577404"/>
                <a:gd name="connsiteY4" fmla="*/ 29092 h 463921"/>
                <a:gd name="connsiteX5" fmla="*/ 29936 w 577404"/>
                <a:gd name="connsiteY5" fmla="*/ 29092 h 463921"/>
                <a:gd name="connsiteX6" fmla="*/ 29936 w 577404"/>
                <a:gd name="connsiteY6" fmla="*/ 394450 h 463921"/>
                <a:gd name="connsiteX7" fmla="*/ 0 w 577404"/>
                <a:gd name="connsiteY7" fmla="*/ 394450 h 463921"/>
                <a:gd name="connsiteX8" fmla="*/ 0 w 577404"/>
                <a:gd name="connsiteY8" fmla="*/ 463921 h 463921"/>
                <a:gd name="connsiteX9" fmla="*/ 297994 w 577404"/>
                <a:gd name="connsiteY9" fmla="*/ 463921 h 463921"/>
                <a:gd name="connsiteX10" fmla="*/ 297994 w 577404"/>
                <a:gd name="connsiteY10" fmla="*/ 454191 h 463921"/>
                <a:gd name="connsiteX11" fmla="*/ 9730 w 577404"/>
                <a:gd name="connsiteY11" fmla="*/ 454191 h 463921"/>
                <a:gd name="connsiteX12" fmla="*/ 9730 w 577404"/>
                <a:gd name="connsiteY12" fmla="*/ 404180 h 463921"/>
                <a:gd name="connsiteX13" fmla="*/ 577404 w 577404"/>
                <a:gd name="connsiteY13" fmla="*/ 404180 h 463921"/>
                <a:gd name="connsiteX14" fmla="*/ 577404 w 577404"/>
                <a:gd name="connsiteY14" fmla="*/ 394450 h 463921"/>
                <a:gd name="connsiteX15" fmla="*/ 39665 w 577404"/>
                <a:gd name="connsiteY15" fmla="*/ 394450 h 463921"/>
                <a:gd name="connsiteX16" fmla="*/ 39665 w 577404"/>
                <a:gd name="connsiteY16" fmla="*/ 38822 h 463921"/>
                <a:gd name="connsiteX17" fmla="*/ 577404 w 577404"/>
                <a:gd name="connsiteY17" fmla="*/ 38822 h 463921"/>
                <a:gd name="connsiteX18" fmla="*/ 577404 w 577404"/>
                <a:gd name="connsiteY18" fmla="*/ 29092 h 46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404" h="463921">
                  <a:moveTo>
                    <a:pt x="577404" y="29092"/>
                  </a:moveTo>
                  <a:lnTo>
                    <a:pt x="319076" y="29092"/>
                  </a:lnTo>
                  <a:lnTo>
                    <a:pt x="319076" y="0"/>
                  </a:lnTo>
                  <a:lnTo>
                    <a:pt x="309346" y="0"/>
                  </a:lnTo>
                  <a:lnTo>
                    <a:pt x="309346" y="29092"/>
                  </a:lnTo>
                  <a:lnTo>
                    <a:pt x="29936" y="29092"/>
                  </a:lnTo>
                  <a:lnTo>
                    <a:pt x="29936" y="394450"/>
                  </a:lnTo>
                  <a:lnTo>
                    <a:pt x="0" y="394450"/>
                  </a:lnTo>
                  <a:lnTo>
                    <a:pt x="0" y="463921"/>
                  </a:lnTo>
                  <a:lnTo>
                    <a:pt x="297994" y="463921"/>
                  </a:lnTo>
                  <a:lnTo>
                    <a:pt x="297994" y="454191"/>
                  </a:lnTo>
                  <a:lnTo>
                    <a:pt x="9730" y="454191"/>
                  </a:lnTo>
                  <a:lnTo>
                    <a:pt x="9730" y="404180"/>
                  </a:lnTo>
                  <a:lnTo>
                    <a:pt x="577404" y="404180"/>
                  </a:lnTo>
                  <a:lnTo>
                    <a:pt x="577404" y="394450"/>
                  </a:lnTo>
                  <a:lnTo>
                    <a:pt x="39665" y="394450"/>
                  </a:lnTo>
                  <a:lnTo>
                    <a:pt x="39665" y="38822"/>
                  </a:lnTo>
                  <a:lnTo>
                    <a:pt x="577404" y="38822"/>
                  </a:lnTo>
                  <a:lnTo>
                    <a:pt x="577404" y="29092"/>
                  </a:lnTo>
                  <a:close/>
                </a:path>
              </a:pathLst>
            </a:custGeom>
            <a:grpFill/>
            <a:ln w="3243" cap="flat">
              <a:noFill/>
              <a:prstDash val="solid"/>
              <a:miter/>
            </a:ln>
          </p:spPr>
          <p:txBody>
            <a:bodyPr rtlCol="0" anchor="ctr"/>
            <a:lstStyle/>
            <a:p>
              <a:endParaRPr lang="en-US"/>
            </a:p>
          </p:txBody>
        </p:sp>
        <p:sp>
          <p:nvSpPr>
            <p:cNvPr id="448" name="Freeform: Shape 898"/>
            <p:cNvSpPr/>
            <p:nvPr/>
          </p:nvSpPr>
          <p:spPr>
            <a:xfrm>
              <a:off x="11208870" y="1852039"/>
              <a:ext cx="85362" cy="85201"/>
            </a:xfrm>
            <a:custGeom>
              <a:avLst/>
              <a:gdLst>
                <a:gd name="connsiteX0" fmla="*/ 0 w 85362"/>
                <a:gd name="connsiteY0" fmla="*/ 13752 h 85201"/>
                <a:gd name="connsiteX1" fmla="*/ 61849 w 85362"/>
                <a:gd name="connsiteY1" fmla="*/ 75472 h 85201"/>
                <a:gd name="connsiteX2" fmla="*/ 0 w 85362"/>
                <a:gd name="connsiteY2" fmla="*/ 75472 h 85201"/>
                <a:gd name="connsiteX3" fmla="*/ 0 w 85362"/>
                <a:gd name="connsiteY3" fmla="*/ 85201 h 85201"/>
                <a:gd name="connsiteX4" fmla="*/ 85363 w 85362"/>
                <a:gd name="connsiteY4" fmla="*/ 85201 h 85201"/>
                <a:gd name="connsiteX5" fmla="*/ 0 w 85362"/>
                <a:gd name="connsiteY5" fmla="*/ 0 h 85201"/>
                <a:gd name="connsiteX6" fmla="*/ 0 w 85362"/>
                <a:gd name="connsiteY6" fmla="*/ 13752 h 8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62" h="85201">
                  <a:moveTo>
                    <a:pt x="0" y="13752"/>
                  </a:moveTo>
                  <a:lnTo>
                    <a:pt x="61849" y="75472"/>
                  </a:lnTo>
                  <a:lnTo>
                    <a:pt x="0" y="75472"/>
                  </a:lnTo>
                  <a:lnTo>
                    <a:pt x="0" y="85201"/>
                  </a:lnTo>
                  <a:lnTo>
                    <a:pt x="85363" y="85201"/>
                  </a:lnTo>
                  <a:lnTo>
                    <a:pt x="0" y="0"/>
                  </a:lnTo>
                  <a:lnTo>
                    <a:pt x="0" y="13752"/>
                  </a:lnTo>
                  <a:close/>
                </a:path>
              </a:pathLst>
            </a:custGeom>
            <a:grpFill/>
            <a:ln w="3243" cap="flat">
              <a:noFill/>
              <a:prstDash val="solid"/>
              <a:miter/>
            </a:ln>
          </p:spPr>
          <p:txBody>
            <a:bodyPr rtlCol="0" anchor="ctr"/>
            <a:lstStyle/>
            <a:p>
              <a:endParaRPr lang="en-US"/>
            </a:p>
          </p:txBody>
        </p:sp>
        <p:sp>
          <p:nvSpPr>
            <p:cNvPr id="449" name="Freeform: Shape 899"/>
            <p:cNvSpPr/>
            <p:nvPr/>
          </p:nvSpPr>
          <p:spPr>
            <a:xfrm>
              <a:off x="11091073" y="1852039"/>
              <a:ext cx="85363" cy="85201"/>
            </a:xfrm>
            <a:custGeom>
              <a:avLst/>
              <a:gdLst>
                <a:gd name="connsiteX0" fmla="*/ 85364 w 85363"/>
                <a:gd name="connsiteY0" fmla="*/ 85201 h 85201"/>
                <a:gd name="connsiteX1" fmla="*/ 85364 w 85363"/>
                <a:gd name="connsiteY1" fmla="*/ 75472 h 85201"/>
                <a:gd name="connsiteX2" fmla="*/ 23514 w 85363"/>
                <a:gd name="connsiteY2" fmla="*/ 75472 h 85201"/>
                <a:gd name="connsiteX3" fmla="*/ 85364 w 85363"/>
                <a:gd name="connsiteY3" fmla="*/ 13752 h 85201"/>
                <a:gd name="connsiteX4" fmla="*/ 85364 w 85363"/>
                <a:gd name="connsiteY4" fmla="*/ 0 h 85201"/>
                <a:gd name="connsiteX5" fmla="*/ 0 w 85363"/>
                <a:gd name="connsiteY5" fmla="*/ 85201 h 85201"/>
                <a:gd name="connsiteX6" fmla="*/ 85364 w 85363"/>
                <a:gd name="connsiteY6" fmla="*/ 85201 h 8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63" h="85201">
                  <a:moveTo>
                    <a:pt x="85364" y="85201"/>
                  </a:moveTo>
                  <a:lnTo>
                    <a:pt x="85364" y="75472"/>
                  </a:lnTo>
                  <a:lnTo>
                    <a:pt x="23514" y="75472"/>
                  </a:lnTo>
                  <a:lnTo>
                    <a:pt x="85364" y="13752"/>
                  </a:lnTo>
                  <a:lnTo>
                    <a:pt x="85364" y="0"/>
                  </a:lnTo>
                  <a:lnTo>
                    <a:pt x="0" y="85201"/>
                  </a:lnTo>
                  <a:lnTo>
                    <a:pt x="85364" y="85201"/>
                  </a:lnTo>
                  <a:close/>
                </a:path>
              </a:pathLst>
            </a:custGeom>
            <a:grpFill/>
            <a:ln w="3243" cap="flat">
              <a:noFill/>
              <a:prstDash val="solid"/>
              <a:miter/>
            </a:ln>
          </p:spPr>
          <p:txBody>
            <a:bodyPr rtlCol="0" anchor="ctr"/>
            <a:lstStyle/>
            <a:p>
              <a:endParaRPr lang="en-US"/>
            </a:p>
          </p:txBody>
        </p:sp>
        <p:sp>
          <p:nvSpPr>
            <p:cNvPr id="450" name="Freeform: Shape 900"/>
            <p:cNvSpPr/>
            <p:nvPr/>
          </p:nvSpPr>
          <p:spPr>
            <a:xfrm>
              <a:off x="10988196" y="1420064"/>
              <a:ext cx="277723" cy="221290"/>
            </a:xfrm>
            <a:custGeom>
              <a:avLst/>
              <a:gdLst>
                <a:gd name="connsiteX0" fmla="*/ 0 w 277723"/>
                <a:gd name="connsiteY0" fmla="*/ 166543 h 221290"/>
                <a:gd name="connsiteX1" fmla="*/ 54746 w 277723"/>
                <a:gd name="connsiteY1" fmla="*/ 221290 h 221290"/>
                <a:gd name="connsiteX2" fmla="*/ 109266 w 277723"/>
                <a:gd name="connsiteY2" fmla="*/ 171408 h 221290"/>
                <a:gd name="connsiteX3" fmla="*/ 154543 w 277723"/>
                <a:gd name="connsiteY3" fmla="*/ 171408 h 221290"/>
                <a:gd name="connsiteX4" fmla="*/ 249214 w 277723"/>
                <a:gd name="connsiteY4" fmla="*/ 76736 h 221290"/>
                <a:gd name="connsiteX5" fmla="*/ 249214 w 277723"/>
                <a:gd name="connsiteY5" fmla="*/ 18617 h 221290"/>
                <a:gd name="connsiteX6" fmla="*/ 270848 w 277723"/>
                <a:gd name="connsiteY6" fmla="*/ 40249 h 221290"/>
                <a:gd name="connsiteX7" fmla="*/ 277723 w 277723"/>
                <a:gd name="connsiteY7" fmla="*/ 33374 h 221290"/>
                <a:gd name="connsiteX8" fmla="*/ 244349 w 277723"/>
                <a:gd name="connsiteY8" fmla="*/ 0 h 221290"/>
                <a:gd name="connsiteX9" fmla="*/ 210977 w 277723"/>
                <a:gd name="connsiteY9" fmla="*/ 33341 h 221290"/>
                <a:gd name="connsiteX10" fmla="*/ 217852 w 277723"/>
                <a:gd name="connsiteY10" fmla="*/ 40217 h 221290"/>
                <a:gd name="connsiteX11" fmla="*/ 239484 w 277723"/>
                <a:gd name="connsiteY11" fmla="*/ 18584 h 221290"/>
                <a:gd name="connsiteX12" fmla="*/ 239484 w 277723"/>
                <a:gd name="connsiteY12" fmla="*/ 76704 h 221290"/>
                <a:gd name="connsiteX13" fmla="*/ 154543 w 277723"/>
                <a:gd name="connsiteY13" fmla="*/ 161646 h 221290"/>
                <a:gd name="connsiteX14" fmla="*/ 109266 w 277723"/>
                <a:gd name="connsiteY14" fmla="*/ 161646 h 221290"/>
                <a:gd name="connsiteX15" fmla="*/ 54746 w 277723"/>
                <a:gd name="connsiteY15" fmla="*/ 111764 h 221290"/>
                <a:gd name="connsiteX16" fmla="*/ 0 w 277723"/>
                <a:gd name="connsiteY16" fmla="*/ 166511 h 221290"/>
                <a:gd name="connsiteX17" fmla="*/ 54746 w 277723"/>
                <a:gd name="connsiteY17" fmla="*/ 121526 h 221290"/>
                <a:gd name="connsiteX18" fmla="*/ 99764 w 277723"/>
                <a:gd name="connsiteY18" fmla="*/ 166543 h 221290"/>
                <a:gd name="connsiteX19" fmla="*/ 54746 w 277723"/>
                <a:gd name="connsiteY19" fmla="*/ 211560 h 221290"/>
                <a:gd name="connsiteX20" fmla="*/ 9730 w 277723"/>
                <a:gd name="connsiteY20" fmla="*/ 166543 h 221290"/>
                <a:gd name="connsiteX21" fmla="*/ 54746 w 277723"/>
                <a:gd name="connsiteY21" fmla="*/ 121526 h 22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723" h="221290">
                  <a:moveTo>
                    <a:pt x="0" y="166543"/>
                  </a:moveTo>
                  <a:cubicBezTo>
                    <a:pt x="0" y="196738"/>
                    <a:pt x="24551" y="221290"/>
                    <a:pt x="54746" y="221290"/>
                  </a:cubicBezTo>
                  <a:cubicBezTo>
                    <a:pt x="83288" y="221290"/>
                    <a:pt x="106802" y="199301"/>
                    <a:pt x="109266" y="171408"/>
                  </a:cubicBezTo>
                  <a:lnTo>
                    <a:pt x="154543" y="171408"/>
                  </a:lnTo>
                  <a:cubicBezTo>
                    <a:pt x="185289" y="171408"/>
                    <a:pt x="249214" y="171408"/>
                    <a:pt x="249214" y="76736"/>
                  </a:cubicBezTo>
                  <a:lnTo>
                    <a:pt x="249214" y="18617"/>
                  </a:lnTo>
                  <a:lnTo>
                    <a:pt x="270848" y="40249"/>
                  </a:lnTo>
                  <a:lnTo>
                    <a:pt x="277723" y="33374"/>
                  </a:lnTo>
                  <a:lnTo>
                    <a:pt x="244349" y="0"/>
                  </a:lnTo>
                  <a:lnTo>
                    <a:pt x="210977" y="33341"/>
                  </a:lnTo>
                  <a:lnTo>
                    <a:pt x="217852" y="40217"/>
                  </a:lnTo>
                  <a:lnTo>
                    <a:pt x="239484" y="18584"/>
                  </a:lnTo>
                  <a:lnTo>
                    <a:pt x="239484" y="76704"/>
                  </a:lnTo>
                  <a:cubicBezTo>
                    <a:pt x="239484" y="161646"/>
                    <a:pt x="184219" y="161646"/>
                    <a:pt x="154543" y="161646"/>
                  </a:cubicBezTo>
                  <a:lnTo>
                    <a:pt x="109266" y="161646"/>
                  </a:lnTo>
                  <a:cubicBezTo>
                    <a:pt x="106802" y="133721"/>
                    <a:pt x="83320" y="111764"/>
                    <a:pt x="54746" y="111764"/>
                  </a:cubicBezTo>
                  <a:cubicBezTo>
                    <a:pt x="24551" y="111764"/>
                    <a:pt x="0" y="136316"/>
                    <a:pt x="0" y="166511"/>
                  </a:cubicBezTo>
                  <a:close/>
                  <a:moveTo>
                    <a:pt x="54746" y="121526"/>
                  </a:moveTo>
                  <a:cubicBezTo>
                    <a:pt x="79591" y="121526"/>
                    <a:pt x="99764" y="141732"/>
                    <a:pt x="99764" y="166543"/>
                  </a:cubicBezTo>
                  <a:cubicBezTo>
                    <a:pt x="99764" y="191354"/>
                    <a:pt x="79558" y="211560"/>
                    <a:pt x="54746" y="211560"/>
                  </a:cubicBezTo>
                  <a:cubicBezTo>
                    <a:pt x="29936" y="211560"/>
                    <a:pt x="9730" y="191354"/>
                    <a:pt x="9730" y="166543"/>
                  </a:cubicBezTo>
                  <a:cubicBezTo>
                    <a:pt x="9730" y="141732"/>
                    <a:pt x="29936" y="121526"/>
                    <a:pt x="54746" y="121526"/>
                  </a:cubicBezTo>
                  <a:close/>
                </a:path>
              </a:pathLst>
            </a:custGeom>
            <a:grpFill/>
            <a:ln w="3243" cap="flat">
              <a:noFill/>
              <a:prstDash val="solid"/>
              <a:miter/>
            </a:ln>
          </p:spPr>
          <p:txBody>
            <a:bodyPr rtlCol="0" anchor="ctr"/>
            <a:lstStyle/>
            <a:p>
              <a:endParaRPr lang="en-US"/>
            </a:p>
          </p:txBody>
        </p:sp>
        <p:sp>
          <p:nvSpPr>
            <p:cNvPr id="451" name="Freeform: Shape 901"/>
            <p:cNvSpPr/>
            <p:nvPr/>
          </p:nvSpPr>
          <p:spPr>
            <a:xfrm>
              <a:off x="11009601" y="1423502"/>
              <a:ext cx="66747" cy="66747"/>
            </a:xfrm>
            <a:custGeom>
              <a:avLst/>
              <a:gdLst>
                <a:gd name="connsiteX0" fmla="*/ 6876 w 66747"/>
                <a:gd name="connsiteY0" fmla="*/ 66747 h 66747"/>
                <a:gd name="connsiteX1" fmla="*/ 33374 w 66747"/>
                <a:gd name="connsiteY1" fmla="*/ 40249 h 66747"/>
                <a:gd name="connsiteX2" fmla="*/ 59871 w 66747"/>
                <a:gd name="connsiteY2" fmla="*/ 66747 h 66747"/>
                <a:gd name="connsiteX3" fmla="*/ 66747 w 66747"/>
                <a:gd name="connsiteY3" fmla="*/ 59871 h 66747"/>
                <a:gd name="connsiteX4" fmla="*/ 40250 w 66747"/>
                <a:gd name="connsiteY4" fmla="*/ 33374 h 66747"/>
                <a:gd name="connsiteX5" fmla="*/ 66747 w 66747"/>
                <a:gd name="connsiteY5" fmla="*/ 6876 h 66747"/>
                <a:gd name="connsiteX6" fmla="*/ 59871 w 66747"/>
                <a:gd name="connsiteY6" fmla="*/ 0 h 66747"/>
                <a:gd name="connsiteX7" fmla="*/ 33374 w 66747"/>
                <a:gd name="connsiteY7" fmla="*/ 26498 h 66747"/>
                <a:gd name="connsiteX8" fmla="*/ 6876 w 66747"/>
                <a:gd name="connsiteY8" fmla="*/ 0 h 66747"/>
                <a:gd name="connsiteX9" fmla="*/ 0 w 66747"/>
                <a:gd name="connsiteY9" fmla="*/ 6876 h 66747"/>
                <a:gd name="connsiteX10" fmla="*/ 26498 w 66747"/>
                <a:gd name="connsiteY10" fmla="*/ 33374 h 66747"/>
                <a:gd name="connsiteX11" fmla="*/ 0 w 66747"/>
                <a:gd name="connsiteY11" fmla="*/ 59871 h 66747"/>
                <a:gd name="connsiteX12" fmla="*/ 6876 w 66747"/>
                <a:gd name="connsiteY12" fmla="*/ 66747 h 6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747" h="66747">
                  <a:moveTo>
                    <a:pt x="6876" y="66747"/>
                  </a:moveTo>
                  <a:lnTo>
                    <a:pt x="33374" y="40249"/>
                  </a:lnTo>
                  <a:lnTo>
                    <a:pt x="59871" y="66747"/>
                  </a:lnTo>
                  <a:lnTo>
                    <a:pt x="66747" y="59871"/>
                  </a:lnTo>
                  <a:lnTo>
                    <a:pt x="40250" y="33374"/>
                  </a:lnTo>
                  <a:lnTo>
                    <a:pt x="66747" y="6876"/>
                  </a:lnTo>
                  <a:lnTo>
                    <a:pt x="59871" y="0"/>
                  </a:lnTo>
                  <a:lnTo>
                    <a:pt x="33374" y="26498"/>
                  </a:lnTo>
                  <a:lnTo>
                    <a:pt x="6876" y="0"/>
                  </a:lnTo>
                  <a:lnTo>
                    <a:pt x="0" y="6876"/>
                  </a:lnTo>
                  <a:lnTo>
                    <a:pt x="26498" y="33374"/>
                  </a:lnTo>
                  <a:lnTo>
                    <a:pt x="0" y="59871"/>
                  </a:lnTo>
                  <a:lnTo>
                    <a:pt x="6876" y="66747"/>
                  </a:lnTo>
                  <a:close/>
                </a:path>
              </a:pathLst>
            </a:custGeom>
            <a:grpFill/>
            <a:ln w="3243" cap="flat">
              <a:noFill/>
              <a:prstDash val="solid"/>
              <a:miter/>
            </a:ln>
          </p:spPr>
          <p:txBody>
            <a:bodyPr rtlCol="0" anchor="ctr"/>
            <a:lstStyle/>
            <a:p>
              <a:endParaRPr lang="en-US"/>
            </a:p>
          </p:txBody>
        </p:sp>
        <p:sp>
          <p:nvSpPr>
            <p:cNvPr id="452" name="Freeform: Shape 902"/>
            <p:cNvSpPr/>
            <p:nvPr/>
          </p:nvSpPr>
          <p:spPr>
            <a:xfrm>
              <a:off x="11308958" y="1523299"/>
              <a:ext cx="86725" cy="86693"/>
            </a:xfrm>
            <a:custGeom>
              <a:avLst/>
              <a:gdLst>
                <a:gd name="connsiteX0" fmla="*/ 79850 w 86725"/>
                <a:gd name="connsiteY0" fmla="*/ 0 h 86693"/>
                <a:gd name="connsiteX1" fmla="*/ 43363 w 86725"/>
                <a:gd name="connsiteY1" fmla="*/ 36455 h 86693"/>
                <a:gd name="connsiteX2" fmla="*/ 6876 w 86725"/>
                <a:gd name="connsiteY2" fmla="*/ 0 h 86693"/>
                <a:gd name="connsiteX3" fmla="*/ 0 w 86725"/>
                <a:gd name="connsiteY3" fmla="*/ 6876 h 86693"/>
                <a:gd name="connsiteX4" fmla="*/ 36487 w 86725"/>
                <a:gd name="connsiteY4" fmla="*/ 43330 h 86693"/>
                <a:gd name="connsiteX5" fmla="*/ 0 w 86725"/>
                <a:gd name="connsiteY5" fmla="*/ 79818 h 86693"/>
                <a:gd name="connsiteX6" fmla="*/ 6876 w 86725"/>
                <a:gd name="connsiteY6" fmla="*/ 86693 h 86693"/>
                <a:gd name="connsiteX7" fmla="*/ 43363 w 86725"/>
                <a:gd name="connsiteY7" fmla="*/ 50239 h 86693"/>
                <a:gd name="connsiteX8" fmla="*/ 79850 w 86725"/>
                <a:gd name="connsiteY8" fmla="*/ 86693 h 86693"/>
                <a:gd name="connsiteX9" fmla="*/ 86726 w 86725"/>
                <a:gd name="connsiteY9" fmla="*/ 79818 h 86693"/>
                <a:gd name="connsiteX10" fmla="*/ 50239 w 86725"/>
                <a:gd name="connsiteY10" fmla="*/ 43330 h 86693"/>
                <a:gd name="connsiteX11" fmla="*/ 86726 w 86725"/>
                <a:gd name="connsiteY11" fmla="*/ 6876 h 86693"/>
                <a:gd name="connsiteX12" fmla="*/ 79850 w 86725"/>
                <a:gd name="connsiteY12" fmla="*/ 0 h 8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25" h="86693">
                  <a:moveTo>
                    <a:pt x="79850" y="0"/>
                  </a:moveTo>
                  <a:lnTo>
                    <a:pt x="43363" y="36455"/>
                  </a:lnTo>
                  <a:lnTo>
                    <a:pt x="6876" y="0"/>
                  </a:lnTo>
                  <a:lnTo>
                    <a:pt x="0" y="6876"/>
                  </a:lnTo>
                  <a:lnTo>
                    <a:pt x="36487" y="43330"/>
                  </a:lnTo>
                  <a:lnTo>
                    <a:pt x="0" y="79818"/>
                  </a:lnTo>
                  <a:lnTo>
                    <a:pt x="6876" y="86693"/>
                  </a:lnTo>
                  <a:lnTo>
                    <a:pt x="43363" y="50239"/>
                  </a:lnTo>
                  <a:lnTo>
                    <a:pt x="79850" y="86693"/>
                  </a:lnTo>
                  <a:lnTo>
                    <a:pt x="86726" y="79818"/>
                  </a:lnTo>
                  <a:lnTo>
                    <a:pt x="50239" y="43330"/>
                  </a:lnTo>
                  <a:lnTo>
                    <a:pt x="86726" y="6876"/>
                  </a:lnTo>
                  <a:lnTo>
                    <a:pt x="79850" y="0"/>
                  </a:lnTo>
                  <a:close/>
                </a:path>
              </a:pathLst>
            </a:custGeom>
            <a:grpFill/>
            <a:ln w="3243" cap="flat">
              <a:noFill/>
              <a:prstDash val="solid"/>
              <a:miter/>
            </a:ln>
          </p:spPr>
          <p:txBody>
            <a:bodyPr rtlCol="0" anchor="ctr"/>
            <a:lstStyle/>
            <a:p>
              <a:endParaRPr lang="en-US"/>
            </a:p>
          </p:txBody>
        </p:sp>
        <p:sp>
          <p:nvSpPr>
            <p:cNvPr id="453" name="Freeform: Shape 1072"/>
            <p:cNvSpPr/>
            <p:nvPr/>
          </p:nvSpPr>
          <p:spPr>
            <a:xfrm>
              <a:off x="11176437" y="1342744"/>
              <a:ext cx="341810" cy="594496"/>
            </a:xfrm>
            <a:custGeom>
              <a:avLst/>
              <a:gdLst>
                <a:gd name="connsiteX0" fmla="*/ 341811 w 341810"/>
                <a:gd name="connsiteY0" fmla="*/ 457499 h 594496"/>
                <a:gd name="connsiteX1" fmla="*/ 32433 w 341810"/>
                <a:gd name="connsiteY1" fmla="*/ 457499 h 594496"/>
                <a:gd name="connsiteX2" fmla="*/ 32433 w 341810"/>
                <a:gd name="connsiteY2" fmla="*/ 594496 h 594496"/>
                <a:gd name="connsiteX3" fmla="*/ 0 w 341810"/>
                <a:gd name="connsiteY3" fmla="*/ 594496 h 594496"/>
                <a:gd name="connsiteX4" fmla="*/ 0 w 341810"/>
                <a:gd name="connsiteY4" fmla="*/ 425066 h 594496"/>
                <a:gd name="connsiteX5" fmla="*/ 309345 w 341810"/>
                <a:gd name="connsiteY5" fmla="*/ 425066 h 594496"/>
                <a:gd name="connsiteX6" fmla="*/ 309345 w 341810"/>
                <a:gd name="connsiteY6" fmla="*/ 375120 h 594496"/>
                <a:gd name="connsiteX7" fmla="*/ 279410 w 341810"/>
                <a:gd name="connsiteY7" fmla="*/ 375120 h 594496"/>
                <a:gd name="connsiteX8" fmla="*/ 279410 w 341810"/>
                <a:gd name="connsiteY8" fmla="*/ 0 h 594496"/>
                <a:gd name="connsiteX9" fmla="*/ 311843 w 341810"/>
                <a:gd name="connsiteY9" fmla="*/ 0 h 594496"/>
                <a:gd name="connsiteX10" fmla="*/ 311843 w 341810"/>
                <a:gd name="connsiteY10" fmla="*/ 342687 h 594496"/>
                <a:gd name="connsiteX11" fmla="*/ 341811 w 341810"/>
                <a:gd name="connsiteY11" fmla="*/ 342687 h 594496"/>
                <a:gd name="connsiteX12" fmla="*/ 341811 w 341810"/>
                <a:gd name="connsiteY12" fmla="*/ 438753 h 594496"/>
                <a:gd name="connsiteX13" fmla="*/ 341811 w 341810"/>
                <a:gd name="connsiteY13" fmla="*/ 457499 h 59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1810" h="594496">
                  <a:moveTo>
                    <a:pt x="341811" y="457499"/>
                  </a:moveTo>
                  <a:lnTo>
                    <a:pt x="32433" y="457499"/>
                  </a:lnTo>
                  <a:lnTo>
                    <a:pt x="32433" y="594496"/>
                  </a:lnTo>
                  <a:lnTo>
                    <a:pt x="0" y="594496"/>
                  </a:lnTo>
                  <a:lnTo>
                    <a:pt x="0" y="425066"/>
                  </a:lnTo>
                  <a:lnTo>
                    <a:pt x="309345" y="425066"/>
                  </a:lnTo>
                  <a:lnTo>
                    <a:pt x="309345" y="375120"/>
                  </a:lnTo>
                  <a:lnTo>
                    <a:pt x="279410" y="375120"/>
                  </a:lnTo>
                  <a:lnTo>
                    <a:pt x="279410" y="0"/>
                  </a:lnTo>
                  <a:lnTo>
                    <a:pt x="311843" y="0"/>
                  </a:lnTo>
                  <a:lnTo>
                    <a:pt x="311843" y="342687"/>
                  </a:lnTo>
                  <a:lnTo>
                    <a:pt x="341811" y="342687"/>
                  </a:lnTo>
                  <a:lnTo>
                    <a:pt x="341811" y="438753"/>
                  </a:lnTo>
                  <a:cubicBezTo>
                    <a:pt x="341746" y="456980"/>
                    <a:pt x="341811" y="457499"/>
                    <a:pt x="341811" y="457499"/>
                  </a:cubicBezTo>
                  <a:close/>
                </a:path>
              </a:pathLst>
            </a:custGeom>
            <a:grpFill/>
            <a:ln w="3243" cap="flat">
              <a:noFill/>
              <a:prstDash val="solid"/>
              <a:miter/>
            </a:ln>
          </p:spPr>
          <p:txBody>
            <a:bodyPr rtlCol="0" anchor="ctr"/>
            <a:lstStyle/>
            <a:p>
              <a:endParaRPr lang="en-US" dirty="0"/>
            </a:p>
          </p:txBody>
        </p:sp>
      </p:grpSp>
      <p:grpSp>
        <p:nvGrpSpPr>
          <p:cNvPr id="454" name="Group 81"/>
          <p:cNvGrpSpPr/>
          <p:nvPr/>
        </p:nvGrpSpPr>
        <p:grpSpPr>
          <a:xfrm>
            <a:off x="4846735" y="1849463"/>
            <a:ext cx="477413" cy="379611"/>
            <a:chOff x="3096511" y="1366680"/>
            <a:chExt cx="639772" cy="508710"/>
          </a:xfrm>
          <a:solidFill>
            <a:schemeClr val="bg1"/>
          </a:solidFill>
        </p:grpSpPr>
        <p:sp>
          <p:nvSpPr>
            <p:cNvPr id="455" name="Freeform: Shape 823"/>
            <p:cNvSpPr/>
            <p:nvPr/>
          </p:nvSpPr>
          <p:spPr>
            <a:xfrm>
              <a:off x="3206297" y="1466508"/>
              <a:ext cx="408882" cy="149418"/>
            </a:xfrm>
            <a:custGeom>
              <a:avLst/>
              <a:gdLst>
                <a:gd name="connsiteX0" fmla="*/ 24811 w 408882"/>
                <a:gd name="connsiteY0" fmla="*/ 149419 h 149418"/>
                <a:gd name="connsiteX1" fmla="*/ 49622 w 408882"/>
                <a:gd name="connsiteY1" fmla="*/ 124607 h 149418"/>
                <a:gd name="connsiteX2" fmla="*/ 49006 w 408882"/>
                <a:gd name="connsiteY2" fmla="*/ 119159 h 149418"/>
                <a:gd name="connsiteX3" fmla="*/ 94380 w 408882"/>
                <a:gd name="connsiteY3" fmla="*/ 98985 h 149418"/>
                <a:gd name="connsiteX4" fmla="*/ 114618 w 408882"/>
                <a:gd name="connsiteY4" fmla="*/ 109494 h 149418"/>
                <a:gd name="connsiteX5" fmla="*/ 136153 w 408882"/>
                <a:gd name="connsiteY5" fmla="*/ 96975 h 149418"/>
                <a:gd name="connsiteX6" fmla="*/ 179841 w 408882"/>
                <a:gd name="connsiteY6" fmla="*/ 111537 h 149418"/>
                <a:gd name="connsiteX7" fmla="*/ 179614 w 408882"/>
                <a:gd name="connsiteY7" fmla="*/ 114618 h 149418"/>
                <a:gd name="connsiteX8" fmla="*/ 204425 w 408882"/>
                <a:gd name="connsiteY8" fmla="*/ 139429 h 149418"/>
                <a:gd name="connsiteX9" fmla="*/ 229236 w 408882"/>
                <a:gd name="connsiteY9" fmla="*/ 114618 h 149418"/>
                <a:gd name="connsiteX10" fmla="*/ 226577 w 408882"/>
                <a:gd name="connsiteY10" fmla="*/ 103526 h 149418"/>
                <a:gd name="connsiteX11" fmla="*/ 278015 w 408882"/>
                <a:gd name="connsiteY11" fmla="*/ 63536 h 149418"/>
                <a:gd name="connsiteX12" fmla="*/ 294232 w 408882"/>
                <a:gd name="connsiteY12" fmla="*/ 69601 h 149418"/>
                <a:gd name="connsiteX13" fmla="*/ 319043 w 408882"/>
                <a:gd name="connsiteY13" fmla="*/ 44790 h 149418"/>
                <a:gd name="connsiteX14" fmla="*/ 319043 w 408882"/>
                <a:gd name="connsiteY14" fmla="*/ 44271 h 149418"/>
                <a:gd name="connsiteX15" fmla="*/ 361368 w 408882"/>
                <a:gd name="connsiteY15" fmla="*/ 34833 h 149418"/>
                <a:gd name="connsiteX16" fmla="*/ 384071 w 408882"/>
                <a:gd name="connsiteY16" fmla="*/ 49622 h 149418"/>
                <a:gd name="connsiteX17" fmla="*/ 408882 w 408882"/>
                <a:gd name="connsiteY17" fmla="*/ 24811 h 149418"/>
                <a:gd name="connsiteX18" fmla="*/ 384071 w 408882"/>
                <a:gd name="connsiteY18" fmla="*/ 0 h 149418"/>
                <a:gd name="connsiteX19" fmla="*/ 359260 w 408882"/>
                <a:gd name="connsiteY19" fmla="*/ 24811 h 149418"/>
                <a:gd name="connsiteX20" fmla="*/ 359260 w 408882"/>
                <a:gd name="connsiteY20" fmla="*/ 25330 h 149418"/>
                <a:gd name="connsiteX21" fmla="*/ 316935 w 408882"/>
                <a:gd name="connsiteY21" fmla="*/ 34768 h 149418"/>
                <a:gd name="connsiteX22" fmla="*/ 294232 w 408882"/>
                <a:gd name="connsiteY22" fmla="*/ 19946 h 149418"/>
                <a:gd name="connsiteX23" fmla="*/ 269421 w 408882"/>
                <a:gd name="connsiteY23" fmla="*/ 44757 h 149418"/>
                <a:gd name="connsiteX24" fmla="*/ 272080 w 408882"/>
                <a:gd name="connsiteY24" fmla="*/ 55850 h 149418"/>
                <a:gd name="connsiteX25" fmla="*/ 220641 w 408882"/>
                <a:gd name="connsiteY25" fmla="*/ 95839 h 149418"/>
                <a:gd name="connsiteX26" fmla="*/ 204425 w 408882"/>
                <a:gd name="connsiteY26" fmla="*/ 89774 h 149418"/>
                <a:gd name="connsiteX27" fmla="*/ 182889 w 408882"/>
                <a:gd name="connsiteY27" fmla="*/ 102294 h 149418"/>
                <a:gd name="connsiteX28" fmla="*/ 139202 w 408882"/>
                <a:gd name="connsiteY28" fmla="*/ 87731 h 149418"/>
                <a:gd name="connsiteX29" fmla="*/ 139429 w 408882"/>
                <a:gd name="connsiteY29" fmla="*/ 84650 h 149418"/>
                <a:gd name="connsiteX30" fmla="*/ 114618 w 408882"/>
                <a:gd name="connsiteY30" fmla="*/ 59839 h 149418"/>
                <a:gd name="connsiteX31" fmla="*/ 89807 w 408882"/>
                <a:gd name="connsiteY31" fmla="*/ 84650 h 149418"/>
                <a:gd name="connsiteX32" fmla="*/ 90423 w 408882"/>
                <a:gd name="connsiteY32" fmla="*/ 90066 h 149418"/>
                <a:gd name="connsiteX33" fmla="*/ 45049 w 408882"/>
                <a:gd name="connsiteY33" fmla="*/ 110240 h 149418"/>
                <a:gd name="connsiteX34" fmla="*/ 24811 w 408882"/>
                <a:gd name="connsiteY34" fmla="*/ 99731 h 149418"/>
                <a:gd name="connsiteX35" fmla="*/ 0 w 408882"/>
                <a:gd name="connsiteY35" fmla="*/ 124543 h 149418"/>
                <a:gd name="connsiteX36" fmla="*/ 24811 w 408882"/>
                <a:gd name="connsiteY36" fmla="*/ 149354 h 149418"/>
                <a:gd name="connsiteX37" fmla="*/ 384071 w 408882"/>
                <a:gd name="connsiteY37" fmla="*/ 9697 h 149418"/>
                <a:gd name="connsiteX38" fmla="*/ 399152 w 408882"/>
                <a:gd name="connsiteY38" fmla="*/ 24779 h 149418"/>
                <a:gd name="connsiteX39" fmla="*/ 384071 w 408882"/>
                <a:gd name="connsiteY39" fmla="*/ 39860 h 149418"/>
                <a:gd name="connsiteX40" fmla="*/ 368990 w 408882"/>
                <a:gd name="connsiteY40" fmla="*/ 24779 h 149418"/>
                <a:gd name="connsiteX41" fmla="*/ 384071 w 408882"/>
                <a:gd name="connsiteY41" fmla="*/ 9697 h 149418"/>
                <a:gd name="connsiteX42" fmla="*/ 294264 w 408882"/>
                <a:gd name="connsiteY42" fmla="*/ 29644 h 149418"/>
                <a:gd name="connsiteX43" fmla="*/ 309346 w 408882"/>
                <a:gd name="connsiteY43" fmla="*/ 44725 h 149418"/>
                <a:gd name="connsiteX44" fmla="*/ 294264 w 408882"/>
                <a:gd name="connsiteY44" fmla="*/ 59806 h 149418"/>
                <a:gd name="connsiteX45" fmla="*/ 279183 w 408882"/>
                <a:gd name="connsiteY45" fmla="*/ 44725 h 149418"/>
                <a:gd name="connsiteX46" fmla="*/ 294264 w 408882"/>
                <a:gd name="connsiteY46" fmla="*/ 29644 h 149418"/>
                <a:gd name="connsiteX47" fmla="*/ 204457 w 408882"/>
                <a:gd name="connsiteY47" fmla="*/ 99504 h 149418"/>
                <a:gd name="connsiteX48" fmla="*/ 219539 w 408882"/>
                <a:gd name="connsiteY48" fmla="*/ 114586 h 149418"/>
                <a:gd name="connsiteX49" fmla="*/ 204457 w 408882"/>
                <a:gd name="connsiteY49" fmla="*/ 129667 h 149418"/>
                <a:gd name="connsiteX50" fmla="*/ 189376 w 408882"/>
                <a:gd name="connsiteY50" fmla="*/ 114586 h 149418"/>
                <a:gd name="connsiteX51" fmla="*/ 204457 w 408882"/>
                <a:gd name="connsiteY51" fmla="*/ 99504 h 149418"/>
                <a:gd name="connsiteX52" fmla="*/ 114650 w 408882"/>
                <a:gd name="connsiteY52" fmla="*/ 69569 h 149418"/>
                <a:gd name="connsiteX53" fmla="*/ 129732 w 408882"/>
                <a:gd name="connsiteY53" fmla="*/ 84650 h 149418"/>
                <a:gd name="connsiteX54" fmla="*/ 114650 w 408882"/>
                <a:gd name="connsiteY54" fmla="*/ 99731 h 149418"/>
                <a:gd name="connsiteX55" fmla="*/ 99569 w 408882"/>
                <a:gd name="connsiteY55" fmla="*/ 84650 h 149418"/>
                <a:gd name="connsiteX56" fmla="*/ 114650 w 408882"/>
                <a:gd name="connsiteY56" fmla="*/ 69569 h 149418"/>
                <a:gd name="connsiteX57" fmla="*/ 24844 w 408882"/>
                <a:gd name="connsiteY57" fmla="*/ 109494 h 149418"/>
                <a:gd name="connsiteX58" fmla="*/ 39925 w 408882"/>
                <a:gd name="connsiteY58" fmla="*/ 124575 h 149418"/>
                <a:gd name="connsiteX59" fmla="*/ 24844 w 408882"/>
                <a:gd name="connsiteY59" fmla="*/ 139656 h 149418"/>
                <a:gd name="connsiteX60" fmla="*/ 9762 w 408882"/>
                <a:gd name="connsiteY60" fmla="*/ 124575 h 149418"/>
                <a:gd name="connsiteX61" fmla="*/ 24844 w 408882"/>
                <a:gd name="connsiteY61" fmla="*/ 109494 h 14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08882" h="149418">
                  <a:moveTo>
                    <a:pt x="24811" y="149419"/>
                  </a:moveTo>
                  <a:cubicBezTo>
                    <a:pt x="38498" y="149419"/>
                    <a:pt x="49622" y="138294"/>
                    <a:pt x="49622" y="124607"/>
                  </a:cubicBezTo>
                  <a:cubicBezTo>
                    <a:pt x="49622" y="122726"/>
                    <a:pt x="49395" y="120910"/>
                    <a:pt x="49006" y="119159"/>
                  </a:cubicBezTo>
                  <a:lnTo>
                    <a:pt x="94380" y="98985"/>
                  </a:lnTo>
                  <a:cubicBezTo>
                    <a:pt x="98888" y="105342"/>
                    <a:pt x="106283" y="109494"/>
                    <a:pt x="114618" y="109494"/>
                  </a:cubicBezTo>
                  <a:cubicBezTo>
                    <a:pt x="123829" y="109494"/>
                    <a:pt x="131872" y="104434"/>
                    <a:pt x="136153" y="96975"/>
                  </a:cubicBezTo>
                  <a:lnTo>
                    <a:pt x="179841" y="111537"/>
                  </a:lnTo>
                  <a:cubicBezTo>
                    <a:pt x="179711" y="112542"/>
                    <a:pt x="179614" y="113580"/>
                    <a:pt x="179614" y="114618"/>
                  </a:cubicBezTo>
                  <a:cubicBezTo>
                    <a:pt x="179614" y="128305"/>
                    <a:pt x="190738" y="139429"/>
                    <a:pt x="204425" y="139429"/>
                  </a:cubicBezTo>
                  <a:cubicBezTo>
                    <a:pt x="218112" y="139429"/>
                    <a:pt x="229236" y="128305"/>
                    <a:pt x="229236" y="114618"/>
                  </a:cubicBezTo>
                  <a:cubicBezTo>
                    <a:pt x="229236" y="110629"/>
                    <a:pt x="228263" y="106867"/>
                    <a:pt x="226577" y="103526"/>
                  </a:cubicBezTo>
                  <a:lnTo>
                    <a:pt x="278015" y="63536"/>
                  </a:lnTo>
                  <a:cubicBezTo>
                    <a:pt x="282361" y="67298"/>
                    <a:pt x="288037" y="69601"/>
                    <a:pt x="294232" y="69601"/>
                  </a:cubicBezTo>
                  <a:cubicBezTo>
                    <a:pt x="307919" y="69601"/>
                    <a:pt x="319043" y="58477"/>
                    <a:pt x="319043" y="44790"/>
                  </a:cubicBezTo>
                  <a:cubicBezTo>
                    <a:pt x="319043" y="44628"/>
                    <a:pt x="319043" y="44466"/>
                    <a:pt x="319043" y="44271"/>
                  </a:cubicBezTo>
                  <a:lnTo>
                    <a:pt x="361368" y="34833"/>
                  </a:lnTo>
                  <a:cubicBezTo>
                    <a:pt x="365227" y="43525"/>
                    <a:pt x="373952" y="49622"/>
                    <a:pt x="384071" y="49622"/>
                  </a:cubicBezTo>
                  <a:cubicBezTo>
                    <a:pt x="397758" y="49622"/>
                    <a:pt x="408882" y="38498"/>
                    <a:pt x="408882" y="24811"/>
                  </a:cubicBezTo>
                  <a:cubicBezTo>
                    <a:pt x="408882" y="11124"/>
                    <a:pt x="397758" y="0"/>
                    <a:pt x="384071" y="0"/>
                  </a:cubicBezTo>
                  <a:cubicBezTo>
                    <a:pt x="370384" y="0"/>
                    <a:pt x="359260" y="11124"/>
                    <a:pt x="359260" y="24811"/>
                  </a:cubicBezTo>
                  <a:cubicBezTo>
                    <a:pt x="359260" y="24973"/>
                    <a:pt x="359260" y="25168"/>
                    <a:pt x="359260" y="25330"/>
                  </a:cubicBezTo>
                  <a:lnTo>
                    <a:pt x="316935" y="34768"/>
                  </a:lnTo>
                  <a:cubicBezTo>
                    <a:pt x="313075" y="26044"/>
                    <a:pt x="304351" y="19946"/>
                    <a:pt x="294232" y="19946"/>
                  </a:cubicBezTo>
                  <a:cubicBezTo>
                    <a:pt x="280545" y="19946"/>
                    <a:pt x="269421" y="31071"/>
                    <a:pt x="269421" y="44757"/>
                  </a:cubicBezTo>
                  <a:cubicBezTo>
                    <a:pt x="269421" y="48747"/>
                    <a:pt x="270394" y="52509"/>
                    <a:pt x="272080" y="55850"/>
                  </a:cubicBezTo>
                  <a:lnTo>
                    <a:pt x="220641" y="95839"/>
                  </a:lnTo>
                  <a:cubicBezTo>
                    <a:pt x="216295" y="92077"/>
                    <a:pt x="210620" y="89774"/>
                    <a:pt x="204425" y="89774"/>
                  </a:cubicBezTo>
                  <a:cubicBezTo>
                    <a:pt x="195214" y="89774"/>
                    <a:pt x="187171" y="94834"/>
                    <a:pt x="182889" y="102294"/>
                  </a:cubicBezTo>
                  <a:lnTo>
                    <a:pt x="139202" y="87731"/>
                  </a:lnTo>
                  <a:cubicBezTo>
                    <a:pt x="139332" y="86726"/>
                    <a:pt x="139429" y="85688"/>
                    <a:pt x="139429" y="84650"/>
                  </a:cubicBezTo>
                  <a:cubicBezTo>
                    <a:pt x="139429" y="70963"/>
                    <a:pt x="128305" y="59839"/>
                    <a:pt x="114618" y="59839"/>
                  </a:cubicBezTo>
                  <a:cubicBezTo>
                    <a:pt x="100931" y="59839"/>
                    <a:pt x="89807" y="70963"/>
                    <a:pt x="89807" y="84650"/>
                  </a:cubicBezTo>
                  <a:cubicBezTo>
                    <a:pt x="89807" y="86531"/>
                    <a:pt x="90034" y="88347"/>
                    <a:pt x="90423" y="90066"/>
                  </a:cubicBezTo>
                  <a:lnTo>
                    <a:pt x="45049" y="110240"/>
                  </a:lnTo>
                  <a:cubicBezTo>
                    <a:pt x="40541" y="103883"/>
                    <a:pt x="33146" y="99731"/>
                    <a:pt x="24811" y="99731"/>
                  </a:cubicBezTo>
                  <a:cubicBezTo>
                    <a:pt x="11124" y="99731"/>
                    <a:pt x="0" y="110856"/>
                    <a:pt x="0" y="124543"/>
                  </a:cubicBezTo>
                  <a:cubicBezTo>
                    <a:pt x="0" y="138229"/>
                    <a:pt x="11124" y="149354"/>
                    <a:pt x="24811" y="149354"/>
                  </a:cubicBezTo>
                  <a:close/>
                  <a:moveTo>
                    <a:pt x="384071" y="9697"/>
                  </a:moveTo>
                  <a:cubicBezTo>
                    <a:pt x="392406" y="9697"/>
                    <a:pt x="399152" y="16476"/>
                    <a:pt x="399152" y="24779"/>
                  </a:cubicBezTo>
                  <a:cubicBezTo>
                    <a:pt x="399152" y="33082"/>
                    <a:pt x="392374" y="39860"/>
                    <a:pt x="384071" y="39860"/>
                  </a:cubicBezTo>
                  <a:cubicBezTo>
                    <a:pt x="375768" y="39860"/>
                    <a:pt x="368990" y="33082"/>
                    <a:pt x="368990" y="24779"/>
                  </a:cubicBezTo>
                  <a:cubicBezTo>
                    <a:pt x="368990" y="16476"/>
                    <a:pt x="375768" y="9697"/>
                    <a:pt x="384071" y="9697"/>
                  </a:cubicBezTo>
                  <a:close/>
                  <a:moveTo>
                    <a:pt x="294264" y="29644"/>
                  </a:moveTo>
                  <a:cubicBezTo>
                    <a:pt x="302599" y="29644"/>
                    <a:pt x="309346" y="36422"/>
                    <a:pt x="309346" y="44725"/>
                  </a:cubicBezTo>
                  <a:cubicBezTo>
                    <a:pt x="309346" y="53028"/>
                    <a:pt x="302567" y="59806"/>
                    <a:pt x="294264" y="59806"/>
                  </a:cubicBezTo>
                  <a:cubicBezTo>
                    <a:pt x="285961" y="59806"/>
                    <a:pt x="279183" y="53028"/>
                    <a:pt x="279183" y="44725"/>
                  </a:cubicBezTo>
                  <a:cubicBezTo>
                    <a:pt x="279183" y="36422"/>
                    <a:pt x="285961" y="29644"/>
                    <a:pt x="294264" y="29644"/>
                  </a:cubicBezTo>
                  <a:close/>
                  <a:moveTo>
                    <a:pt x="204457" y="99504"/>
                  </a:moveTo>
                  <a:cubicBezTo>
                    <a:pt x="212793" y="99504"/>
                    <a:pt x="219539" y="106283"/>
                    <a:pt x="219539" y="114586"/>
                  </a:cubicBezTo>
                  <a:cubicBezTo>
                    <a:pt x="219539" y="122888"/>
                    <a:pt x="212760" y="129667"/>
                    <a:pt x="204457" y="129667"/>
                  </a:cubicBezTo>
                  <a:cubicBezTo>
                    <a:pt x="196154" y="129667"/>
                    <a:pt x="189376" y="122888"/>
                    <a:pt x="189376" y="114586"/>
                  </a:cubicBezTo>
                  <a:cubicBezTo>
                    <a:pt x="189376" y="106283"/>
                    <a:pt x="196154" y="99504"/>
                    <a:pt x="204457" y="99504"/>
                  </a:cubicBezTo>
                  <a:close/>
                  <a:moveTo>
                    <a:pt x="114650" y="69569"/>
                  </a:moveTo>
                  <a:cubicBezTo>
                    <a:pt x="122986" y="69569"/>
                    <a:pt x="129732" y="76347"/>
                    <a:pt x="129732" y="84650"/>
                  </a:cubicBezTo>
                  <a:cubicBezTo>
                    <a:pt x="129732" y="92953"/>
                    <a:pt x="122953" y="99731"/>
                    <a:pt x="114650" y="99731"/>
                  </a:cubicBezTo>
                  <a:cubicBezTo>
                    <a:pt x="106348" y="99731"/>
                    <a:pt x="99569" y="92953"/>
                    <a:pt x="99569" y="84650"/>
                  </a:cubicBezTo>
                  <a:cubicBezTo>
                    <a:pt x="99569" y="76347"/>
                    <a:pt x="106348" y="69569"/>
                    <a:pt x="114650" y="69569"/>
                  </a:cubicBezTo>
                  <a:close/>
                  <a:moveTo>
                    <a:pt x="24844" y="109494"/>
                  </a:moveTo>
                  <a:cubicBezTo>
                    <a:pt x="33179" y="109494"/>
                    <a:pt x="39925" y="116272"/>
                    <a:pt x="39925" y="124575"/>
                  </a:cubicBezTo>
                  <a:cubicBezTo>
                    <a:pt x="39925" y="132878"/>
                    <a:pt x="33146" y="139656"/>
                    <a:pt x="24844" y="139656"/>
                  </a:cubicBezTo>
                  <a:cubicBezTo>
                    <a:pt x="16541" y="139656"/>
                    <a:pt x="9762" y="132878"/>
                    <a:pt x="9762" y="124575"/>
                  </a:cubicBezTo>
                  <a:cubicBezTo>
                    <a:pt x="9762" y="116272"/>
                    <a:pt x="16541" y="109494"/>
                    <a:pt x="24844" y="109494"/>
                  </a:cubicBezTo>
                  <a:close/>
                </a:path>
              </a:pathLst>
            </a:custGeom>
            <a:grpFill/>
            <a:ln w="3243" cap="flat">
              <a:noFill/>
              <a:prstDash val="solid"/>
              <a:miter/>
            </a:ln>
          </p:spPr>
          <p:txBody>
            <a:bodyPr rtlCol="0" anchor="ctr"/>
            <a:lstStyle/>
            <a:p>
              <a:endParaRPr lang="en-US"/>
            </a:p>
          </p:txBody>
        </p:sp>
        <p:sp>
          <p:nvSpPr>
            <p:cNvPr id="456" name="Freeform: Shape 824"/>
            <p:cNvSpPr/>
            <p:nvPr/>
          </p:nvSpPr>
          <p:spPr>
            <a:xfrm>
              <a:off x="3096511" y="1366680"/>
              <a:ext cx="607339" cy="508710"/>
            </a:xfrm>
            <a:custGeom>
              <a:avLst/>
              <a:gdLst>
                <a:gd name="connsiteX0" fmla="*/ 603610 w 607339"/>
                <a:gd name="connsiteY0" fmla="*/ 0 h 508710"/>
                <a:gd name="connsiteX1" fmla="*/ 24811 w 607339"/>
                <a:gd name="connsiteY1" fmla="*/ 0 h 508710"/>
                <a:gd name="connsiteX2" fmla="*/ 0 w 607339"/>
                <a:gd name="connsiteY2" fmla="*/ 24811 h 508710"/>
                <a:gd name="connsiteX3" fmla="*/ 0 w 607339"/>
                <a:gd name="connsiteY3" fmla="*/ 404050 h 508710"/>
                <a:gd name="connsiteX4" fmla="*/ 24811 w 607339"/>
                <a:gd name="connsiteY4" fmla="*/ 428861 h 508710"/>
                <a:gd name="connsiteX5" fmla="*/ 259464 w 607339"/>
                <a:gd name="connsiteY5" fmla="*/ 428861 h 508710"/>
                <a:gd name="connsiteX6" fmla="*/ 259464 w 607339"/>
                <a:gd name="connsiteY6" fmla="*/ 498981 h 508710"/>
                <a:gd name="connsiteX7" fmla="*/ 234360 w 607339"/>
                <a:gd name="connsiteY7" fmla="*/ 498981 h 508710"/>
                <a:gd name="connsiteX8" fmla="*/ 234360 w 607339"/>
                <a:gd name="connsiteY8" fmla="*/ 508711 h 508710"/>
                <a:gd name="connsiteX9" fmla="*/ 347876 w 607339"/>
                <a:gd name="connsiteY9" fmla="*/ 508711 h 508710"/>
                <a:gd name="connsiteX10" fmla="*/ 347876 w 607339"/>
                <a:gd name="connsiteY10" fmla="*/ 498981 h 508710"/>
                <a:gd name="connsiteX11" fmla="*/ 269194 w 607339"/>
                <a:gd name="connsiteY11" fmla="*/ 498981 h 508710"/>
                <a:gd name="connsiteX12" fmla="*/ 269194 w 607339"/>
                <a:gd name="connsiteY12" fmla="*/ 428861 h 508710"/>
                <a:gd name="connsiteX13" fmla="*/ 347876 w 607339"/>
                <a:gd name="connsiteY13" fmla="*/ 428861 h 508710"/>
                <a:gd name="connsiteX14" fmla="*/ 347876 w 607339"/>
                <a:gd name="connsiteY14" fmla="*/ 419131 h 508710"/>
                <a:gd name="connsiteX15" fmla="*/ 24811 w 607339"/>
                <a:gd name="connsiteY15" fmla="*/ 419131 h 508710"/>
                <a:gd name="connsiteX16" fmla="*/ 9730 w 607339"/>
                <a:gd name="connsiteY16" fmla="*/ 404050 h 508710"/>
                <a:gd name="connsiteX17" fmla="*/ 9730 w 607339"/>
                <a:gd name="connsiteY17" fmla="*/ 24811 h 508710"/>
                <a:gd name="connsiteX18" fmla="*/ 24811 w 607339"/>
                <a:gd name="connsiteY18" fmla="*/ 9730 h 508710"/>
                <a:gd name="connsiteX19" fmla="*/ 607339 w 607339"/>
                <a:gd name="connsiteY19" fmla="*/ 9730 h 508710"/>
                <a:gd name="connsiteX20" fmla="*/ 607339 w 607339"/>
                <a:gd name="connsiteY20" fmla="*/ 3762 h 508710"/>
                <a:gd name="connsiteX21" fmla="*/ 603610 w 607339"/>
                <a:gd name="connsiteY21" fmla="*/ 0 h 50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339" h="508710">
                  <a:moveTo>
                    <a:pt x="603610" y="0"/>
                  </a:moveTo>
                  <a:lnTo>
                    <a:pt x="24811" y="0"/>
                  </a:lnTo>
                  <a:cubicBezTo>
                    <a:pt x="11124" y="0"/>
                    <a:pt x="0" y="11125"/>
                    <a:pt x="0" y="24811"/>
                  </a:cubicBezTo>
                  <a:lnTo>
                    <a:pt x="0" y="404050"/>
                  </a:lnTo>
                  <a:cubicBezTo>
                    <a:pt x="0" y="417737"/>
                    <a:pt x="11124" y="428861"/>
                    <a:pt x="24811" y="428861"/>
                  </a:cubicBezTo>
                  <a:lnTo>
                    <a:pt x="259464" y="428861"/>
                  </a:lnTo>
                  <a:lnTo>
                    <a:pt x="259464" y="498981"/>
                  </a:lnTo>
                  <a:lnTo>
                    <a:pt x="234360" y="498981"/>
                  </a:lnTo>
                  <a:lnTo>
                    <a:pt x="234360" y="508711"/>
                  </a:lnTo>
                  <a:lnTo>
                    <a:pt x="347876" y="508711"/>
                  </a:lnTo>
                  <a:lnTo>
                    <a:pt x="347876" y="498981"/>
                  </a:lnTo>
                  <a:lnTo>
                    <a:pt x="269194" y="498981"/>
                  </a:lnTo>
                  <a:lnTo>
                    <a:pt x="269194" y="428861"/>
                  </a:lnTo>
                  <a:lnTo>
                    <a:pt x="347876" y="428861"/>
                  </a:lnTo>
                  <a:lnTo>
                    <a:pt x="347876" y="419131"/>
                  </a:lnTo>
                  <a:lnTo>
                    <a:pt x="24811" y="419131"/>
                  </a:lnTo>
                  <a:cubicBezTo>
                    <a:pt x="16476" y="419131"/>
                    <a:pt x="9730" y="412353"/>
                    <a:pt x="9730" y="404050"/>
                  </a:cubicBezTo>
                  <a:lnTo>
                    <a:pt x="9730" y="24811"/>
                  </a:lnTo>
                  <a:cubicBezTo>
                    <a:pt x="9730" y="16508"/>
                    <a:pt x="16476" y="9730"/>
                    <a:pt x="24811" y="9730"/>
                  </a:cubicBezTo>
                  <a:lnTo>
                    <a:pt x="607339" y="9730"/>
                  </a:lnTo>
                  <a:lnTo>
                    <a:pt x="607339" y="3762"/>
                  </a:lnTo>
                  <a:cubicBezTo>
                    <a:pt x="607339" y="1687"/>
                    <a:pt x="605686" y="0"/>
                    <a:pt x="603610" y="0"/>
                  </a:cubicBezTo>
                  <a:close/>
                </a:path>
              </a:pathLst>
            </a:custGeom>
            <a:grpFill/>
            <a:ln w="3243" cap="flat">
              <a:noFill/>
              <a:prstDash val="solid"/>
              <a:miter/>
            </a:ln>
          </p:spPr>
          <p:txBody>
            <a:bodyPr rtlCol="0" anchor="ctr"/>
            <a:lstStyle/>
            <a:p>
              <a:endParaRPr lang="en-US"/>
            </a:p>
          </p:txBody>
        </p:sp>
        <p:sp>
          <p:nvSpPr>
            <p:cNvPr id="457" name="Freeform: Shape 825"/>
            <p:cNvSpPr/>
            <p:nvPr/>
          </p:nvSpPr>
          <p:spPr>
            <a:xfrm>
              <a:off x="3136404" y="1406605"/>
              <a:ext cx="548603" cy="349043"/>
            </a:xfrm>
            <a:custGeom>
              <a:avLst/>
              <a:gdLst>
                <a:gd name="connsiteX0" fmla="*/ 0 w 548603"/>
                <a:gd name="connsiteY0" fmla="*/ 349011 h 349043"/>
                <a:gd name="connsiteX1" fmla="*/ 548603 w 548603"/>
                <a:gd name="connsiteY1" fmla="*/ 349011 h 349043"/>
                <a:gd name="connsiteX2" fmla="*/ 548603 w 548603"/>
                <a:gd name="connsiteY2" fmla="*/ 0 h 349043"/>
                <a:gd name="connsiteX3" fmla="*/ 0 w 548603"/>
                <a:gd name="connsiteY3" fmla="*/ 0 h 349043"/>
                <a:gd name="connsiteX4" fmla="*/ 0 w 548603"/>
                <a:gd name="connsiteY4" fmla="*/ 349044 h 349043"/>
                <a:gd name="connsiteX5" fmla="*/ 9730 w 548603"/>
                <a:gd name="connsiteY5" fmla="*/ 9697 h 349043"/>
                <a:gd name="connsiteX6" fmla="*/ 538873 w 548603"/>
                <a:gd name="connsiteY6" fmla="*/ 9697 h 349043"/>
                <a:gd name="connsiteX7" fmla="*/ 538873 w 548603"/>
                <a:gd name="connsiteY7" fmla="*/ 339281 h 349043"/>
                <a:gd name="connsiteX8" fmla="*/ 9730 w 548603"/>
                <a:gd name="connsiteY8" fmla="*/ 339281 h 349043"/>
                <a:gd name="connsiteX9" fmla="*/ 9730 w 548603"/>
                <a:gd name="connsiteY9" fmla="*/ 9730 h 34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8603" h="349043">
                  <a:moveTo>
                    <a:pt x="0" y="349011"/>
                  </a:moveTo>
                  <a:lnTo>
                    <a:pt x="548603" y="349011"/>
                  </a:lnTo>
                  <a:lnTo>
                    <a:pt x="548603" y="0"/>
                  </a:lnTo>
                  <a:lnTo>
                    <a:pt x="0" y="0"/>
                  </a:lnTo>
                  <a:lnTo>
                    <a:pt x="0" y="349044"/>
                  </a:lnTo>
                  <a:close/>
                  <a:moveTo>
                    <a:pt x="9730" y="9697"/>
                  </a:moveTo>
                  <a:lnTo>
                    <a:pt x="538873" y="9697"/>
                  </a:lnTo>
                  <a:lnTo>
                    <a:pt x="538873" y="339281"/>
                  </a:lnTo>
                  <a:lnTo>
                    <a:pt x="9730" y="339281"/>
                  </a:lnTo>
                  <a:lnTo>
                    <a:pt x="9730" y="9730"/>
                  </a:lnTo>
                  <a:close/>
                </a:path>
              </a:pathLst>
            </a:custGeom>
            <a:grpFill/>
            <a:ln w="3243" cap="flat">
              <a:noFill/>
              <a:prstDash val="solid"/>
              <a:miter/>
            </a:ln>
          </p:spPr>
          <p:txBody>
            <a:bodyPr rtlCol="0" anchor="ctr"/>
            <a:lstStyle/>
            <a:p>
              <a:endParaRPr lang="en-US" dirty="0"/>
            </a:p>
          </p:txBody>
        </p:sp>
        <p:sp>
          <p:nvSpPr>
            <p:cNvPr id="458" name="Freeform: Shape 826"/>
            <p:cNvSpPr/>
            <p:nvPr/>
          </p:nvSpPr>
          <p:spPr>
            <a:xfrm>
              <a:off x="3201172" y="1546326"/>
              <a:ext cx="419131" cy="149451"/>
            </a:xfrm>
            <a:custGeom>
              <a:avLst/>
              <a:gdLst>
                <a:gd name="connsiteX0" fmla="*/ 414007 w 419131"/>
                <a:gd name="connsiteY0" fmla="*/ 0 h 149451"/>
                <a:gd name="connsiteX1" fmla="*/ 364352 w 419131"/>
                <a:gd name="connsiteY1" fmla="*/ 0 h 149451"/>
                <a:gd name="connsiteX2" fmla="*/ 364352 w 419131"/>
                <a:gd name="connsiteY2" fmla="*/ 139721 h 149451"/>
                <a:gd name="connsiteX3" fmla="*/ 324200 w 419131"/>
                <a:gd name="connsiteY3" fmla="*/ 139721 h 149451"/>
                <a:gd name="connsiteX4" fmla="*/ 324200 w 419131"/>
                <a:gd name="connsiteY4" fmla="*/ 19979 h 149451"/>
                <a:gd name="connsiteX5" fmla="*/ 274545 w 419131"/>
                <a:gd name="connsiteY5" fmla="*/ 19979 h 149451"/>
                <a:gd name="connsiteX6" fmla="*/ 274545 w 419131"/>
                <a:gd name="connsiteY6" fmla="*/ 139721 h 149451"/>
                <a:gd name="connsiteX7" fmla="*/ 234393 w 419131"/>
                <a:gd name="connsiteY7" fmla="*/ 139721 h 149451"/>
                <a:gd name="connsiteX8" fmla="*/ 234393 w 419131"/>
                <a:gd name="connsiteY8" fmla="*/ 89839 h 149451"/>
                <a:gd name="connsiteX9" fmla="*/ 184738 w 419131"/>
                <a:gd name="connsiteY9" fmla="*/ 89839 h 149451"/>
                <a:gd name="connsiteX10" fmla="*/ 184738 w 419131"/>
                <a:gd name="connsiteY10" fmla="*/ 139721 h 149451"/>
                <a:gd name="connsiteX11" fmla="*/ 144586 w 419131"/>
                <a:gd name="connsiteY11" fmla="*/ 139721 h 149451"/>
                <a:gd name="connsiteX12" fmla="*/ 144586 w 419131"/>
                <a:gd name="connsiteY12" fmla="*/ 59871 h 149451"/>
                <a:gd name="connsiteX13" fmla="*/ 94931 w 419131"/>
                <a:gd name="connsiteY13" fmla="*/ 59871 h 149451"/>
                <a:gd name="connsiteX14" fmla="*/ 94931 w 419131"/>
                <a:gd name="connsiteY14" fmla="*/ 139721 h 149451"/>
                <a:gd name="connsiteX15" fmla="*/ 54779 w 419131"/>
                <a:gd name="connsiteY15" fmla="*/ 139721 h 149451"/>
                <a:gd name="connsiteX16" fmla="*/ 54779 w 419131"/>
                <a:gd name="connsiteY16" fmla="*/ 99796 h 149451"/>
                <a:gd name="connsiteX17" fmla="*/ 5124 w 419131"/>
                <a:gd name="connsiteY17" fmla="*/ 99796 h 149451"/>
                <a:gd name="connsiteX18" fmla="*/ 5124 w 419131"/>
                <a:gd name="connsiteY18" fmla="*/ 139721 h 149451"/>
                <a:gd name="connsiteX19" fmla="*/ 0 w 419131"/>
                <a:gd name="connsiteY19" fmla="*/ 139721 h 149451"/>
                <a:gd name="connsiteX20" fmla="*/ 0 w 419131"/>
                <a:gd name="connsiteY20" fmla="*/ 149451 h 149451"/>
                <a:gd name="connsiteX21" fmla="*/ 419131 w 419131"/>
                <a:gd name="connsiteY21" fmla="*/ 149451 h 149451"/>
                <a:gd name="connsiteX22" fmla="*/ 419131 w 419131"/>
                <a:gd name="connsiteY22" fmla="*/ 139721 h 149451"/>
                <a:gd name="connsiteX23" fmla="*/ 414007 w 419131"/>
                <a:gd name="connsiteY23" fmla="*/ 139721 h 149451"/>
                <a:gd name="connsiteX24" fmla="*/ 414007 w 419131"/>
                <a:gd name="connsiteY24" fmla="*/ 0 h 149451"/>
                <a:gd name="connsiteX25" fmla="*/ 14822 w 419131"/>
                <a:gd name="connsiteY25" fmla="*/ 139721 h 149451"/>
                <a:gd name="connsiteX26" fmla="*/ 14822 w 419131"/>
                <a:gd name="connsiteY26" fmla="*/ 109526 h 149451"/>
                <a:gd name="connsiteX27" fmla="*/ 45017 w 419131"/>
                <a:gd name="connsiteY27" fmla="*/ 109526 h 149451"/>
                <a:gd name="connsiteX28" fmla="*/ 45017 w 419131"/>
                <a:gd name="connsiteY28" fmla="*/ 139721 h 149451"/>
                <a:gd name="connsiteX29" fmla="*/ 14822 w 419131"/>
                <a:gd name="connsiteY29" fmla="*/ 139721 h 149451"/>
                <a:gd name="connsiteX30" fmla="*/ 104629 w 419131"/>
                <a:gd name="connsiteY30" fmla="*/ 139721 h 149451"/>
                <a:gd name="connsiteX31" fmla="*/ 104629 w 419131"/>
                <a:gd name="connsiteY31" fmla="*/ 69601 h 149451"/>
                <a:gd name="connsiteX32" fmla="*/ 134824 w 419131"/>
                <a:gd name="connsiteY32" fmla="*/ 69601 h 149451"/>
                <a:gd name="connsiteX33" fmla="*/ 134824 w 419131"/>
                <a:gd name="connsiteY33" fmla="*/ 139721 h 149451"/>
                <a:gd name="connsiteX34" fmla="*/ 104629 w 419131"/>
                <a:gd name="connsiteY34" fmla="*/ 139721 h 149451"/>
                <a:gd name="connsiteX35" fmla="*/ 194436 w 419131"/>
                <a:gd name="connsiteY35" fmla="*/ 139721 h 149451"/>
                <a:gd name="connsiteX36" fmla="*/ 194436 w 419131"/>
                <a:gd name="connsiteY36" fmla="*/ 99569 h 149451"/>
                <a:gd name="connsiteX37" fmla="*/ 224631 w 419131"/>
                <a:gd name="connsiteY37" fmla="*/ 99569 h 149451"/>
                <a:gd name="connsiteX38" fmla="*/ 224631 w 419131"/>
                <a:gd name="connsiteY38" fmla="*/ 139721 h 149451"/>
                <a:gd name="connsiteX39" fmla="*/ 194436 w 419131"/>
                <a:gd name="connsiteY39" fmla="*/ 139721 h 149451"/>
                <a:gd name="connsiteX40" fmla="*/ 284242 w 419131"/>
                <a:gd name="connsiteY40" fmla="*/ 139721 h 149451"/>
                <a:gd name="connsiteX41" fmla="*/ 284242 w 419131"/>
                <a:gd name="connsiteY41" fmla="*/ 29709 h 149451"/>
                <a:gd name="connsiteX42" fmla="*/ 314438 w 419131"/>
                <a:gd name="connsiteY42" fmla="*/ 29709 h 149451"/>
                <a:gd name="connsiteX43" fmla="*/ 314438 w 419131"/>
                <a:gd name="connsiteY43" fmla="*/ 139721 h 149451"/>
                <a:gd name="connsiteX44" fmla="*/ 284242 w 419131"/>
                <a:gd name="connsiteY44" fmla="*/ 139721 h 149451"/>
                <a:gd name="connsiteX45" fmla="*/ 374049 w 419131"/>
                <a:gd name="connsiteY45" fmla="*/ 139721 h 149451"/>
                <a:gd name="connsiteX46" fmla="*/ 374049 w 419131"/>
                <a:gd name="connsiteY46" fmla="*/ 9730 h 149451"/>
                <a:gd name="connsiteX47" fmla="*/ 404244 w 419131"/>
                <a:gd name="connsiteY47" fmla="*/ 9730 h 149451"/>
                <a:gd name="connsiteX48" fmla="*/ 404244 w 419131"/>
                <a:gd name="connsiteY48" fmla="*/ 139721 h 149451"/>
                <a:gd name="connsiteX49" fmla="*/ 374049 w 419131"/>
                <a:gd name="connsiteY49" fmla="*/ 139721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19131" h="149451">
                  <a:moveTo>
                    <a:pt x="414007" y="0"/>
                  </a:moveTo>
                  <a:lnTo>
                    <a:pt x="364352" y="0"/>
                  </a:lnTo>
                  <a:lnTo>
                    <a:pt x="364352" y="139721"/>
                  </a:lnTo>
                  <a:lnTo>
                    <a:pt x="324200" y="139721"/>
                  </a:lnTo>
                  <a:lnTo>
                    <a:pt x="324200" y="19979"/>
                  </a:lnTo>
                  <a:lnTo>
                    <a:pt x="274545" y="19979"/>
                  </a:lnTo>
                  <a:lnTo>
                    <a:pt x="274545" y="139721"/>
                  </a:lnTo>
                  <a:lnTo>
                    <a:pt x="234393" y="139721"/>
                  </a:lnTo>
                  <a:lnTo>
                    <a:pt x="234393" y="89839"/>
                  </a:lnTo>
                  <a:lnTo>
                    <a:pt x="184738" y="89839"/>
                  </a:lnTo>
                  <a:lnTo>
                    <a:pt x="184738" y="139721"/>
                  </a:lnTo>
                  <a:lnTo>
                    <a:pt x="144586" y="139721"/>
                  </a:lnTo>
                  <a:lnTo>
                    <a:pt x="144586" y="59871"/>
                  </a:lnTo>
                  <a:lnTo>
                    <a:pt x="94931" y="59871"/>
                  </a:lnTo>
                  <a:lnTo>
                    <a:pt x="94931" y="139721"/>
                  </a:lnTo>
                  <a:lnTo>
                    <a:pt x="54779" y="139721"/>
                  </a:lnTo>
                  <a:lnTo>
                    <a:pt x="54779" y="99796"/>
                  </a:lnTo>
                  <a:lnTo>
                    <a:pt x="5124" y="99796"/>
                  </a:lnTo>
                  <a:lnTo>
                    <a:pt x="5124" y="139721"/>
                  </a:lnTo>
                  <a:lnTo>
                    <a:pt x="0" y="139721"/>
                  </a:lnTo>
                  <a:lnTo>
                    <a:pt x="0" y="149451"/>
                  </a:lnTo>
                  <a:lnTo>
                    <a:pt x="419131" y="149451"/>
                  </a:lnTo>
                  <a:lnTo>
                    <a:pt x="419131" y="139721"/>
                  </a:lnTo>
                  <a:lnTo>
                    <a:pt x="414007" y="139721"/>
                  </a:lnTo>
                  <a:lnTo>
                    <a:pt x="414007" y="0"/>
                  </a:lnTo>
                  <a:close/>
                  <a:moveTo>
                    <a:pt x="14822" y="139721"/>
                  </a:moveTo>
                  <a:lnTo>
                    <a:pt x="14822" y="109526"/>
                  </a:lnTo>
                  <a:lnTo>
                    <a:pt x="45017" y="109526"/>
                  </a:lnTo>
                  <a:lnTo>
                    <a:pt x="45017" y="139721"/>
                  </a:lnTo>
                  <a:lnTo>
                    <a:pt x="14822" y="139721"/>
                  </a:lnTo>
                  <a:close/>
                  <a:moveTo>
                    <a:pt x="104629" y="139721"/>
                  </a:moveTo>
                  <a:lnTo>
                    <a:pt x="104629" y="69601"/>
                  </a:lnTo>
                  <a:lnTo>
                    <a:pt x="134824" y="69601"/>
                  </a:lnTo>
                  <a:lnTo>
                    <a:pt x="134824" y="139721"/>
                  </a:lnTo>
                  <a:lnTo>
                    <a:pt x="104629" y="139721"/>
                  </a:lnTo>
                  <a:close/>
                  <a:moveTo>
                    <a:pt x="194436" y="139721"/>
                  </a:moveTo>
                  <a:lnTo>
                    <a:pt x="194436" y="99569"/>
                  </a:lnTo>
                  <a:lnTo>
                    <a:pt x="224631" y="99569"/>
                  </a:lnTo>
                  <a:lnTo>
                    <a:pt x="224631" y="139721"/>
                  </a:lnTo>
                  <a:lnTo>
                    <a:pt x="194436" y="139721"/>
                  </a:lnTo>
                  <a:close/>
                  <a:moveTo>
                    <a:pt x="284242" y="139721"/>
                  </a:moveTo>
                  <a:lnTo>
                    <a:pt x="284242" y="29709"/>
                  </a:lnTo>
                  <a:lnTo>
                    <a:pt x="314438" y="29709"/>
                  </a:lnTo>
                  <a:lnTo>
                    <a:pt x="314438" y="139721"/>
                  </a:lnTo>
                  <a:lnTo>
                    <a:pt x="284242" y="139721"/>
                  </a:lnTo>
                  <a:close/>
                  <a:moveTo>
                    <a:pt x="374049" y="139721"/>
                  </a:moveTo>
                  <a:lnTo>
                    <a:pt x="374049" y="9730"/>
                  </a:lnTo>
                  <a:lnTo>
                    <a:pt x="404244" y="9730"/>
                  </a:lnTo>
                  <a:lnTo>
                    <a:pt x="404244" y="139721"/>
                  </a:lnTo>
                  <a:lnTo>
                    <a:pt x="374049" y="139721"/>
                  </a:lnTo>
                  <a:close/>
                </a:path>
              </a:pathLst>
            </a:custGeom>
            <a:grpFill/>
            <a:ln w="3243" cap="flat">
              <a:noFill/>
              <a:prstDash val="solid"/>
              <a:miter/>
            </a:ln>
          </p:spPr>
          <p:txBody>
            <a:bodyPr rtlCol="0" anchor="ctr"/>
            <a:lstStyle/>
            <a:p>
              <a:endParaRPr lang="en-US"/>
            </a:p>
          </p:txBody>
        </p:sp>
        <p:sp>
          <p:nvSpPr>
            <p:cNvPr id="459" name="Freeform: Shape 1093"/>
            <p:cNvSpPr/>
            <p:nvPr/>
          </p:nvSpPr>
          <p:spPr>
            <a:xfrm>
              <a:off x="3444387" y="1366680"/>
              <a:ext cx="291896" cy="508710"/>
            </a:xfrm>
            <a:custGeom>
              <a:avLst/>
              <a:gdLst>
                <a:gd name="connsiteX0" fmla="*/ 291897 w 291896"/>
                <a:gd name="connsiteY0" fmla="*/ 3762 h 508710"/>
                <a:gd name="connsiteX1" fmla="*/ 291897 w 291896"/>
                <a:gd name="connsiteY1" fmla="*/ 415337 h 508710"/>
                <a:gd name="connsiteX2" fmla="*/ 255734 w 291896"/>
                <a:gd name="connsiteY2" fmla="*/ 451499 h 508710"/>
                <a:gd name="connsiteX3" fmla="*/ 32433 w 291896"/>
                <a:gd name="connsiteY3" fmla="*/ 451499 h 508710"/>
                <a:gd name="connsiteX4" fmla="*/ 32433 w 291896"/>
                <a:gd name="connsiteY4" fmla="*/ 476278 h 508710"/>
                <a:gd name="connsiteX5" fmla="*/ 46185 w 291896"/>
                <a:gd name="connsiteY5" fmla="*/ 476278 h 508710"/>
                <a:gd name="connsiteX6" fmla="*/ 46185 w 291896"/>
                <a:gd name="connsiteY6" fmla="*/ 508711 h 508710"/>
                <a:gd name="connsiteX7" fmla="*/ 0 w 291896"/>
                <a:gd name="connsiteY7" fmla="*/ 508711 h 508710"/>
                <a:gd name="connsiteX8" fmla="*/ 0 w 291896"/>
                <a:gd name="connsiteY8" fmla="*/ 419066 h 508710"/>
                <a:gd name="connsiteX9" fmla="*/ 255734 w 291896"/>
                <a:gd name="connsiteY9" fmla="*/ 419066 h 508710"/>
                <a:gd name="connsiteX10" fmla="*/ 259464 w 291896"/>
                <a:gd name="connsiteY10" fmla="*/ 415337 h 508710"/>
                <a:gd name="connsiteX11" fmla="*/ 259464 w 291896"/>
                <a:gd name="connsiteY11" fmla="*/ 3762 h 508710"/>
                <a:gd name="connsiteX12" fmla="*/ 255734 w 291896"/>
                <a:gd name="connsiteY12" fmla="*/ 0 h 508710"/>
                <a:gd name="connsiteX13" fmla="*/ 291702 w 291896"/>
                <a:gd name="connsiteY13" fmla="*/ 0 h 508710"/>
                <a:gd name="connsiteX14" fmla="*/ 291897 w 291896"/>
                <a:gd name="connsiteY14" fmla="*/ 3762 h 50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1896" h="508710">
                  <a:moveTo>
                    <a:pt x="291897" y="3762"/>
                  </a:moveTo>
                  <a:lnTo>
                    <a:pt x="291897" y="415337"/>
                  </a:lnTo>
                  <a:cubicBezTo>
                    <a:pt x="291897" y="435283"/>
                    <a:pt x="275680" y="451499"/>
                    <a:pt x="255734" y="451499"/>
                  </a:cubicBezTo>
                  <a:lnTo>
                    <a:pt x="32433" y="451499"/>
                  </a:lnTo>
                  <a:lnTo>
                    <a:pt x="32433" y="476278"/>
                  </a:lnTo>
                  <a:lnTo>
                    <a:pt x="46185" y="476278"/>
                  </a:lnTo>
                  <a:lnTo>
                    <a:pt x="46185" y="508711"/>
                  </a:lnTo>
                  <a:lnTo>
                    <a:pt x="0" y="508711"/>
                  </a:lnTo>
                  <a:lnTo>
                    <a:pt x="0" y="419066"/>
                  </a:lnTo>
                  <a:lnTo>
                    <a:pt x="255734" y="419066"/>
                  </a:lnTo>
                  <a:cubicBezTo>
                    <a:pt x="257810" y="419066"/>
                    <a:pt x="259464" y="417412"/>
                    <a:pt x="259464" y="415337"/>
                  </a:cubicBezTo>
                  <a:lnTo>
                    <a:pt x="259464" y="3762"/>
                  </a:lnTo>
                  <a:cubicBezTo>
                    <a:pt x="259464" y="1687"/>
                    <a:pt x="257810" y="0"/>
                    <a:pt x="255734" y="0"/>
                  </a:cubicBezTo>
                  <a:lnTo>
                    <a:pt x="291702" y="0"/>
                  </a:lnTo>
                  <a:cubicBezTo>
                    <a:pt x="291832" y="1232"/>
                    <a:pt x="291897" y="2497"/>
                    <a:pt x="291897" y="3762"/>
                  </a:cubicBezTo>
                  <a:close/>
                </a:path>
              </a:pathLst>
            </a:custGeom>
            <a:grpFill/>
            <a:ln w="3243" cap="flat">
              <a:noFill/>
              <a:prstDash val="solid"/>
              <a:miter/>
            </a:ln>
          </p:spPr>
          <p:txBody>
            <a:bodyPr rtlCol="0" anchor="ctr"/>
            <a:lstStyle/>
            <a:p>
              <a:endParaRPr lang="en-US"/>
            </a:p>
          </p:txBody>
        </p:sp>
      </p:grpSp>
      <p:grpSp>
        <p:nvGrpSpPr>
          <p:cNvPr id="470" name="Group 90"/>
          <p:cNvGrpSpPr/>
          <p:nvPr/>
        </p:nvGrpSpPr>
        <p:grpSpPr>
          <a:xfrm>
            <a:off x="4872039" y="2699114"/>
            <a:ext cx="435574" cy="427867"/>
            <a:chOff x="826204" y="3902580"/>
            <a:chExt cx="639772" cy="628453"/>
          </a:xfrm>
          <a:solidFill>
            <a:schemeClr val="bg1"/>
          </a:solidFill>
        </p:grpSpPr>
        <p:sp>
          <p:nvSpPr>
            <p:cNvPr id="471" name="Freeform: Shape 869"/>
            <p:cNvSpPr/>
            <p:nvPr/>
          </p:nvSpPr>
          <p:spPr>
            <a:xfrm>
              <a:off x="826204" y="3902580"/>
              <a:ext cx="607404" cy="628388"/>
            </a:xfrm>
            <a:custGeom>
              <a:avLst/>
              <a:gdLst>
                <a:gd name="connsiteX0" fmla="*/ 247236 w 607404"/>
                <a:gd name="connsiteY0" fmla="*/ 39925 h 628388"/>
                <a:gd name="connsiteX1" fmla="*/ 194436 w 607404"/>
                <a:gd name="connsiteY1" fmla="*/ 0 h 628388"/>
                <a:gd name="connsiteX2" fmla="*/ 139689 w 607404"/>
                <a:gd name="connsiteY2" fmla="*/ 54098 h 628388"/>
                <a:gd name="connsiteX3" fmla="*/ 139689 w 607404"/>
                <a:gd name="connsiteY3" fmla="*/ 87764 h 628388"/>
                <a:gd name="connsiteX4" fmla="*/ 150651 w 607404"/>
                <a:gd name="connsiteY4" fmla="*/ 124608 h 628388"/>
                <a:gd name="connsiteX5" fmla="*/ 149678 w 607404"/>
                <a:gd name="connsiteY5" fmla="*/ 124608 h 628388"/>
                <a:gd name="connsiteX6" fmla="*/ 149678 w 607404"/>
                <a:gd name="connsiteY6" fmla="*/ 142543 h 628388"/>
                <a:gd name="connsiteX7" fmla="*/ 131775 w 607404"/>
                <a:gd name="connsiteY7" fmla="*/ 160446 h 628388"/>
                <a:gd name="connsiteX8" fmla="*/ 91980 w 607404"/>
                <a:gd name="connsiteY8" fmla="*/ 178641 h 628388"/>
                <a:gd name="connsiteX9" fmla="*/ 91526 w 607404"/>
                <a:gd name="connsiteY9" fmla="*/ 178868 h 628388"/>
                <a:gd name="connsiteX10" fmla="*/ 59871 w 607404"/>
                <a:gd name="connsiteY10" fmla="*/ 234328 h 628388"/>
                <a:gd name="connsiteX11" fmla="*/ 59871 w 607404"/>
                <a:gd name="connsiteY11" fmla="*/ 299324 h 628388"/>
                <a:gd name="connsiteX12" fmla="*/ 0 w 607404"/>
                <a:gd name="connsiteY12" fmla="*/ 299324 h 628388"/>
                <a:gd name="connsiteX13" fmla="*/ 0 w 607404"/>
                <a:gd name="connsiteY13" fmla="*/ 348979 h 628388"/>
                <a:gd name="connsiteX14" fmla="*/ 19946 w 607404"/>
                <a:gd name="connsiteY14" fmla="*/ 348979 h 628388"/>
                <a:gd name="connsiteX15" fmla="*/ 19946 w 607404"/>
                <a:gd name="connsiteY15" fmla="*/ 628389 h 628388"/>
                <a:gd name="connsiteX16" fmla="*/ 368990 w 607404"/>
                <a:gd name="connsiteY16" fmla="*/ 628389 h 628388"/>
                <a:gd name="connsiteX17" fmla="*/ 368990 w 607404"/>
                <a:gd name="connsiteY17" fmla="*/ 348979 h 628388"/>
                <a:gd name="connsiteX18" fmla="*/ 388936 w 607404"/>
                <a:gd name="connsiteY18" fmla="*/ 348979 h 628388"/>
                <a:gd name="connsiteX19" fmla="*/ 388936 w 607404"/>
                <a:gd name="connsiteY19" fmla="*/ 299324 h 628388"/>
                <a:gd name="connsiteX20" fmla="*/ 329065 w 607404"/>
                <a:gd name="connsiteY20" fmla="*/ 299324 h 628388"/>
                <a:gd name="connsiteX21" fmla="*/ 329065 w 607404"/>
                <a:gd name="connsiteY21" fmla="*/ 234328 h 628388"/>
                <a:gd name="connsiteX22" fmla="*/ 297410 w 607404"/>
                <a:gd name="connsiteY22" fmla="*/ 178868 h 628388"/>
                <a:gd name="connsiteX23" fmla="*/ 257193 w 607404"/>
                <a:gd name="connsiteY23" fmla="*/ 160413 h 628388"/>
                <a:gd name="connsiteX24" fmla="*/ 239290 w 607404"/>
                <a:gd name="connsiteY24" fmla="*/ 142510 h 628388"/>
                <a:gd name="connsiteX25" fmla="*/ 239290 w 607404"/>
                <a:gd name="connsiteY25" fmla="*/ 124575 h 628388"/>
                <a:gd name="connsiteX26" fmla="*/ 238317 w 607404"/>
                <a:gd name="connsiteY26" fmla="*/ 124575 h 628388"/>
                <a:gd name="connsiteX27" fmla="*/ 249280 w 607404"/>
                <a:gd name="connsiteY27" fmla="*/ 87731 h 628388"/>
                <a:gd name="connsiteX28" fmla="*/ 249280 w 607404"/>
                <a:gd name="connsiteY28" fmla="*/ 54066 h 628388"/>
                <a:gd name="connsiteX29" fmla="*/ 249053 w 607404"/>
                <a:gd name="connsiteY29" fmla="*/ 49623 h 628388"/>
                <a:gd name="connsiteX30" fmla="*/ 607404 w 607404"/>
                <a:gd name="connsiteY30" fmla="*/ 49623 h 628388"/>
                <a:gd name="connsiteX31" fmla="*/ 607404 w 607404"/>
                <a:gd name="connsiteY31" fmla="*/ 39893 h 628388"/>
                <a:gd name="connsiteX32" fmla="*/ 247301 w 607404"/>
                <a:gd name="connsiteY32" fmla="*/ 39893 h 628388"/>
                <a:gd name="connsiteX33" fmla="*/ 194436 w 607404"/>
                <a:gd name="connsiteY33" fmla="*/ 149451 h 628388"/>
                <a:gd name="connsiteX34" fmla="*/ 229496 w 607404"/>
                <a:gd name="connsiteY34" fmla="*/ 135083 h 628388"/>
                <a:gd name="connsiteX35" fmla="*/ 229496 w 607404"/>
                <a:gd name="connsiteY35" fmla="*/ 144586 h 628388"/>
                <a:gd name="connsiteX36" fmla="*/ 194436 w 607404"/>
                <a:gd name="connsiteY36" fmla="*/ 178835 h 628388"/>
                <a:gd name="connsiteX37" fmla="*/ 159376 w 607404"/>
                <a:gd name="connsiteY37" fmla="*/ 144586 h 628388"/>
                <a:gd name="connsiteX38" fmla="*/ 159376 w 607404"/>
                <a:gd name="connsiteY38" fmla="*/ 135116 h 628388"/>
                <a:gd name="connsiteX39" fmla="*/ 194403 w 607404"/>
                <a:gd name="connsiteY39" fmla="*/ 149451 h 628388"/>
                <a:gd name="connsiteX40" fmla="*/ 194436 w 607404"/>
                <a:gd name="connsiteY40" fmla="*/ 227517 h 628388"/>
                <a:gd name="connsiteX41" fmla="*/ 173322 w 607404"/>
                <a:gd name="connsiteY41" fmla="*/ 206403 h 628388"/>
                <a:gd name="connsiteX42" fmla="*/ 194436 w 607404"/>
                <a:gd name="connsiteY42" fmla="*/ 190576 h 628388"/>
                <a:gd name="connsiteX43" fmla="*/ 215549 w 607404"/>
                <a:gd name="connsiteY43" fmla="*/ 206403 h 628388"/>
                <a:gd name="connsiteX44" fmla="*/ 194436 w 607404"/>
                <a:gd name="connsiteY44" fmla="*/ 227517 h 628388"/>
                <a:gd name="connsiteX45" fmla="*/ 185808 w 607404"/>
                <a:gd name="connsiteY45" fmla="*/ 184900 h 628388"/>
                <a:gd name="connsiteX46" fmla="*/ 156684 w 607404"/>
                <a:gd name="connsiteY46" fmla="*/ 206728 h 628388"/>
                <a:gd name="connsiteX47" fmla="*/ 140273 w 607404"/>
                <a:gd name="connsiteY47" fmla="*/ 165700 h 628388"/>
                <a:gd name="connsiteX48" fmla="*/ 152240 w 607404"/>
                <a:gd name="connsiteY48" fmla="*/ 153732 h 628388"/>
                <a:gd name="connsiteX49" fmla="*/ 185808 w 607404"/>
                <a:gd name="connsiteY49" fmla="*/ 184868 h 628388"/>
                <a:gd name="connsiteX50" fmla="*/ 96229 w 607404"/>
                <a:gd name="connsiteY50" fmla="*/ 187430 h 628388"/>
                <a:gd name="connsiteX51" fmla="*/ 131937 w 607404"/>
                <a:gd name="connsiteY51" fmla="*/ 171084 h 628388"/>
                <a:gd name="connsiteX52" fmla="*/ 152370 w 607404"/>
                <a:gd name="connsiteY52" fmla="*/ 222134 h 628388"/>
                <a:gd name="connsiteX53" fmla="*/ 165473 w 607404"/>
                <a:gd name="connsiteY53" fmla="*/ 212306 h 628388"/>
                <a:gd name="connsiteX54" fmla="*/ 189571 w 607404"/>
                <a:gd name="connsiteY54" fmla="*/ 236404 h 628388"/>
                <a:gd name="connsiteX55" fmla="*/ 189571 w 607404"/>
                <a:gd name="connsiteY55" fmla="*/ 299389 h 628388"/>
                <a:gd name="connsiteX56" fmla="*/ 69601 w 607404"/>
                <a:gd name="connsiteY56" fmla="*/ 299389 h 628388"/>
                <a:gd name="connsiteX57" fmla="*/ 69601 w 607404"/>
                <a:gd name="connsiteY57" fmla="*/ 234393 h 628388"/>
                <a:gd name="connsiteX58" fmla="*/ 96261 w 607404"/>
                <a:gd name="connsiteY58" fmla="*/ 187430 h 628388"/>
                <a:gd name="connsiteX59" fmla="*/ 359227 w 607404"/>
                <a:gd name="connsiteY59" fmla="*/ 384071 h 628388"/>
                <a:gd name="connsiteX60" fmla="*/ 359227 w 607404"/>
                <a:gd name="connsiteY60" fmla="*/ 618724 h 628388"/>
                <a:gd name="connsiteX61" fmla="*/ 29676 w 607404"/>
                <a:gd name="connsiteY61" fmla="*/ 618724 h 628388"/>
                <a:gd name="connsiteX62" fmla="*/ 29676 w 607404"/>
                <a:gd name="connsiteY62" fmla="*/ 349044 h 628388"/>
                <a:gd name="connsiteX63" fmla="*/ 359260 w 607404"/>
                <a:gd name="connsiteY63" fmla="*/ 349044 h 628388"/>
                <a:gd name="connsiteX64" fmla="*/ 359260 w 607404"/>
                <a:gd name="connsiteY64" fmla="*/ 384104 h 628388"/>
                <a:gd name="connsiteX65" fmla="*/ 379174 w 607404"/>
                <a:gd name="connsiteY65" fmla="*/ 339281 h 628388"/>
                <a:gd name="connsiteX66" fmla="*/ 9730 w 607404"/>
                <a:gd name="connsiteY66" fmla="*/ 339281 h 628388"/>
                <a:gd name="connsiteX67" fmla="*/ 9730 w 607404"/>
                <a:gd name="connsiteY67" fmla="*/ 309086 h 628388"/>
                <a:gd name="connsiteX68" fmla="*/ 379206 w 607404"/>
                <a:gd name="connsiteY68" fmla="*/ 309086 h 628388"/>
                <a:gd name="connsiteX69" fmla="*/ 379206 w 607404"/>
                <a:gd name="connsiteY69" fmla="*/ 339281 h 628388"/>
                <a:gd name="connsiteX70" fmla="*/ 319302 w 607404"/>
                <a:gd name="connsiteY70" fmla="*/ 234361 h 628388"/>
                <a:gd name="connsiteX71" fmla="*/ 319302 w 607404"/>
                <a:gd name="connsiteY71" fmla="*/ 299356 h 628388"/>
                <a:gd name="connsiteX72" fmla="*/ 199301 w 607404"/>
                <a:gd name="connsiteY72" fmla="*/ 299356 h 628388"/>
                <a:gd name="connsiteX73" fmla="*/ 199301 w 607404"/>
                <a:gd name="connsiteY73" fmla="*/ 236371 h 628388"/>
                <a:gd name="connsiteX74" fmla="*/ 223398 w 607404"/>
                <a:gd name="connsiteY74" fmla="*/ 212274 h 628388"/>
                <a:gd name="connsiteX75" fmla="*/ 236501 w 607404"/>
                <a:gd name="connsiteY75" fmla="*/ 222101 h 628388"/>
                <a:gd name="connsiteX76" fmla="*/ 256934 w 607404"/>
                <a:gd name="connsiteY76" fmla="*/ 171052 h 628388"/>
                <a:gd name="connsiteX77" fmla="*/ 292643 w 607404"/>
                <a:gd name="connsiteY77" fmla="*/ 187398 h 628388"/>
                <a:gd name="connsiteX78" fmla="*/ 319302 w 607404"/>
                <a:gd name="connsiteY78" fmla="*/ 234361 h 628388"/>
                <a:gd name="connsiteX79" fmla="*/ 232188 w 607404"/>
                <a:gd name="connsiteY79" fmla="*/ 206695 h 628388"/>
                <a:gd name="connsiteX80" fmla="*/ 203063 w 607404"/>
                <a:gd name="connsiteY80" fmla="*/ 184868 h 628388"/>
                <a:gd name="connsiteX81" fmla="*/ 236663 w 607404"/>
                <a:gd name="connsiteY81" fmla="*/ 153732 h 628388"/>
                <a:gd name="connsiteX82" fmla="*/ 248599 w 607404"/>
                <a:gd name="connsiteY82" fmla="*/ 165668 h 628388"/>
                <a:gd name="connsiteX83" fmla="*/ 232188 w 607404"/>
                <a:gd name="connsiteY83" fmla="*/ 206695 h 628388"/>
                <a:gd name="connsiteX84" fmla="*/ 239453 w 607404"/>
                <a:gd name="connsiteY84" fmla="*/ 87731 h 628388"/>
                <a:gd name="connsiteX85" fmla="*/ 194403 w 607404"/>
                <a:gd name="connsiteY85" fmla="*/ 139689 h 628388"/>
                <a:gd name="connsiteX86" fmla="*/ 149386 w 607404"/>
                <a:gd name="connsiteY86" fmla="*/ 87731 h 628388"/>
                <a:gd name="connsiteX87" fmla="*/ 149386 w 607404"/>
                <a:gd name="connsiteY87" fmla="*/ 54066 h 628388"/>
                <a:gd name="connsiteX88" fmla="*/ 194403 w 607404"/>
                <a:gd name="connsiteY88" fmla="*/ 9698 h 628388"/>
                <a:gd name="connsiteX89" fmla="*/ 239453 w 607404"/>
                <a:gd name="connsiteY89" fmla="*/ 54066 h 628388"/>
                <a:gd name="connsiteX90" fmla="*/ 239453 w 607404"/>
                <a:gd name="connsiteY90" fmla="*/ 87731 h 628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7404" h="628388">
                  <a:moveTo>
                    <a:pt x="247236" y="39925"/>
                  </a:moveTo>
                  <a:cubicBezTo>
                    <a:pt x="240912" y="16963"/>
                    <a:pt x="219668" y="0"/>
                    <a:pt x="194436" y="0"/>
                  </a:cubicBezTo>
                  <a:cubicBezTo>
                    <a:pt x="164241" y="0"/>
                    <a:pt x="139689" y="24260"/>
                    <a:pt x="139689" y="54098"/>
                  </a:cubicBezTo>
                  <a:lnTo>
                    <a:pt x="139689" y="87764"/>
                  </a:lnTo>
                  <a:cubicBezTo>
                    <a:pt x="139689" y="101580"/>
                    <a:pt x="143808" y="114326"/>
                    <a:pt x="150651" y="124608"/>
                  </a:cubicBezTo>
                  <a:lnTo>
                    <a:pt x="149678" y="124608"/>
                  </a:lnTo>
                  <a:lnTo>
                    <a:pt x="149678" y="142543"/>
                  </a:lnTo>
                  <a:lnTo>
                    <a:pt x="131775" y="160446"/>
                  </a:lnTo>
                  <a:lnTo>
                    <a:pt x="91980" y="178641"/>
                  </a:lnTo>
                  <a:lnTo>
                    <a:pt x="91526" y="178868"/>
                  </a:lnTo>
                  <a:cubicBezTo>
                    <a:pt x="70509" y="191225"/>
                    <a:pt x="59871" y="203225"/>
                    <a:pt x="59871" y="234328"/>
                  </a:cubicBezTo>
                  <a:lnTo>
                    <a:pt x="59871" y="299324"/>
                  </a:lnTo>
                  <a:lnTo>
                    <a:pt x="0" y="299324"/>
                  </a:lnTo>
                  <a:lnTo>
                    <a:pt x="0" y="348979"/>
                  </a:lnTo>
                  <a:lnTo>
                    <a:pt x="19946" y="348979"/>
                  </a:lnTo>
                  <a:lnTo>
                    <a:pt x="19946" y="628389"/>
                  </a:lnTo>
                  <a:lnTo>
                    <a:pt x="368990" y="628389"/>
                  </a:lnTo>
                  <a:lnTo>
                    <a:pt x="368990" y="348979"/>
                  </a:lnTo>
                  <a:lnTo>
                    <a:pt x="388936" y="348979"/>
                  </a:lnTo>
                  <a:lnTo>
                    <a:pt x="388936" y="299324"/>
                  </a:lnTo>
                  <a:lnTo>
                    <a:pt x="329065" y="299324"/>
                  </a:lnTo>
                  <a:lnTo>
                    <a:pt x="329065" y="234328"/>
                  </a:lnTo>
                  <a:cubicBezTo>
                    <a:pt x="329065" y="203193"/>
                    <a:pt x="318394" y="191225"/>
                    <a:pt x="297410" y="178868"/>
                  </a:cubicBezTo>
                  <a:lnTo>
                    <a:pt x="257193" y="160413"/>
                  </a:lnTo>
                  <a:lnTo>
                    <a:pt x="239290" y="142510"/>
                  </a:lnTo>
                  <a:lnTo>
                    <a:pt x="239290" y="124575"/>
                  </a:lnTo>
                  <a:lnTo>
                    <a:pt x="238317" y="124575"/>
                  </a:lnTo>
                  <a:cubicBezTo>
                    <a:pt x="245161" y="114294"/>
                    <a:pt x="249280" y="101548"/>
                    <a:pt x="249280" y="87731"/>
                  </a:cubicBezTo>
                  <a:lnTo>
                    <a:pt x="249280" y="54066"/>
                  </a:lnTo>
                  <a:cubicBezTo>
                    <a:pt x="249280" y="52574"/>
                    <a:pt x="249182" y="51082"/>
                    <a:pt x="249053" y="49623"/>
                  </a:cubicBezTo>
                  <a:lnTo>
                    <a:pt x="607404" y="49623"/>
                  </a:lnTo>
                  <a:lnTo>
                    <a:pt x="607404" y="39893"/>
                  </a:lnTo>
                  <a:lnTo>
                    <a:pt x="247301" y="39893"/>
                  </a:lnTo>
                  <a:close/>
                  <a:moveTo>
                    <a:pt x="194436" y="149451"/>
                  </a:moveTo>
                  <a:cubicBezTo>
                    <a:pt x="207766" y="149451"/>
                    <a:pt x="219993" y="144035"/>
                    <a:pt x="229496" y="135083"/>
                  </a:cubicBezTo>
                  <a:lnTo>
                    <a:pt x="229496" y="144586"/>
                  </a:lnTo>
                  <a:cubicBezTo>
                    <a:pt x="229496" y="153570"/>
                    <a:pt x="209776" y="169430"/>
                    <a:pt x="194436" y="178835"/>
                  </a:cubicBezTo>
                  <a:cubicBezTo>
                    <a:pt x="179095" y="169430"/>
                    <a:pt x="159376" y="153603"/>
                    <a:pt x="159376" y="144586"/>
                  </a:cubicBezTo>
                  <a:lnTo>
                    <a:pt x="159376" y="135116"/>
                  </a:lnTo>
                  <a:cubicBezTo>
                    <a:pt x="168878" y="144067"/>
                    <a:pt x="181073" y="149451"/>
                    <a:pt x="194403" y="149451"/>
                  </a:cubicBezTo>
                  <a:close/>
                  <a:moveTo>
                    <a:pt x="194436" y="227517"/>
                  </a:moveTo>
                  <a:lnTo>
                    <a:pt x="173322" y="206403"/>
                  </a:lnTo>
                  <a:lnTo>
                    <a:pt x="194436" y="190576"/>
                  </a:lnTo>
                  <a:lnTo>
                    <a:pt x="215549" y="206403"/>
                  </a:lnTo>
                  <a:lnTo>
                    <a:pt x="194436" y="227517"/>
                  </a:lnTo>
                  <a:close/>
                  <a:moveTo>
                    <a:pt x="185808" y="184900"/>
                  </a:moveTo>
                  <a:lnTo>
                    <a:pt x="156684" y="206728"/>
                  </a:lnTo>
                  <a:lnTo>
                    <a:pt x="140273" y="165700"/>
                  </a:lnTo>
                  <a:lnTo>
                    <a:pt x="152240" y="153732"/>
                  </a:lnTo>
                  <a:cubicBezTo>
                    <a:pt x="158694" y="166122"/>
                    <a:pt x="175852" y="178479"/>
                    <a:pt x="185808" y="184868"/>
                  </a:cubicBezTo>
                  <a:close/>
                  <a:moveTo>
                    <a:pt x="96229" y="187430"/>
                  </a:moveTo>
                  <a:lnTo>
                    <a:pt x="131937" y="171084"/>
                  </a:lnTo>
                  <a:lnTo>
                    <a:pt x="152370" y="222134"/>
                  </a:lnTo>
                  <a:lnTo>
                    <a:pt x="165473" y="212306"/>
                  </a:lnTo>
                  <a:lnTo>
                    <a:pt x="189571" y="236404"/>
                  </a:lnTo>
                  <a:lnTo>
                    <a:pt x="189571" y="299389"/>
                  </a:lnTo>
                  <a:lnTo>
                    <a:pt x="69601" y="299389"/>
                  </a:lnTo>
                  <a:lnTo>
                    <a:pt x="69601" y="234393"/>
                  </a:lnTo>
                  <a:cubicBezTo>
                    <a:pt x="69601" y="207571"/>
                    <a:pt x="77450" y="198522"/>
                    <a:pt x="96261" y="187430"/>
                  </a:cubicBezTo>
                  <a:close/>
                  <a:moveTo>
                    <a:pt x="359227" y="384071"/>
                  </a:moveTo>
                  <a:lnTo>
                    <a:pt x="359227" y="618724"/>
                  </a:lnTo>
                  <a:lnTo>
                    <a:pt x="29676" y="618724"/>
                  </a:lnTo>
                  <a:lnTo>
                    <a:pt x="29676" y="349044"/>
                  </a:lnTo>
                  <a:lnTo>
                    <a:pt x="359260" y="349044"/>
                  </a:lnTo>
                  <a:lnTo>
                    <a:pt x="359260" y="384104"/>
                  </a:lnTo>
                  <a:close/>
                  <a:moveTo>
                    <a:pt x="379174" y="339281"/>
                  </a:moveTo>
                  <a:lnTo>
                    <a:pt x="9730" y="339281"/>
                  </a:lnTo>
                  <a:lnTo>
                    <a:pt x="9730" y="309086"/>
                  </a:lnTo>
                  <a:lnTo>
                    <a:pt x="379206" y="309086"/>
                  </a:lnTo>
                  <a:lnTo>
                    <a:pt x="379206" y="339281"/>
                  </a:lnTo>
                  <a:close/>
                  <a:moveTo>
                    <a:pt x="319302" y="234361"/>
                  </a:moveTo>
                  <a:lnTo>
                    <a:pt x="319302" y="299356"/>
                  </a:lnTo>
                  <a:lnTo>
                    <a:pt x="199301" y="299356"/>
                  </a:lnTo>
                  <a:lnTo>
                    <a:pt x="199301" y="236371"/>
                  </a:lnTo>
                  <a:lnTo>
                    <a:pt x="223398" y="212274"/>
                  </a:lnTo>
                  <a:lnTo>
                    <a:pt x="236501" y="222101"/>
                  </a:lnTo>
                  <a:lnTo>
                    <a:pt x="256934" y="171052"/>
                  </a:lnTo>
                  <a:lnTo>
                    <a:pt x="292643" y="187398"/>
                  </a:lnTo>
                  <a:cubicBezTo>
                    <a:pt x="311454" y="198490"/>
                    <a:pt x="319302" y="207539"/>
                    <a:pt x="319302" y="234361"/>
                  </a:cubicBezTo>
                  <a:close/>
                  <a:moveTo>
                    <a:pt x="232188" y="206695"/>
                  </a:moveTo>
                  <a:lnTo>
                    <a:pt x="203063" y="184868"/>
                  </a:lnTo>
                  <a:cubicBezTo>
                    <a:pt x="213020" y="178479"/>
                    <a:pt x="230209" y="166154"/>
                    <a:pt x="236663" y="153732"/>
                  </a:cubicBezTo>
                  <a:lnTo>
                    <a:pt x="248599" y="165668"/>
                  </a:lnTo>
                  <a:lnTo>
                    <a:pt x="232188" y="206695"/>
                  </a:lnTo>
                  <a:close/>
                  <a:moveTo>
                    <a:pt x="239453" y="87731"/>
                  </a:moveTo>
                  <a:cubicBezTo>
                    <a:pt x="239453" y="116369"/>
                    <a:pt x="219247" y="139689"/>
                    <a:pt x="194403" y="139689"/>
                  </a:cubicBezTo>
                  <a:cubicBezTo>
                    <a:pt x="169560" y="139689"/>
                    <a:pt x="149386" y="116402"/>
                    <a:pt x="149386" y="87731"/>
                  </a:cubicBezTo>
                  <a:lnTo>
                    <a:pt x="149386" y="54066"/>
                  </a:lnTo>
                  <a:cubicBezTo>
                    <a:pt x="149386" y="29611"/>
                    <a:pt x="169592" y="9698"/>
                    <a:pt x="194403" y="9698"/>
                  </a:cubicBezTo>
                  <a:cubicBezTo>
                    <a:pt x="219214" y="9698"/>
                    <a:pt x="239453" y="29611"/>
                    <a:pt x="239453" y="54066"/>
                  </a:cubicBezTo>
                  <a:lnTo>
                    <a:pt x="239453" y="87731"/>
                  </a:lnTo>
                  <a:close/>
                </a:path>
              </a:pathLst>
            </a:custGeom>
            <a:grpFill/>
            <a:ln w="3243" cap="flat">
              <a:noFill/>
              <a:prstDash val="solid"/>
              <a:miter/>
            </a:ln>
          </p:spPr>
          <p:txBody>
            <a:bodyPr rtlCol="0" anchor="ctr"/>
            <a:lstStyle/>
            <a:p>
              <a:endParaRPr lang="en-US"/>
            </a:p>
          </p:txBody>
        </p:sp>
        <p:sp>
          <p:nvSpPr>
            <p:cNvPr id="472" name="Freeform: Shape 870"/>
            <p:cNvSpPr/>
            <p:nvPr/>
          </p:nvSpPr>
          <p:spPr>
            <a:xfrm>
              <a:off x="906022" y="4301765"/>
              <a:ext cx="229268" cy="169397"/>
            </a:xfrm>
            <a:custGeom>
              <a:avLst/>
              <a:gdLst>
                <a:gd name="connsiteX0" fmla="*/ 229269 w 229268"/>
                <a:gd name="connsiteY0" fmla="*/ 169397 h 169397"/>
                <a:gd name="connsiteX1" fmla="*/ 229269 w 229268"/>
                <a:gd name="connsiteY1" fmla="*/ 0 h 169397"/>
                <a:gd name="connsiteX2" fmla="*/ 0 w 229268"/>
                <a:gd name="connsiteY2" fmla="*/ 0 h 169397"/>
                <a:gd name="connsiteX3" fmla="*/ 0 w 229268"/>
                <a:gd name="connsiteY3" fmla="*/ 169397 h 169397"/>
                <a:gd name="connsiteX4" fmla="*/ 229269 w 229268"/>
                <a:gd name="connsiteY4" fmla="*/ 169397 h 169397"/>
                <a:gd name="connsiteX5" fmla="*/ 9730 w 229268"/>
                <a:gd name="connsiteY5" fmla="*/ 9730 h 169397"/>
                <a:gd name="connsiteX6" fmla="*/ 219539 w 229268"/>
                <a:gd name="connsiteY6" fmla="*/ 9730 h 169397"/>
                <a:gd name="connsiteX7" fmla="*/ 219539 w 229268"/>
                <a:gd name="connsiteY7" fmla="*/ 159667 h 169397"/>
                <a:gd name="connsiteX8" fmla="*/ 9730 w 229268"/>
                <a:gd name="connsiteY8" fmla="*/ 159667 h 169397"/>
                <a:gd name="connsiteX9" fmla="*/ 9730 w 229268"/>
                <a:gd name="connsiteY9" fmla="*/ 9730 h 16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68" h="169397">
                  <a:moveTo>
                    <a:pt x="229269" y="169397"/>
                  </a:moveTo>
                  <a:lnTo>
                    <a:pt x="229269" y="0"/>
                  </a:lnTo>
                  <a:lnTo>
                    <a:pt x="0" y="0"/>
                  </a:lnTo>
                  <a:lnTo>
                    <a:pt x="0" y="169397"/>
                  </a:lnTo>
                  <a:lnTo>
                    <a:pt x="229269" y="169397"/>
                  </a:lnTo>
                  <a:close/>
                  <a:moveTo>
                    <a:pt x="9730" y="9730"/>
                  </a:moveTo>
                  <a:lnTo>
                    <a:pt x="219539" y="9730"/>
                  </a:lnTo>
                  <a:lnTo>
                    <a:pt x="219539" y="159667"/>
                  </a:lnTo>
                  <a:lnTo>
                    <a:pt x="9730" y="159667"/>
                  </a:lnTo>
                  <a:lnTo>
                    <a:pt x="9730" y="9730"/>
                  </a:lnTo>
                  <a:close/>
                </a:path>
              </a:pathLst>
            </a:custGeom>
            <a:grpFill/>
            <a:ln w="3243" cap="flat">
              <a:noFill/>
              <a:prstDash val="solid"/>
              <a:miter/>
            </a:ln>
          </p:spPr>
          <p:txBody>
            <a:bodyPr rtlCol="0" anchor="ctr"/>
            <a:lstStyle/>
            <a:p>
              <a:endParaRPr lang="en-US"/>
            </a:p>
          </p:txBody>
        </p:sp>
        <p:sp>
          <p:nvSpPr>
            <p:cNvPr id="473" name="Freeform: Shape 871"/>
            <p:cNvSpPr/>
            <p:nvPr/>
          </p:nvSpPr>
          <p:spPr>
            <a:xfrm>
              <a:off x="1205410" y="4082713"/>
              <a:ext cx="47481" cy="89579"/>
            </a:xfrm>
            <a:custGeom>
              <a:avLst/>
              <a:gdLst>
                <a:gd name="connsiteX0" fmla="*/ 0 w 47481"/>
                <a:gd name="connsiteY0" fmla="*/ 89580 h 89579"/>
                <a:gd name="connsiteX1" fmla="*/ 47482 w 47481"/>
                <a:gd name="connsiteY1" fmla="*/ 89580 h 89579"/>
                <a:gd name="connsiteX2" fmla="*/ 47482 w 47481"/>
                <a:gd name="connsiteY2" fmla="*/ 0 h 89579"/>
                <a:gd name="connsiteX3" fmla="*/ 0 w 47481"/>
                <a:gd name="connsiteY3" fmla="*/ 0 h 89579"/>
                <a:gd name="connsiteX4" fmla="*/ 0 w 47481"/>
                <a:gd name="connsiteY4" fmla="*/ 89580 h 89579"/>
                <a:gd name="connsiteX5" fmla="*/ 9730 w 47481"/>
                <a:gd name="connsiteY5" fmla="*/ 9730 h 89579"/>
                <a:gd name="connsiteX6" fmla="*/ 37752 w 47481"/>
                <a:gd name="connsiteY6" fmla="*/ 9730 h 89579"/>
                <a:gd name="connsiteX7" fmla="*/ 37752 w 47481"/>
                <a:gd name="connsiteY7" fmla="*/ 79850 h 89579"/>
                <a:gd name="connsiteX8" fmla="*/ 9730 w 47481"/>
                <a:gd name="connsiteY8" fmla="*/ 79850 h 89579"/>
                <a:gd name="connsiteX9" fmla="*/ 9730 w 47481"/>
                <a:gd name="connsiteY9" fmla="*/ 9730 h 89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89579">
                  <a:moveTo>
                    <a:pt x="0" y="89580"/>
                  </a:moveTo>
                  <a:lnTo>
                    <a:pt x="47482" y="89580"/>
                  </a:lnTo>
                  <a:lnTo>
                    <a:pt x="47482" y="0"/>
                  </a:lnTo>
                  <a:lnTo>
                    <a:pt x="0" y="0"/>
                  </a:lnTo>
                  <a:lnTo>
                    <a:pt x="0" y="89580"/>
                  </a:lnTo>
                  <a:close/>
                  <a:moveTo>
                    <a:pt x="9730" y="9730"/>
                  </a:moveTo>
                  <a:lnTo>
                    <a:pt x="37752" y="9730"/>
                  </a:lnTo>
                  <a:lnTo>
                    <a:pt x="37752" y="79850"/>
                  </a:lnTo>
                  <a:lnTo>
                    <a:pt x="9730" y="79850"/>
                  </a:lnTo>
                  <a:lnTo>
                    <a:pt x="9730" y="9730"/>
                  </a:lnTo>
                  <a:close/>
                </a:path>
              </a:pathLst>
            </a:custGeom>
            <a:grpFill/>
            <a:ln w="3243" cap="flat">
              <a:noFill/>
              <a:prstDash val="solid"/>
              <a:miter/>
            </a:ln>
          </p:spPr>
          <p:txBody>
            <a:bodyPr rtlCol="0" anchor="ctr"/>
            <a:lstStyle/>
            <a:p>
              <a:endParaRPr lang="en-US"/>
            </a:p>
          </p:txBody>
        </p:sp>
        <p:sp>
          <p:nvSpPr>
            <p:cNvPr id="474" name="Freeform: Shape 872"/>
            <p:cNvSpPr/>
            <p:nvPr/>
          </p:nvSpPr>
          <p:spPr>
            <a:xfrm>
              <a:off x="1277671" y="4052777"/>
              <a:ext cx="47481" cy="119515"/>
            </a:xfrm>
            <a:custGeom>
              <a:avLst/>
              <a:gdLst>
                <a:gd name="connsiteX0" fmla="*/ 0 w 47481"/>
                <a:gd name="connsiteY0" fmla="*/ 119516 h 119515"/>
                <a:gd name="connsiteX1" fmla="*/ 47482 w 47481"/>
                <a:gd name="connsiteY1" fmla="*/ 119516 h 119515"/>
                <a:gd name="connsiteX2" fmla="*/ 47482 w 47481"/>
                <a:gd name="connsiteY2" fmla="*/ 0 h 119515"/>
                <a:gd name="connsiteX3" fmla="*/ 0 w 47481"/>
                <a:gd name="connsiteY3" fmla="*/ 0 h 119515"/>
                <a:gd name="connsiteX4" fmla="*/ 0 w 47481"/>
                <a:gd name="connsiteY4" fmla="*/ 119516 h 119515"/>
                <a:gd name="connsiteX5" fmla="*/ 9730 w 47481"/>
                <a:gd name="connsiteY5" fmla="*/ 9730 h 119515"/>
                <a:gd name="connsiteX6" fmla="*/ 37752 w 47481"/>
                <a:gd name="connsiteY6" fmla="*/ 9730 h 119515"/>
                <a:gd name="connsiteX7" fmla="*/ 37752 w 47481"/>
                <a:gd name="connsiteY7" fmla="*/ 109786 h 119515"/>
                <a:gd name="connsiteX8" fmla="*/ 9730 w 47481"/>
                <a:gd name="connsiteY8" fmla="*/ 109786 h 119515"/>
                <a:gd name="connsiteX9" fmla="*/ 9730 w 47481"/>
                <a:gd name="connsiteY9" fmla="*/ 9730 h 1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119515">
                  <a:moveTo>
                    <a:pt x="0" y="119516"/>
                  </a:moveTo>
                  <a:lnTo>
                    <a:pt x="47482" y="119516"/>
                  </a:lnTo>
                  <a:lnTo>
                    <a:pt x="47482" y="0"/>
                  </a:lnTo>
                  <a:lnTo>
                    <a:pt x="0" y="0"/>
                  </a:lnTo>
                  <a:lnTo>
                    <a:pt x="0" y="119516"/>
                  </a:lnTo>
                  <a:close/>
                  <a:moveTo>
                    <a:pt x="9730" y="9730"/>
                  </a:moveTo>
                  <a:lnTo>
                    <a:pt x="37752" y="9730"/>
                  </a:lnTo>
                  <a:lnTo>
                    <a:pt x="37752" y="109786"/>
                  </a:lnTo>
                  <a:lnTo>
                    <a:pt x="9730" y="109786"/>
                  </a:lnTo>
                  <a:lnTo>
                    <a:pt x="9730" y="9730"/>
                  </a:lnTo>
                  <a:close/>
                </a:path>
              </a:pathLst>
            </a:custGeom>
            <a:grpFill/>
            <a:ln w="3243" cap="flat">
              <a:noFill/>
              <a:prstDash val="solid"/>
              <a:miter/>
            </a:ln>
          </p:spPr>
          <p:txBody>
            <a:bodyPr rtlCol="0" anchor="ctr"/>
            <a:lstStyle/>
            <a:p>
              <a:endParaRPr lang="en-US"/>
            </a:p>
          </p:txBody>
        </p:sp>
        <p:sp>
          <p:nvSpPr>
            <p:cNvPr id="475" name="Freeform: Shape 873"/>
            <p:cNvSpPr/>
            <p:nvPr/>
          </p:nvSpPr>
          <p:spPr>
            <a:xfrm>
              <a:off x="1349964" y="4022842"/>
              <a:ext cx="47481" cy="149451"/>
            </a:xfrm>
            <a:custGeom>
              <a:avLst/>
              <a:gdLst>
                <a:gd name="connsiteX0" fmla="*/ 0 w 47481"/>
                <a:gd name="connsiteY0" fmla="*/ 149451 h 149451"/>
                <a:gd name="connsiteX1" fmla="*/ 47482 w 47481"/>
                <a:gd name="connsiteY1" fmla="*/ 149451 h 149451"/>
                <a:gd name="connsiteX2" fmla="*/ 47482 w 47481"/>
                <a:gd name="connsiteY2" fmla="*/ 0 h 149451"/>
                <a:gd name="connsiteX3" fmla="*/ 0 w 47481"/>
                <a:gd name="connsiteY3" fmla="*/ 0 h 149451"/>
                <a:gd name="connsiteX4" fmla="*/ 0 w 47481"/>
                <a:gd name="connsiteY4" fmla="*/ 149451 h 149451"/>
                <a:gd name="connsiteX5" fmla="*/ 9730 w 47481"/>
                <a:gd name="connsiteY5" fmla="*/ 9730 h 149451"/>
                <a:gd name="connsiteX6" fmla="*/ 37752 w 47481"/>
                <a:gd name="connsiteY6" fmla="*/ 9730 h 149451"/>
                <a:gd name="connsiteX7" fmla="*/ 37752 w 47481"/>
                <a:gd name="connsiteY7" fmla="*/ 139721 h 149451"/>
                <a:gd name="connsiteX8" fmla="*/ 9730 w 47481"/>
                <a:gd name="connsiteY8" fmla="*/ 139721 h 149451"/>
                <a:gd name="connsiteX9" fmla="*/ 9730 w 47481"/>
                <a:gd name="connsiteY9" fmla="*/ 9730 h 14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81" h="149451">
                  <a:moveTo>
                    <a:pt x="0" y="149451"/>
                  </a:moveTo>
                  <a:lnTo>
                    <a:pt x="47482" y="149451"/>
                  </a:lnTo>
                  <a:lnTo>
                    <a:pt x="47482" y="0"/>
                  </a:lnTo>
                  <a:lnTo>
                    <a:pt x="0" y="0"/>
                  </a:lnTo>
                  <a:lnTo>
                    <a:pt x="0" y="149451"/>
                  </a:lnTo>
                  <a:close/>
                  <a:moveTo>
                    <a:pt x="9730" y="9730"/>
                  </a:moveTo>
                  <a:lnTo>
                    <a:pt x="37752" y="9730"/>
                  </a:lnTo>
                  <a:lnTo>
                    <a:pt x="37752" y="139721"/>
                  </a:lnTo>
                  <a:lnTo>
                    <a:pt x="9730" y="139721"/>
                  </a:lnTo>
                  <a:lnTo>
                    <a:pt x="9730" y="9730"/>
                  </a:lnTo>
                  <a:close/>
                </a:path>
              </a:pathLst>
            </a:custGeom>
            <a:grpFill/>
            <a:ln w="3243" cap="flat">
              <a:noFill/>
              <a:prstDash val="solid"/>
              <a:miter/>
            </a:ln>
          </p:spPr>
          <p:txBody>
            <a:bodyPr rtlCol="0" anchor="ctr"/>
            <a:lstStyle/>
            <a:p>
              <a:endParaRPr lang="en-US"/>
            </a:p>
          </p:txBody>
        </p:sp>
        <p:sp>
          <p:nvSpPr>
            <p:cNvPr id="476" name="Freeform: Shape 1054"/>
            <p:cNvSpPr/>
            <p:nvPr/>
          </p:nvSpPr>
          <p:spPr>
            <a:xfrm>
              <a:off x="1233984" y="3942505"/>
              <a:ext cx="231992" cy="588528"/>
            </a:xfrm>
            <a:custGeom>
              <a:avLst/>
              <a:gdLst>
                <a:gd name="connsiteX0" fmla="*/ 32433 w 231992"/>
                <a:gd name="connsiteY0" fmla="*/ 588529 h 588528"/>
                <a:gd name="connsiteX1" fmla="*/ 0 w 231992"/>
                <a:gd name="connsiteY1" fmla="*/ 588529 h 588528"/>
                <a:gd name="connsiteX2" fmla="*/ 0 w 231992"/>
                <a:gd name="connsiteY2" fmla="*/ 327930 h 588528"/>
                <a:gd name="connsiteX3" fmla="*/ 199560 w 231992"/>
                <a:gd name="connsiteY3" fmla="*/ 327930 h 588528"/>
                <a:gd name="connsiteX4" fmla="*/ 199560 w 231992"/>
                <a:gd name="connsiteY4" fmla="*/ 0 h 588528"/>
                <a:gd name="connsiteX5" fmla="*/ 231993 w 231992"/>
                <a:gd name="connsiteY5" fmla="*/ 0 h 588528"/>
                <a:gd name="connsiteX6" fmla="*/ 231993 w 231992"/>
                <a:gd name="connsiteY6" fmla="*/ 360363 h 588528"/>
                <a:gd name="connsiteX7" fmla="*/ 32433 w 231992"/>
                <a:gd name="connsiteY7" fmla="*/ 360363 h 588528"/>
                <a:gd name="connsiteX8" fmla="*/ 32433 w 231992"/>
                <a:gd name="connsiteY8" fmla="*/ 588529 h 58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92" h="588528">
                  <a:moveTo>
                    <a:pt x="32433" y="588529"/>
                  </a:moveTo>
                  <a:lnTo>
                    <a:pt x="0" y="588529"/>
                  </a:lnTo>
                  <a:lnTo>
                    <a:pt x="0" y="327930"/>
                  </a:lnTo>
                  <a:lnTo>
                    <a:pt x="199560" y="327930"/>
                  </a:lnTo>
                  <a:lnTo>
                    <a:pt x="199560" y="0"/>
                  </a:lnTo>
                  <a:lnTo>
                    <a:pt x="231993" y="0"/>
                  </a:lnTo>
                  <a:lnTo>
                    <a:pt x="231993" y="360363"/>
                  </a:lnTo>
                  <a:lnTo>
                    <a:pt x="32433" y="360363"/>
                  </a:lnTo>
                  <a:lnTo>
                    <a:pt x="32433" y="588529"/>
                  </a:lnTo>
                  <a:close/>
                </a:path>
              </a:pathLst>
            </a:custGeom>
            <a:grpFill/>
            <a:ln w="3243" cap="flat">
              <a:noFill/>
              <a:prstDash val="solid"/>
              <a:miter/>
            </a:ln>
          </p:spPr>
          <p:txBody>
            <a:bodyPr rtlCol="0" anchor="ctr"/>
            <a:lstStyle/>
            <a:p>
              <a:endParaRPr lang="en-US"/>
            </a:p>
          </p:txBody>
        </p:sp>
      </p:grpSp>
      <p:grpSp>
        <p:nvGrpSpPr>
          <p:cNvPr id="477" name="Group 1139"/>
          <p:cNvGrpSpPr/>
          <p:nvPr/>
        </p:nvGrpSpPr>
        <p:grpSpPr>
          <a:xfrm>
            <a:off x="3219355" y="2670360"/>
            <a:ext cx="475702" cy="474185"/>
            <a:chOff x="7472982" y="6495304"/>
            <a:chExt cx="630464" cy="628453"/>
          </a:xfrm>
          <a:solidFill>
            <a:schemeClr val="tx1"/>
          </a:solidFill>
        </p:grpSpPr>
        <p:sp>
          <p:nvSpPr>
            <p:cNvPr id="478" name="Freeform: Shape 807"/>
            <p:cNvSpPr/>
            <p:nvPr/>
          </p:nvSpPr>
          <p:spPr>
            <a:xfrm>
              <a:off x="7472982" y="6495304"/>
              <a:ext cx="630464" cy="628453"/>
            </a:xfrm>
            <a:custGeom>
              <a:avLst/>
              <a:gdLst>
                <a:gd name="connsiteX0" fmla="*/ 585675 w 630464"/>
                <a:gd name="connsiteY0" fmla="*/ 219571 h 628453"/>
                <a:gd name="connsiteX1" fmla="*/ 478743 w 630464"/>
                <a:gd name="connsiteY1" fmla="*/ 219571 h 628453"/>
                <a:gd name="connsiteX2" fmla="*/ 478743 w 630464"/>
                <a:gd name="connsiteY2" fmla="*/ 195311 h 628453"/>
                <a:gd name="connsiteX3" fmla="*/ 424645 w 630464"/>
                <a:gd name="connsiteY3" fmla="*/ 131451 h 628453"/>
                <a:gd name="connsiteX4" fmla="*/ 378492 w 630464"/>
                <a:gd name="connsiteY4" fmla="*/ 123764 h 628453"/>
                <a:gd name="connsiteX5" fmla="*/ 408883 w 630464"/>
                <a:gd name="connsiteY5" fmla="*/ 74726 h 628453"/>
                <a:gd name="connsiteX6" fmla="*/ 408883 w 630464"/>
                <a:gd name="connsiteY6" fmla="*/ 54779 h 628453"/>
                <a:gd name="connsiteX7" fmla="*/ 354135 w 630464"/>
                <a:gd name="connsiteY7" fmla="*/ 0 h 628453"/>
                <a:gd name="connsiteX8" fmla="*/ 299356 w 630464"/>
                <a:gd name="connsiteY8" fmla="*/ 54779 h 628453"/>
                <a:gd name="connsiteX9" fmla="*/ 299356 w 630464"/>
                <a:gd name="connsiteY9" fmla="*/ 74726 h 628453"/>
                <a:gd name="connsiteX10" fmla="*/ 329778 w 630464"/>
                <a:gd name="connsiteY10" fmla="*/ 123764 h 628453"/>
                <a:gd name="connsiteX11" fmla="*/ 283594 w 630464"/>
                <a:gd name="connsiteY11" fmla="*/ 131451 h 628453"/>
                <a:gd name="connsiteX12" fmla="*/ 229496 w 630464"/>
                <a:gd name="connsiteY12" fmla="*/ 195311 h 628453"/>
                <a:gd name="connsiteX13" fmla="*/ 229496 w 630464"/>
                <a:gd name="connsiteY13" fmla="*/ 219571 h 628453"/>
                <a:gd name="connsiteX14" fmla="*/ 199203 w 630464"/>
                <a:gd name="connsiteY14" fmla="*/ 219571 h 628453"/>
                <a:gd name="connsiteX15" fmla="*/ 104629 w 630464"/>
                <a:gd name="connsiteY15" fmla="*/ 159667 h 628453"/>
                <a:gd name="connsiteX16" fmla="*/ 0 w 630464"/>
                <a:gd name="connsiteY16" fmla="*/ 264329 h 628453"/>
                <a:gd name="connsiteX17" fmla="*/ 104629 w 630464"/>
                <a:gd name="connsiteY17" fmla="*/ 368990 h 628453"/>
                <a:gd name="connsiteX18" fmla="*/ 199268 w 630464"/>
                <a:gd name="connsiteY18" fmla="*/ 309118 h 628453"/>
                <a:gd name="connsiteX19" fmla="*/ 279410 w 630464"/>
                <a:gd name="connsiteY19" fmla="*/ 309118 h 628453"/>
                <a:gd name="connsiteX20" fmla="*/ 279410 w 630464"/>
                <a:gd name="connsiteY20" fmla="*/ 314243 h 628453"/>
                <a:gd name="connsiteX21" fmla="*/ 299389 w 630464"/>
                <a:gd name="connsiteY21" fmla="*/ 624043 h 628453"/>
                <a:gd name="connsiteX22" fmla="*/ 299778 w 630464"/>
                <a:gd name="connsiteY22" fmla="*/ 628454 h 628453"/>
                <a:gd name="connsiteX23" fmla="*/ 387476 w 630464"/>
                <a:gd name="connsiteY23" fmla="*/ 628454 h 628453"/>
                <a:gd name="connsiteX24" fmla="*/ 388320 w 630464"/>
                <a:gd name="connsiteY24" fmla="*/ 618724 h 628453"/>
                <a:gd name="connsiteX25" fmla="*/ 359000 w 630464"/>
                <a:gd name="connsiteY25" fmla="*/ 618724 h 628453"/>
                <a:gd name="connsiteX26" fmla="*/ 359000 w 630464"/>
                <a:gd name="connsiteY26" fmla="*/ 364125 h 628453"/>
                <a:gd name="connsiteX27" fmla="*/ 349270 w 630464"/>
                <a:gd name="connsiteY27" fmla="*/ 364125 h 628453"/>
                <a:gd name="connsiteX28" fmla="*/ 349270 w 630464"/>
                <a:gd name="connsiteY28" fmla="*/ 618724 h 628453"/>
                <a:gd name="connsiteX29" fmla="*/ 308664 w 630464"/>
                <a:gd name="connsiteY29" fmla="*/ 618724 h 628453"/>
                <a:gd name="connsiteX30" fmla="*/ 289140 w 630464"/>
                <a:gd name="connsiteY30" fmla="*/ 314243 h 628453"/>
                <a:gd name="connsiteX31" fmla="*/ 289140 w 630464"/>
                <a:gd name="connsiteY31" fmla="*/ 309118 h 628453"/>
                <a:gd name="connsiteX32" fmla="*/ 356147 w 630464"/>
                <a:gd name="connsiteY32" fmla="*/ 309118 h 628453"/>
                <a:gd name="connsiteX33" fmla="*/ 374082 w 630464"/>
                <a:gd name="connsiteY33" fmla="*/ 291183 h 628453"/>
                <a:gd name="connsiteX34" fmla="*/ 392018 w 630464"/>
                <a:gd name="connsiteY34" fmla="*/ 309118 h 628453"/>
                <a:gd name="connsiteX35" fmla="*/ 515814 w 630464"/>
                <a:gd name="connsiteY35" fmla="*/ 309118 h 628453"/>
                <a:gd name="connsiteX36" fmla="*/ 533749 w 630464"/>
                <a:gd name="connsiteY36" fmla="*/ 291183 h 628453"/>
                <a:gd name="connsiteX37" fmla="*/ 551685 w 630464"/>
                <a:gd name="connsiteY37" fmla="*/ 309118 h 628453"/>
                <a:gd name="connsiteX38" fmla="*/ 585675 w 630464"/>
                <a:gd name="connsiteY38" fmla="*/ 309118 h 628453"/>
                <a:gd name="connsiteX39" fmla="*/ 630465 w 630464"/>
                <a:gd name="connsiteY39" fmla="*/ 264329 h 628453"/>
                <a:gd name="connsiteX40" fmla="*/ 585675 w 630464"/>
                <a:gd name="connsiteY40" fmla="*/ 219571 h 628453"/>
                <a:gd name="connsiteX41" fmla="*/ 309086 w 630464"/>
                <a:gd name="connsiteY41" fmla="*/ 74726 h 628453"/>
                <a:gd name="connsiteX42" fmla="*/ 309086 w 630464"/>
                <a:gd name="connsiteY42" fmla="*/ 54779 h 628453"/>
                <a:gd name="connsiteX43" fmla="*/ 354135 w 630464"/>
                <a:gd name="connsiteY43" fmla="*/ 9730 h 628453"/>
                <a:gd name="connsiteX44" fmla="*/ 399153 w 630464"/>
                <a:gd name="connsiteY44" fmla="*/ 54779 h 628453"/>
                <a:gd name="connsiteX45" fmla="*/ 399153 w 630464"/>
                <a:gd name="connsiteY45" fmla="*/ 74726 h 628453"/>
                <a:gd name="connsiteX46" fmla="*/ 354135 w 630464"/>
                <a:gd name="connsiteY46" fmla="*/ 119775 h 628453"/>
                <a:gd name="connsiteX47" fmla="*/ 309086 w 630464"/>
                <a:gd name="connsiteY47" fmla="*/ 74726 h 628453"/>
                <a:gd name="connsiteX48" fmla="*/ 239226 w 630464"/>
                <a:gd name="connsiteY48" fmla="*/ 195311 h 628453"/>
                <a:gd name="connsiteX49" fmla="*/ 285215 w 630464"/>
                <a:gd name="connsiteY49" fmla="*/ 141051 h 628453"/>
                <a:gd name="connsiteX50" fmla="*/ 349270 w 630464"/>
                <a:gd name="connsiteY50" fmla="*/ 130380 h 628453"/>
                <a:gd name="connsiteX51" fmla="*/ 349270 w 630464"/>
                <a:gd name="connsiteY51" fmla="*/ 144586 h 628453"/>
                <a:gd name="connsiteX52" fmla="*/ 359000 w 630464"/>
                <a:gd name="connsiteY52" fmla="*/ 144586 h 628453"/>
                <a:gd name="connsiteX53" fmla="*/ 359000 w 630464"/>
                <a:gd name="connsiteY53" fmla="*/ 130380 h 628453"/>
                <a:gd name="connsiteX54" fmla="*/ 359000 w 630464"/>
                <a:gd name="connsiteY54" fmla="*/ 130380 h 628453"/>
                <a:gd name="connsiteX55" fmla="*/ 423055 w 630464"/>
                <a:gd name="connsiteY55" fmla="*/ 141051 h 628453"/>
                <a:gd name="connsiteX56" fmla="*/ 469013 w 630464"/>
                <a:gd name="connsiteY56" fmla="*/ 195311 h 628453"/>
                <a:gd name="connsiteX57" fmla="*/ 469013 w 630464"/>
                <a:gd name="connsiteY57" fmla="*/ 219571 h 628453"/>
                <a:gd name="connsiteX58" fmla="*/ 359000 w 630464"/>
                <a:gd name="connsiteY58" fmla="*/ 219571 h 628453"/>
                <a:gd name="connsiteX59" fmla="*/ 359000 w 630464"/>
                <a:gd name="connsiteY59" fmla="*/ 184511 h 628453"/>
                <a:gd name="connsiteX60" fmla="*/ 349270 w 630464"/>
                <a:gd name="connsiteY60" fmla="*/ 184511 h 628453"/>
                <a:gd name="connsiteX61" fmla="*/ 349270 w 630464"/>
                <a:gd name="connsiteY61" fmla="*/ 219571 h 628453"/>
                <a:gd name="connsiteX62" fmla="*/ 289140 w 630464"/>
                <a:gd name="connsiteY62" fmla="*/ 219571 h 628453"/>
                <a:gd name="connsiteX63" fmla="*/ 289140 w 630464"/>
                <a:gd name="connsiteY63" fmla="*/ 194500 h 628453"/>
                <a:gd name="connsiteX64" fmla="*/ 279410 w 630464"/>
                <a:gd name="connsiteY64" fmla="*/ 194500 h 628453"/>
                <a:gd name="connsiteX65" fmla="*/ 279410 w 630464"/>
                <a:gd name="connsiteY65" fmla="*/ 219571 h 628453"/>
                <a:gd name="connsiteX66" fmla="*/ 239226 w 630464"/>
                <a:gd name="connsiteY66" fmla="*/ 219571 h 628453"/>
                <a:gd name="connsiteX67" fmla="*/ 239226 w 630464"/>
                <a:gd name="connsiteY67" fmla="*/ 195311 h 628453"/>
                <a:gd name="connsiteX68" fmla="*/ 244350 w 630464"/>
                <a:gd name="connsiteY68" fmla="*/ 299388 h 628453"/>
                <a:gd name="connsiteX69" fmla="*/ 239226 w 630464"/>
                <a:gd name="connsiteY69" fmla="*/ 294264 h 628453"/>
                <a:gd name="connsiteX70" fmla="*/ 239226 w 630464"/>
                <a:gd name="connsiteY70" fmla="*/ 290697 h 628453"/>
                <a:gd name="connsiteX71" fmla="*/ 257226 w 630464"/>
                <a:gd name="connsiteY71" fmla="*/ 269323 h 628453"/>
                <a:gd name="connsiteX72" fmla="*/ 259334 w 630464"/>
                <a:gd name="connsiteY72" fmla="*/ 269194 h 628453"/>
                <a:gd name="connsiteX73" fmla="*/ 272794 w 630464"/>
                <a:gd name="connsiteY73" fmla="*/ 274383 h 628453"/>
                <a:gd name="connsiteX74" fmla="*/ 279410 w 630464"/>
                <a:gd name="connsiteY74" fmla="*/ 289302 h 628453"/>
                <a:gd name="connsiteX75" fmla="*/ 279410 w 630464"/>
                <a:gd name="connsiteY75" fmla="*/ 294264 h 628453"/>
                <a:gd name="connsiteX76" fmla="*/ 274286 w 630464"/>
                <a:gd name="connsiteY76" fmla="*/ 299388 h 628453"/>
                <a:gd name="connsiteX77" fmla="*/ 244350 w 630464"/>
                <a:gd name="connsiteY77" fmla="*/ 299388 h 628453"/>
                <a:gd name="connsiteX78" fmla="*/ 469013 w 630464"/>
                <a:gd name="connsiteY78" fmla="*/ 294264 h 628453"/>
                <a:gd name="connsiteX79" fmla="*/ 463889 w 630464"/>
                <a:gd name="connsiteY79" fmla="*/ 299388 h 628453"/>
                <a:gd name="connsiteX80" fmla="*/ 433953 w 630464"/>
                <a:gd name="connsiteY80" fmla="*/ 299388 h 628453"/>
                <a:gd name="connsiteX81" fmla="*/ 428861 w 630464"/>
                <a:gd name="connsiteY81" fmla="*/ 294264 h 628453"/>
                <a:gd name="connsiteX82" fmla="*/ 428861 w 630464"/>
                <a:gd name="connsiteY82" fmla="*/ 290697 h 628453"/>
                <a:gd name="connsiteX83" fmla="*/ 446829 w 630464"/>
                <a:gd name="connsiteY83" fmla="*/ 269323 h 628453"/>
                <a:gd name="connsiteX84" fmla="*/ 448937 w 630464"/>
                <a:gd name="connsiteY84" fmla="*/ 269194 h 628453"/>
                <a:gd name="connsiteX85" fmla="*/ 462397 w 630464"/>
                <a:gd name="connsiteY85" fmla="*/ 274383 h 628453"/>
                <a:gd name="connsiteX86" fmla="*/ 469013 w 630464"/>
                <a:gd name="connsiteY86" fmla="*/ 289302 h 628453"/>
                <a:gd name="connsiteX87" fmla="*/ 469013 w 630464"/>
                <a:gd name="connsiteY87" fmla="*/ 294264 h 628453"/>
                <a:gd name="connsiteX88" fmla="*/ 581653 w 630464"/>
                <a:gd name="connsiteY88" fmla="*/ 299388 h 628453"/>
                <a:gd name="connsiteX89" fmla="*/ 555739 w 630464"/>
                <a:gd name="connsiteY89" fmla="*/ 299388 h 628453"/>
                <a:gd name="connsiteX90" fmla="*/ 533749 w 630464"/>
                <a:gd name="connsiteY90" fmla="*/ 277432 h 628453"/>
                <a:gd name="connsiteX91" fmla="*/ 511792 w 630464"/>
                <a:gd name="connsiteY91" fmla="*/ 299388 h 628453"/>
                <a:gd name="connsiteX92" fmla="*/ 477803 w 630464"/>
                <a:gd name="connsiteY92" fmla="*/ 299388 h 628453"/>
                <a:gd name="connsiteX93" fmla="*/ 478743 w 630464"/>
                <a:gd name="connsiteY93" fmla="*/ 294264 h 628453"/>
                <a:gd name="connsiteX94" fmla="*/ 478743 w 630464"/>
                <a:gd name="connsiteY94" fmla="*/ 289302 h 628453"/>
                <a:gd name="connsiteX95" fmla="*/ 468916 w 630464"/>
                <a:gd name="connsiteY95" fmla="*/ 267183 h 628453"/>
                <a:gd name="connsiteX96" fmla="*/ 445888 w 630464"/>
                <a:gd name="connsiteY96" fmla="*/ 259626 h 628453"/>
                <a:gd name="connsiteX97" fmla="*/ 419131 w 630464"/>
                <a:gd name="connsiteY97" fmla="*/ 290697 h 628453"/>
                <a:gd name="connsiteX98" fmla="*/ 419131 w 630464"/>
                <a:gd name="connsiteY98" fmla="*/ 294264 h 628453"/>
                <a:gd name="connsiteX99" fmla="*/ 420072 w 630464"/>
                <a:gd name="connsiteY99" fmla="*/ 299388 h 628453"/>
                <a:gd name="connsiteX100" fmla="*/ 396072 w 630464"/>
                <a:gd name="connsiteY100" fmla="*/ 299388 h 628453"/>
                <a:gd name="connsiteX101" fmla="*/ 374082 w 630464"/>
                <a:gd name="connsiteY101" fmla="*/ 277432 h 628453"/>
                <a:gd name="connsiteX102" fmla="*/ 352125 w 630464"/>
                <a:gd name="connsiteY102" fmla="*/ 299388 h 628453"/>
                <a:gd name="connsiteX103" fmla="*/ 289140 w 630464"/>
                <a:gd name="connsiteY103" fmla="*/ 299388 h 628453"/>
                <a:gd name="connsiteX104" fmla="*/ 289140 w 630464"/>
                <a:gd name="connsiteY104" fmla="*/ 289302 h 628453"/>
                <a:gd name="connsiteX105" fmla="*/ 279313 w 630464"/>
                <a:gd name="connsiteY105" fmla="*/ 267183 h 628453"/>
                <a:gd name="connsiteX106" fmla="*/ 256253 w 630464"/>
                <a:gd name="connsiteY106" fmla="*/ 259626 h 628453"/>
                <a:gd name="connsiteX107" fmla="*/ 229496 w 630464"/>
                <a:gd name="connsiteY107" fmla="*/ 290697 h 628453"/>
                <a:gd name="connsiteX108" fmla="*/ 229496 w 630464"/>
                <a:gd name="connsiteY108" fmla="*/ 294264 h 628453"/>
                <a:gd name="connsiteX109" fmla="*/ 230436 w 630464"/>
                <a:gd name="connsiteY109" fmla="*/ 299388 h 628453"/>
                <a:gd name="connsiteX110" fmla="*/ 192944 w 630464"/>
                <a:gd name="connsiteY110" fmla="*/ 299388 h 628453"/>
                <a:gd name="connsiteX111" fmla="*/ 191679 w 630464"/>
                <a:gd name="connsiteY111" fmla="*/ 302308 h 628453"/>
                <a:gd name="connsiteX112" fmla="*/ 104629 w 630464"/>
                <a:gd name="connsiteY112" fmla="*/ 359260 h 628453"/>
                <a:gd name="connsiteX113" fmla="*/ 9730 w 630464"/>
                <a:gd name="connsiteY113" fmla="*/ 264329 h 628453"/>
                <a:gd name="connsiteX114" fmla="*/ 104629 w 630464"/>
                <a:gd name="connsiteY114" fmla="*/ 169397 h 628453"/>
                <a:gd name="connsiteX115" fmla="*/ 191614 w 630464"/>
                <a:gd name="connsiteY115" fmla="*/ 226382 h 628453"/>
                <a:gd name="connsiteX116" fmla="*/ 192879 w 630464"/>
                <a:gd name="connsiteY116" fmla="*/ 229301 h 628453"/>
                <a:gd name="connsiteX117" fmla="*/ 581653 w 630464"/>
                <a:gd name="connsiteY117" fmla="*/ 229301 h 628453"/>
                <a:gd name="connsiteX118" fmla="*/ 616681 w 630464"/>
                <a:gd name="connsiteY118" fmla="*/ 264329 h 628453"/>
                <a:gd name="connsiteX119" fmla="*/ 581653 w 630464"/>
                <a:gd name="connsiteY119" fmla="*/ 299388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30464" h="628453">
                  <a:moveTo>
                    <a:pt x="585675" y="219571"/>
                  </a:moveTo>
                  <a:lnTo>
                    <a:pt x="478743" y="219571"/>
                  </a:lnTo>
                  <a:lnTo>
                    <a:pt x="478743" y="195311"/>
                  </a:lnTo>
                  <a:cubicBezTo>
                    <a:pt x="478743" y="163527"/>
                    <a:pt x="456008" y="136673"/>
                    <a:pt x="424645" y="131451"/>
                  </a:cubicBezTo>
                  <a:lnTo>
                    <a:pt x="378492" y="123764"/>
                  </a:lnTo>
                  <a:cubicBezTo>
                    <a:pt x="396493" y="114780"/>
                    <a:pt x="408883" y="96164"/>
                    <a:pt x="408883" y="74726"/>
                  </a:cubicBezTo>
                  <a:lnTo>
                    <a:pt x="408883" y="54779"/>
                  </a:lnTo>
                  <a:cubicBezTo>
                    <a:pt x="408883" y="24584"/>
                    <a:pt x="384331" y="0"/>
                    <a:pt x="354135" y="0"/>
                  </a:cubicBezTo>
                  <a:cubicBezTo>
                    <a:pt x="323941" y="0"/>
                    <a:pt x="299356" y="24584"/>
                    <a:pt x="299356" y="54779"/>
                  </a:cubicBezTo>
                  <a:lnTo>
                    <a:pt x="299356" y="74726"/>
                  </a:lnTo>
                  <a:cubicBezTo>
                    <a:pt x="299356" y="96164"/>
                    <a:pt x="311778" y="114813"/>
                    <a:pt x="329778" y="123764"/>
                  </a:cubicBezTo>
                  <a:lnTo>
                    <a:pt x="283594" y="131451"/>
                  </a:lnTo>
                  <a:cubicBezTo>
                    <a:pt x="252264" y="136673"/>
                    <a:pt x="229496" y="163527"/>
                    <a:pt x="229496" y="195311"/>
                  </a:cubicBezTo>
                  <a:lnTo>
                    <a:pt x="229496" y="219571"/>
                  </a:lnTo>
                  <a:lnTo>
                    <a:pt x="199203" y="219571"/>
                  </a:lnTo>
                  <a:cubicBezTo>
                    <a:pt x="181917" y="183084"/>
                    <a:pt x="145137" y="159667"/>
                    <a:pt x="104629" y="159667"/>
                  </a:cubicBezTo>
                  <a:cubicBezTo>
                    <a:pt x="46930" y="159667"/>
                    <a:pt x="0" y="206630"/>
                    <a:pt x="0" y="264329"/>
                  </a:cubicBezTo>
                  <a:cubicBezTo>
                    <a:pt x="0" y="322027"/>
                    <a:pt x="46930" y="368990"/>
                    <a:pt x="104629" y="368990"/>
                  </a:cubicBezTo>
                  <a:cubicBezTo>
                    <a:pt x="145202" y="368990"/>
                    <a:pt x="181982" y="345605"/>
                    <a:pt x="199268" y="309118"/>
                  </a:cubicBezTo>
                  <a:lnTo>
                    <a:pt x="279410" y="309118"/>
                  </a:lnTo>
                  <a:lnTo>
                    <a:pt x="279410" y="314243"/>
                  </a:lnTo>
                  <a:cubicBezTo>
                    <a:pt x="279410" y="403239"/>
                    <a:pt x="299194" y="621837"/>
                    <a:pt x="299389" y="624043"/>
                  </a:cubicBezTo>
                  <a:lnTo>
                    <a:pt x="299778" y="628454"/>
                  </a:lnTo>
                  <a:lnTo>
                    <a:pt x="387476" y="628454"/>
                  </a:lnTo>
                  <a:cubicBezTo>
                    <a:pt x="387509" y="628194"/>
                    <a:pt x="387801" y="624756"/>
                    <a:pt x="388320" y="618724"/>
                  </a:cubicBezTo>
                  <a:lnTo>
                    <a:pt x="359000" y="618724"/>
                  </a:lnTo>
                  <a:lnTo>
                    <a:pt x="359000" y="364125"/>
                  </a:lnTo>
                  <a:lnTo>
                    <a:pt x="349270" y="364125"/>
                  </a:lnTo>
                  <a:lnTo>
                    <a:pt x="349270" y="618724"/>
                  </a:lnTo>
                  <a:lnTo>
                    <a:pt x="308664" y="618724"/>
                  </a:lnTo>
                  <a:cubicBezTo>
                    <a:pt x="305875" y="587199"/>
                    <a:pt x="289140" y="395780"/>
                    <a:pt x="289140" y="314243"/>
                  </a:cubicBezTo>
                  <a:lnTo>
                    <a:pt x="289140" y="309118"/>
                  </a:lnTo>
                  <a:lnTo>
                    <a:pt x="356147" y="309118"/>
                  </a:lnTo>
                  <a:lnTo>
                    <a:pt x="374082" y="291183"/>
                  </a:lnTo>
                  <a:lnTo>
                    <a:pt x="392018" y="309118"/>
                  </a:lnTo>
                  <a:lnTo>
                    <a:pt x="515814" y="309118"/>
                  </a:lnTo>
                  <a:lnTo>
                    <a:pt x="533749" y="291183"/>
                  </a:lnTo>
                  <a:lnTo>
                    <a:pt x="551685" y="309118"/>
                  </a:lnTo>
                  <a:lnTo>
                    <a:pt x="585675" y="309118"/>
                  </a:lnTo>
                  <a:lnTo>
                    <a:pt x="630465" y="264329"/>
                  </a:lnTo>
                  <a:lnTo>
                    <a:pt x="585675" y="219571"/>
                  </a:lnTo>
                  <a:close/>
                  <a:moveTo>
                    <a:pt x="309086" y="74726"/>
                  </a:moveTo>
                  <a:lnTo>
                    <a:pt x="309086" y="54779"/>
                  </a:lnTo>
                  <a:cubicBezTo>
                    <a:pt x="309086" y="29936"/>
                    <a:pt x="329292" y="9730"/>
                    <a:pt x="354135" y="9730"/>
                  </a:cubicBezTo>
                  <a:cubicBezTo>
                    <a:pt x="378979" y="9730"/>
                    <a:pt x="399153" y="29936"/>
                    <a:pt x="399153" y="54779"/>
                  </a:cubicBezTo>
                  <a:lnTo>
                    <a:pt x="399153" y="74726"/>
                  </a:lnTo>
                  <a:cubicBezTo>
                    <a:pt x="399153" y="99569"/>
                    <a:pt x="378947" y="119775"/>
                    <a:pt x="354135" y="119775"/>
                  </a:cubicBezTo>
                  <a:cubicBezTo>
                    <a:pt x="329324" y="119775"/>
                    <a:pt x="309086" y="99569"/>
                    <a:pt x="309086" y="74726"/>
                  </a:cubicBezTo>
                  <a:close/>
                  <a:moveTo>
                    <a:pt x="239226" y="195311"/>
                  </a:moveTo>
                  <a:cubicBezTo>
                    <a:pt x="239226" y="168295"/>
                    <a:pt x="258588" y="145494"/>
                    <a:pt x="285215" y="141051"/>
                  </a:cubicBezTo>
                  <a:lnTo>
                    <a:pt x="349270" y="130380"/>
                  </a:lnTo>
                  <a:lnTo>
                    <a:pt x="349270" y="144586"/>
                  </a:lnTo>
                  <a:lnTo>
                    <a:pt x="359000" y="144586"/>
                  </a:lnTo>
                  <a:lnTo>
                    <a:pt x="359000" y="130380"/>
                  </a:lnTo>
                  <a:lnTo>
                    <a:pt x="359000" y="130380"/>
                  </a:lnTo>
                  <a:cubicBezTo>
                    <a:pt x="359000" y="130380"/>
                    <a:pt x="423055" y="141051"/>
                    <a:pt x="423055" y="141051"/>
                  </a:cubicBezTo>
                  <a:cubicBezTo>
                    <a:pt x="449683" y="145494"/>
                    <a:pt x="469013" y="168295"/>
                    <a:pt x="469013" y="195311"/>
                  </a:cubicBezTo>
                  <a:lnTo>
                    <a:pt x="469013" y="219571"/>
                  </a:lnTo>
                  <a:lnTo>
                    <a:pt x="359000" y="219571"/>
                  </a:lnTo>
                  <a:lnTo>
                    <a:pt x="359000" y="184511"/>
                  </a:lnTo>
                  <a:lnTo>
                    <a:pt x="349270" y="184511"/>
                  </a:lnTo>
                  <a:lnTo>
                    <a:pt x="349270" y="219571"/>
                  </a:lnTo>
                  <a:lnTo>
                    <a:pt x="289140" y="219571"/>
                  </a:lnTo>
                  <a:lnTo>
                    <a:pt x="289140" y="194500"/>
                  </a:lnTo>
                  <a:lnTo>
                    <a:pt x="279410" y="194500"/>
                  </a:lnTo>
                  <a:lnTo>
                    <a:pt x="279410" y="219571"/>
                  </a:lnTo>
                  <a:lnTo>
                    <a:pt x="239226" y="219571"/>
                  </a:lnTo>
                  <a:lnTo>
                    <a:pt x="239226" y="195311"/>
                  </a:lnTo>
                  <a:close/>
                  <a:moveTo>
                    <a:pt x="244350" y="299388"/>
                  </a:moveTo>
                  <a:cubicBezTo>
                    <a:pt x="241528" y="299388"/>
                    <a:pt x="239226" y="297086"/>
                    <a:pt x="239226" y="294264"/>
                  </a:cubicBezTo>
                  <a:lnTo>
                    <a:pt x="239226" y="290697"/>
                  </a:lnTo>
                  <a:cubicBezTo>
                    <a:pt x="239226" y="279734"/>
                    <a:pt x="247139" y="270329"/>
                    <a:pt x="257226" y="269323"/>
                  </a:cubicBezTo>
                  <a:cubicBezTo>
                    <a:pt x="257939" y="269226"/>
                    <a:pt x="258653" y="269194"/>
                    <a:pt x="259334" y="269194"/>
                  </a:cubicBezTo>
                  <a:cubicBezTo>
                    <a:pt x="264329" y="269194"/>
                    <a:pt x="269064" y="271010"/>
                    <a:pt x="272794" y="274383"/>
                  </a:cubicBezTo>
                  <a:cubicBezTo>
                    <a:pt x="277010" y="278210"/>
                    <a:pt x="279410" y="283626"/>
                    <a:pt x="279410" y="289302"/>
                  </a:cubicBezTo>
                  <a:lnTo>
                    <a:pt x="279410" y="294264"/>
                  </a:lnTo>
                  <a:cubicBezTo>
                    <a:pt x="279410" y="297086"/>
                    <a:pt x="277107" y="299388"/>
                    <a:pt x="274286" y="299388"/>
                  </a:cubicBezTo>
                  <a:lnTo>
                    <a:pt x="244350" y="299388"/>
                  </a:lnTo>
                  <a:close/>
                  <a:moveTo>
                    <a:pt x="469013" y="294264"/>
                  </a:moveTo>
                  <a:cubicBezTo>
                    <a:pt x="469013" y="297086"/>
                    <a:pt x="466710" y="299388"/>
                    <a:pt x="463889" y="299388"/>
                  </a:cubicBezTo>
                  <a:lnTo>
                    <a:pt x="433953" y="299388"/>
                  </a:lnTo>
                  <a:cubicBezTo>
                    <a:pt x="431131" y="299388"/>
                    <a:pt x="428861" y="297086"/>
                    <a:pt x="428861" y="294264"/>
                  </a:cubicBezTo>
                  <a:lnTo>
                    <a:pt x="428861" y="290697"/>
                  </a:lnTo>
                  <a:cubicBezTo>
                    <a:pt x="428861" y="279734"/>
                    <a:pt x="436742" y="270329"/>
                    <a:pt x="446829" y="269323"/>
                  </a:cubicBezTo>
                  <a:cubicBezTo>
                    <a:pt x="447542" y="269226"/>
                    <a:pt x="448256" y="269194"/>
                    <a:pt x="448937" y="269194"/>
                  </a:cubicBezTo>
                  <a:cubicBezTo>
                    <a:pt x="453932" y="269194"/>
                    <a:pt x="458667" y="271010"/>
                    <a:pt x="462397" y="274383"/>
                  </a:cubicBezTo>
                  <a:cubicBezTo>
                    <a:pt x="466613" y="278210"/>
                    <a:pt x="469013" y="283626"/>
                    <a:pt x="469013" y="289302"/>
                  </a:cubicBezTo>
                  <a:lnTo>
                    <a:pt x="469013" y="294264"/>
                  </a:lnTo>
                  <a:close/>
                  <a:moveTo>
                    <a:pt x="581653" y="299388"/>
                  </a:moveTo>
                  <a:lnTo>
                    <a:pt x="555739" y="299388"/>
                  </a:lnTo>
                  <a:lnTo>
                    <a:pt x="533749" y="277432"/>
                  </a:lnTo>
                  <a:lnTo>
                    <a:pt x="511792" y="299388"/>
                  </a:lnTo>
                  <a:lnTo>
                    <a:pt x="477803" y="299388"/>
                  </a:lnTo>
                  <a:cubicBezTo>
                    <a:pt x="478419" y="297799"/>
                    <a:pt x="478743" y="296081"/>
                    <a:pt x="478743" y="294264"/>
                  </a:cubicBezTo>
                  <a:lnTo>
                    <a:pt x="478743" y="289302"/>
                  </a:lnTo>
                  <a:cubicBezTo>
                    <a:pt x="478743" y="280869"/>
                    <a:pt x="475175" y="272826"/>
                    <a:pt x="468916" y="267183"/>
                  </a:cubicBezTo>
                  <a:cubicBezTo>
                    <a:pt x="462688" y="261539"/>
                    <a:pt x="454289" y="258783"/>
                    <a:pt x="445888" y="259626"/>
                  </a:cubicBezTo>
                  <a:cubicBezTo>
                    <a:pt x="430872" y="261118"/>
                    <a:pt x="419131" y="274772"/>
                    <a:pt x="419131" y="290697"/>
                  </a:cubicBezTo>
                  <a:lnTo>
                    <a:pt x="419131" y="294264"/>
                  </a:lnTo>
                  <a:cubicBezTo>
                    <a:pt x="419131" y="296081"/>
                    <a:pt x="419456" y="297799"/>
                    <a:pt x="420072" y="299388"/>
                  </a:cubicBezTo>
                  <a:lnTo>
                    <a:pt x="396072" y="299388"/>
                  </a:lnTo>
                  <a:lnTo>
                    <a:pt x="374082" y="277432"/>
                  </a:lnTo>
                  <a:lnTo>
                    <a:pt x="352125" y="299388"/>
                  </a:lnTo>
                  <a:lnTo>
                    <a:pt x="289140" y="299388"/>
                  </a:lnTo>
                  <a:lnTo>
                    <a:pt x="289140" y="289302"/>
                  </a:lnTo>
                  <a:cubicBezTo>
                    <a:pt x="289140" y="280869"/>
                    <a:pt x="285572" y="272826"/>
                    <a:pt x="279313" y="267183"/>
                  </a:cubicBezTo>
                  <a:cubicBezTo>
                    <a:pt x="273085" y="261539"/>
                    <a:pt x="264686" y="258783"/>
                    <a:pt x="256253" y="259626"/>
                  </a:cubicBezTo>
                  <a:cubicBezTo>
                    <a:pt x="241269" y="261118"/>
                    <a:pt x="229496" y="274772"/>
                    <a:pt x="229496" y="290697"/>
                  </a:cubicBezTo>
                  <a:lnTo>
                    <a:pt x="229496" y="294264"/>
                  </a:lnTo>
                  <a:cubicBezTo>
                    <a:pt x="229496" y="296081"/>
                    <a:pt x="229820" y="297799"/>
                    <a:pt x="230436" y="299388"/>
                  </a:cubicBezTo>
                  <a:lnTo>
                    <a:pt x="192944" y="299388"/>
                  </a:lnTo>
                  <a:lnTo>
                    <a:pt x="191679" y="302308"/>
                  </a:lnTo>
                  <a:cubicBezTo>
                    <a:pt x="176565" y="336914"/>
                    <a:pt x="142380" y="359260"/>
                    <a:pt x="104629" y="359260"/>
                  </a:cubicBezTo>
                  <a:cubicBezTo>
                    <a:pt x="52315" y="359260"/>
                    <a:pt x="9730" y="316675"/>
                    <a:pt x="9730" y="264329"/>
                  </a:cubicBezTo>
                  <a:cubicBezTo>
                    <a:pt x="9730" y="211982"/>
                    <a:pt x="52315" y="169397"/>
                    <a:pt x="104629" y="169397"/>
                  </a:cubicBezTo>
                  <a:cubicBezTo>
                    <a:pt x="142349" y="169397"/>
                    <a:pt x="176500" y="191776"/>
                    <a:pt x="191614" y="226382"/>
                  </a:cubicBezTo>
                  <a:lnTo>
                    <a:pt x="192879" y="229301"/>
                  </a:lnTo>
                  <a:lnTo>
                    <a:pt x="581653" y="229301"/>
                  </a:lnTo>
                  <a:lnTo>
                    <a:pt x="616681" y="264329"/>
                  </a:lnTo>
                  <a:lnTo>
                    <a:pt x="581653" y="299388"/>
                  </a:lnTo>
                  <a:close/>
                </a:path>
              </a:pathLst>
            </a:custGeom>
            <a:grpFill/>
            <a:ln w="3243" cap="flat">
              <a:noFill/>
              <a:prstDash val="solid"/>
              <a:miter/>
            </a:ln>
          </p:spPr>
          <p:txBody>
            <a:bodyPr rtlCol="0" anchor="ctr"/>
            <a:lstStyle/>
            <a:p>
              <a:endParaRPr lang="en-US" dirty="0"/>
            </a:p>
          </p:txBody>
        </p:sp>
        <p:sp>
          <p:nvSpPr>
            <p:cNvPr id="479" name="Freeform: Shape 808"/>
            <p:cNvSpPr/>
            <p:nvPr/>
          </p:nvSpPr>
          <p:spPr>
            <a:xfrm>
              <a:off x="7512875" y="6734821"/>
              <a:ext cx="49655" cy="49655"/>
            </a:xfrm>
            <a:custGeom>
              <a:avLst/>
              <a:gdLst>
                <a:gd name="connsiteX0" fmla="*/ 24843 w 49655"/>
                <a:gd name="connsiteY0" fmla="*/ 0 h 49655"/>
                <a:gd name="connsiteX1" fmla="*/ 0 w 49655"/>
                <a:gd name="connsiteY1" fmla="*/ 24811 h 49655"/>
                <a:gd name="connsiteX2" fmla="*/ 24843 w 49655"/>
                <a:gd name="connsiteY2" fmla="*/ 49655 h 49655"/>
                <a:gd name="connsiteX3" fmla="*/ 49655 w 49655"/>
                <a:gd name="connsiteY3" fmla="*/ 24811 h 49655"/>
                <a:gd name="connsiteX4" fmla="*/ 24843 w 49655"/>
                <a:gd name="connsiteY4" fmla="*/ 0 h 49655"/>
                <a:gd name="connsiteX5" fmla="*/ 24843 w 49655"/>
                <a:gd name="connsiteY5" fmla="*/ 39925 h 49655"/>
                <a:gd name="connsiteX6" fmla="*/ 9730 w 49655"/>
                <a:gd name="connsiteY6" fmla="*/ 24811 h 49655"/>
                <a:gd name="connsiteX7" fmla="*/ 24843 w 49655"/>
                <a:gd name="connsiteY7" fmla="*/ 9730 h 49655"/>
                <a:gd name="connsiteX8" fmla="*/ 39925 w 49655"/>
                <a:gd name="connsiteY8" fmla="*/ 24811 h 49655"/>
                <a:gd name="connsiteX9" fmla="*/ 24843 w 49655"/>
                <a:gd name="connsiteY9" fmla="*/ 39925 h 49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55" h="49655">
                  <a:moveTo>
                    <a:pt x="24843" y="0"/>
                  </a:moveTo>
                  <a:cubicBezTo>
                    <a:pt x="11157" y="0"/>
                    <a:pt x="0" y="11125"/>
                    <a:pt x="0" y="24811"/>
                  </a:cubicBezTo>
                  <a:cubicBezTo>
                    <a:pt x="0" y="38498"/>
                    <a:pt x="11157" y="49655"/>
                    <a:pt x="24843" y="49655"/>
                  </a:cubicBezTo>
                  <a:cubicBezTo>
                    <a:pt x="38530" y="49655"/>
                    <a:pt x="49655" y="38498"/>
                    <a:pt x="49655" y="24811"/>
                  </a:cubicBezTo>
                  <a:cubicBezTo>
                    <a:pt x="49655" y="11125"/>
                    <a:pt x="38530" y="0"/>
                    <a:pt x="24843" y="0"/>
                  </a:cubicBezTo>
                  <a:close/>
                  <a:moveTo>
                    <a:pt x="24843" y="39925"/>
                  </a:moveTo>
                  <a:cubicBezTo>
                    <a:pt x="16509" y="39925"/>
                    <a:pt x="9730" y="33146"/>
                    <a:pt x="9730" y="24811"/>
                  </a:cubicBezTo>
                  <a:cubicBezTo>
                    <a:pt x="9730" y="16476"/>
                    <a:pt x="16509" y="9730"/>
                    <a:pt x="24843" y="9730"/>
                  </a:cubicBezTo>
                  <a:cubicBezTo>
                    <a:pt x="33179" y="9730"/>
                    <a:pt x="39925" y="16508"/>
                    <a:pt x="39925" y="24811"/>
                  </a:cubicBezTo>
                  <a:cubicBezTo>
                    <a:pt x="39925" y="33114"/>
                    <a:pt x="33146" y="39925"/>
                    <a:pt x="24843" y="39925"/>
                  </a:cubicBezTo>
                  <a:close/>
                </a:path>
              </a:pathLst>
            </a:custGeom>
            <a:grpFill/>
            <a:ln w="3243" cap="flat">
              <a:noFill/>
              <a:prstDash val="solid"/>
              <a:miter/>
            </a:ln>
          </p:spPr>
          <p:txBody>
            <a:bodyPr rtlCol="0" anchor="ctr"/>
            <a:lstStyle/>
            <a:p>
              <a:endParaRPr lang="en-US"/>
            </a:p>
          </p:txBody>
        </p:sp>
        <p:sp>
          <p:nvSpPr>
            <p:cNvPr id="480" name="Freeform: Shape 1073"/>
            <p:cNvSpPr/>
            <p:nvPr/>
          </p:nvSpPr>
          <p:spPr>
            <a:xfrm>
              <a:off x="7860458" y="6804422"/>
              <a:ext cx="52736" cy="319335"/>
            </a:xfrm>
            <a:custGeom>
              <a:avLst/>
              <a:gdLst>
                <a:gd name="connsiteX0" fmla="*/ 20303 w 52736"/>
                <a:gd name="connsiteY0" fmla="*/ 5125 h 319335"/>
                <a:gd name="connsiteX1" fmla="*/ 843 w 52736"/>
                <a:gd name="connsiteY1" fmla="*/ 309605 h 319335"/>
                <a:gd name="connsiteX2" fmla="*/ 0 w 52736"/>
                <a:gd name="connsiteY2" fmla="*/ 319335 h 319335"/>
                <a:gd name="connsiteX3" fmla="*/ 32465 w 52736"/>
                <a:gd name="connsiteY3" fmla="*/ 319335 h 319335"/>
                <a:gd name="connsiteX4" fmla="*/ 52736 w 52736"/>
                <a:gd name="connsiteY4" fmla="*/ 5125 h 319335"/>
                <a:gd name="connsiteX5" fmla="*/ 52736 w 52736"/>
                <a:gd name="connsiteY5" fmla="*/ 0 h 319335"/>
                <a:gd name="connsiteX6" fmla="*/ 20303 w 52736"/>
                <a:gd name="connsiteY6" fmla="*/ 0 h 319335"/>
                <a:gd name="connsiteX7" fmla="*/ 20303 w 52736"/>
                <a:gd name="connsiteY7" fmla="*/ 5125 h 31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36" h="319335">
                  <a:moveTo>
                    <a:pt x="20303" y="5125"/>
                  </a:moveTo>
                  <a:cubicBezTo>
                    <a:pt x="20303" y="82640"/>
                    <a:pt x="4735" y="265464"/>
                    <a:pt x="843" y="309605"/>
                  </a:cubicBezTo>
                  <a:cubicBezTo>
                    <a:pt x="325" y="315638"/>
                    <a:pt x="32" y="319075"/>
                    <a:pt x="0" y="319335"/>
                  </a:cubicBezTo>
                  <a:lnTo>
                    <a:pt x="32465" y="319335"/>
                  </a:lnTo>
                  <a:cubicBezTo>
                    <a:pt x="33309" y="310351"/>
                    <a:pt x="52736" y="94640"/>
                    <a:pt x="52736" y="5125"/>
                  </a:cubicBezTo>
                  <a:lnTo>
                    <a:pt x="52736" y="0"/>
                  </a:lnTo>
                  <a:lnTo>
                    <a:pt x="20303" y="0"/>
                  </a:lnTo>
                  <a:lnTo>
                    <a:pt x="20303" y="5125"/>
                  </a:lnTo>
                  <a:close/>
                </a:path>
              </a:pathLst>
            </a:custGeom>
            <a:solidFill>
              <a:schemeClr val="tx2"/>
            </a:solidFill>
            <a:ln w="3243" cap="flat">
              <a:noFill/>
              <a:prstDash val="solid"/>
              <a:miter/>
            </a:ln>
          </p:spPr>
          <p:txBody>
            <a:bodyPr rtlCol="0" anchor="ctr"/>
            <a:lstStyle/>
            <a:p>
              <a:endParaRPr lang="en-US" dirty="0"/>
            </a:p>
          </p:txBody>
        </p:sp>
        <p:sp>
          <p:nvSpPr>
            <p:cNvPr id="481" name="Freeform: Shape 1074"/>
            <p:cNvSpPr/>
            <p:nvPr/>
          </p:nvSpPr>
          <p:spPr>
            <a:xfrm>
              <a:off x="7880762" y="6689804"/>
              <a:ext cx="32432" cy="25070"/>
            </a:xfrm>
            <a:custGeom>
              <a:avLst/>
              <a:gdLst>
                <a:gd name="connsiteX0" fmla="*/ 0 w 32432"/>
                <a:gd name="connsiteY0" fmla="*/ 0 h 25070"/>
                <a:gd name="connsiteX1" fmla="*/ 32433 w 32432"/>
                <a:gd name="connsiteY1" fmla="*/ 0 h 25070"/>
                <a:gd name="connsiteX2" fmla="*/ 32433 w 32432"/>
                <a:gd name="connsiteY2" fmla="*/ 25071 h 25070"/>
                <a:gd name="connsiteX3" fmla="*/ 0 w 32432"/>
                <a:gd name="connsiteY3" fmla="*/ 25071 h 25070"/>
              </a:gdLst>
              <a:ahLst/>
              <a:cxnLst>
                <a:cxn ang="0">
                  <a:pos x="connsiteX0" y="connsiteY0"/>
                </a:cxn>
                <a:cxn ang="0">
                  <a:pos x="connsiteX1" y="connsiteY1"/>
                </a:cxn>
                <a:cxn ang="0">
                  <a:pos x="connsiteX2" y="connsiteY2"/>
                </a:cxn>
                <a:cxn ang="0">
                  <a:pos x="connsiteX3" y="connsiteY3"/>
                </a:cxn>
              </a:cxnLst>
              <a:rect l="l" t="t" r="r" b="b"/>
              <a:pathLst>
                <a:path w="32432" h="25070">
                  <a:moveTo>
                    <a:pt x="0" y="0"/>
                  </a:moveTo>
                  <a:lnTo>
                    <a:pt x="32433" y="0"/>
                  </a:lnTo>
                  <a:lnTo>
                    <a:pt x="32433" y="25071"/>
                  </a:lnTo>
                  <a:lnTo>
                    <a:pt x="0" y="25071"/>
                  </a:lnTo>
                  <a:close/>
                </a:path>
              </a:pathLst>
            </a:custGeom>
            <a:grpFill/>
            <a:ln w="3243" cap="flat">
              <a:noFill/>
              <a:prstDash val="solid"/>
              <a:miter/>
            </a:ln>
          </p:spPr>
          <p:txBody>
            <a:bodyPr rtlCol="0" anchor="ctr"/>
            <a:lstStyle/>
            <a:p>
              <a:endParaRPr lang="en-US"/>
            </a:p>
          </p:txBody>
        </p:sp>
      </p:grpSp>
      <p:grpSp>
        <p:nvGrpSpPr>
          <p:cNvPr id="482" name="Group 1204"/>
          <p:cNvGrpSpPr/>
          <p:nvPr/>
        </p:nvGrpSpPr>
        <p:grpSpPr>
          <a:xfrm>
            <a:off x="4870380" y="3685109"/>
            <a:ext cx="421047" cy="411261"/>
            <a:chOff x="3055487" y="1277023"/>
            <a:chExt cx="686685" cy="670725"/>
          </a:xfrm>
          <a:solidFill>
            <a:schemeClr val="bg1"/>
          </a:solidFill>
        </p:grpSpPr>
        <p:sp>
          <p:nvSpPr>
            <p:cNvPr id="483" name="Freeform: Shape 781"/>
            <p:cNvSpPr/>
            <p:nvPr/>
          </p:nvSpPr>
          <p:spPr>
            <a:xfrm>
              <a:off x="3386113" y="1515456"/>
              <a:ext cx="94594" cy="148574"/>
            </a:xfrm>
            <a:custGeom>
              <a:avLst/>
              <a:gdLst>
                <a:gd name="connsiteX0" fmla="*/ 48108 w 94594"/>
                <a:gd name="connsiteY0" fmla="*/ 58846 h 148574"/>
                <a:gd name="connsiteX1" fmla="*/ 20307 w 94594"/>
                <a:gd name="connsiteY1" fmla="*/ 42431 h 148574"/>
                <a:gd name="connsiteX2" fmla="*/ 47265 w 94594"/>
                <a:gd name="connsiteY2" fmla="*/ 26082 h 148574"/>
                <a:gd name="connsiteX3" fmla="*/ 75682 w 94594"/>
                <a:gd name="connsiteY3" fmla="*/ 35294 h 148574"/>
                <a:gd name="connsiteX4" fmla="*/ 82527 w 94594"/>
                <a:gd name="connsiteY4" fmla="*/ 28385 h 148574"/>
                <a:gd name="connsiteX5" fmla="*/ 52131 w 94594"/>
                <a:gd name="connsiteY5" fmla="*/ 16544 h 148574"/>
                <a:gd name="connsiteX6" fmla="*/ 52131 w 94594"/>
                <a:gd name="connsiteY6" fmla="*/ 0 h 148574"/>
                <a:gd name="connsiteX7" fmla="*/ 42399 w 94594"/>
                <a:gd name="connsiteY7" fmla="*/ 0 h 148574"/>
                <a:gd name="connsiteX8" fmla="*/ 42399 w 94594"/>
                <a:gd name="connsiteY8" fmla="*/ 16544 h 148574"/>
                <a:gd name="connsiteX9" fmla="*/ 10575 w 94594"/>
                <a:gd name="connsiteY9" fmla="*/ 42464 h 148574"/>
                <a:gd name="connsiteX10" fmla="*/ 46454 w 94594"/>
                <a:gd name="connsiteY10" fmla="*/ 68480 h 148574"/>
                <a:gd name="connsiteX11" fmla="*/ 84862 w 94594"/>
                <a:gd name="connsiteY11" fmla="*/ 95535 h 148574"/>
                <a:gd name="connsiteX12" fmla="*/ 47297 w 94594"/>
                <a:gd name="connsiteY12" fmla="*/ 122493 h 148574"/>
                <a:gd name="connsiteX13" fmla="*/ 9732 w 94594"/>
                <a:gd name="connsiteY13" fmla="*/ 95535 h 148574"/>
                <a:gd name="connsiteX14" fmla="*/ 0 w 94594"/>
                <a:gd name="connsiteY14" fmla="*/ 95535 h 148574"/>
                <a:gd name="connsiteX15" fmla="*/ 42431 w 94594"/>
                <a:gd name="connsiteY15" fmla="*/ 132030 h 148574"/>
                <a:gd name="connsiteX16" fmla="*/ 42431 w 94594"/>
                <a:gd name="connsiteY16" fmla="*/ 148574 h 148574"/>
                <a:gd name="connsiteX17" fmla="*/ 52163 w 94594"/>
                <a:gd name="connsiteY17" fmla="*/ 148574 h 148574"/>
                <a:gd name="connsiteX18" fmla="*/ 52163 w 94594"/>
                <a:gd name="connsiteY18" fmla="*/ 132030 h 148574"/>
                <a:gd name="connsiteX19" fmla="*/ 94594 w 94594"/>
                <a:gd name="connsiteY19" fmla="*/ 95535 h 148574"/>
                <a:gd name="connsiteX20" fmla="*/ 48108 w 94594"/>
                <a:gd name="connsiteY20" fmla="*/ 58911 h 14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594" h="148574">
                  <a:moveTo>
                    <a:pt x="48108" y="58846"/>
                  </a:moveTo>
                  <a:cubicBezTo>
                    <a:pt x="37727" y="57062"/>
                    <a:pt x="20307" y="52552"/>
                    <a:pt x="20307" y="42431"/>
                  </a:cubicBezTo>
                  <a:cubicBezTo>
                    <a:pt x="20307" y="31564"/>
                    <a:pt x="29390" y="26082"/>
                    <a:pt x="47265" y="26082"/>
                  </a:cubicBezTo>
                  <a:cubicBezTo>
                    <a:pt x="65139" y="26082"/>
                    <a:pt x="75293" y="34905"/>
                    <a:pt x="75682" y="35294"/>
                  </a:cubicBezTo>
                  <a:lnTo>
                    <a:pt x="82527" y="28385"/>
                  </a:lnTo>
                  <a:cubicBezTo>
                    <a:pt x="82073" y="27931"/>
                    <a:pt x="71886" y="18004"/>
                    <a:pt x="52131" y="16544"/>
                  </a:cubicBezTo>
                  <a:lnTo>
                    <a:pt x="52131" y="0"/>
                  </a:lnTo>
                  <a:lnTo>
                    <a:pt x="42399" y="0"/>
                  </a:lnTo>
                  <a:lnTo>
                    <a:pt x="42399" y="16544"/>
                  </a:lnTo>
                  <a:cubicBezTo>
                    <a:pt x="13819" y="18264"/>
                    <a:pt x="10575" y="35035"/>
                    <a:pt x="10575" y="42464"/>
                  </a:cubicBezTo>
                  <a:cubicBezTo>
                    <a:pt x="10575" y="55634"/>
                    <a:pt x="22643" y="64393"/>
                    <a:pt x="46454" y="68480"/>
                  </a:cubicBezTo>
                  <a:cubicBezTo>
                    <a:pt x="73022" y="73087"/>
                    <a:pt x="84862" y="81424"/>
                    <a:pt x="84862" y="95535"/>
                  </a:cubicBezTo>
                  <a:cubicBezTo>
                    <a:pt x="84862" y="110393"/>
                    <a:pt x="67994" y="122493"/>
                    <a:pt x="47297" y="122493"/>
                  </a:cubicBezTo>
                  <a:cubicBezTo>
                    <a:pt x="26600" y="122493"/>
                    <a:pt x="9732" y="110393"/>
                    <a:pt x="9732" y="95535"/>
                  </a:cubicBezTo>
                  <a:lnTo>
                    <a:pt x="0" y="95535"/>
                  </a:lnTo>
                  <a:cubicBezTo>
                    <a:pt x="0" y="114512"/>
                    <a:pt x="18653" y="130148"/>
                    <a:pt x="42431" y="132030"/>
                  </a:cubicBezTo>
                  <a:lnTo>
                    <a:pt x="42431" y="148574"/>
                  </a:lnTo>
                  <a:lnTo>
                    <a:pt x="52163" y="148574"/>
                  </a:lnTo>
                  <a:lnTo>
                    <a:pt x="52163" y="132030"/>
                  </a:lnTo>
                  <a:cubicBezTo>
                    <a:pt x="75974" y="130148"/>
                    <a:pt x="94594" y="114480"/>
                    <a:pt x="94594" y="95535"/>
                  </a:cubicBezTo>
                  <a:cubicBezTo>
                    <a:pt x="94594" y="66956"/>
                    <a:pt x="60825" y="61117"/>
                    <a:pt x="48108" y="58911"/>
                  </a:cubicBezTo>
                  <a:close/>
                </a:path>
              </a:pathLst>
            </a:custGeom>
            <a:grpFill/>
            <a:ln w="3242" cap="flat">
              <a:noFill/>
              <a:prstDash val="solid"/>
              <a:miter/>
            </a:ln>
          </p:spPr>
          <p:txBody>
            <a:bodyPr rtlCol="0" anchor="ctr"/>
            <a:lstStyle/>
            <a:p>
              <a:endParaRPr lang="en-US"/>
            </a:p>
          </p:txBody>
        </p:sp>
        <p:sp>
          <p:nvSpPr>
            <p:cNvPr id="484" name="Freeform: Shape 782"/>
            <p:cNvSpPr/>
            <p:nvPr/>
          </p:nvSpPr>
          <p:spPr>
            <a:xfrm>
              <a:off x="3055487" y="1277023"/>
              <a:ext cx="552546" cy="434303"/>
            </a:xfrm>
            <a:custGeom>
              <a:avLst/>
              <a:gdLst>
                <a:gd name="connsiteX0" fmla="*/ 216536 w 552546"/>
                <a:gd name="connsiteY0" fmla="*/ 391840 h 434303"/>
                <a:gd name="connsiteX1" fmla="*/ 218741 w 552546"/>
                <a:gd name="connsiteY1" fmla="*/ 391840 h 434303"/>
                <a:gd name="connsiteX2" fmla="*/ 264449 w 552546"/>
                <a:gd name="connsiteY2" fmla="*/ 356351 h 434303"/>
                <a:gd name="connsiteX3" fmla="*/ 377923 w 552546"/>
                <a:gd name="connsiteY3" fmla="*/ 434304 h 434303"/>
                <a:gd name="connsiteX4" fmla="*/ 499508 w 552546"/>
                <a:gd name="connsiteY4" fmla="*/ 312720 h 434303"/>
                <a:gd name="connsiteX5" fmla="*/ 497561 w 552546"/>
                <a:gd name="connsiteY5" fmla="*/ 291277 h 434303"/>
                <a:gd name="connsiteX6" fmla="*/ 537073 w 552546"/>
                <a:gd name="connsiteY6" fmla="*/ 306978 h 434303"/>
                <a:gd name="connsiteX7" fmla="*/ 552547 w 552546"/>
                <a:gd name="connsiteY7" fmla="*/ 291504 h 434303"/>
                <a:gd name="connsiteX8" fmla="*/ 552547 w 552546"/>
                <a:gd name="connsiteY8" fmla="*/ 129500 h 434303"/>
                <a:gd name="connsiteX9" fmla="*/ 327253 w 552546"/>
                <a:gd name="connsiteY9" fmla="*/ 746 h 434303"/>
                <a:gd name="connsiteX10" fmla="*/ 325955 w 552546"/>
                <a:gd name="connsiteY10" fmla="*/ 0 h 434303"/>
                <a:gd name="connsiteX11" fmla="*/ 75033 w 552546"/>
                <a:gd name="connsiteY11" fmla="*/ 20924 h 434303"/>
                <a:gd name="connsiteX12" fmla="*/ 75033 w 552546"/>
                <a:gd name="connsiteY12" fmla="*/ 130 h 434303"/>
                <a:gd name="connsiteX13" fmla="*/ 0 w 552546"/>
                <a:gd name="connsiteY13" fmla="*/ 130 h 434303"/>
                <a:gd name="connsiteX14" fmla="*/ 0 w 552546"/>
                <a:gd name="connsiteY14" fmla="*/ 253939 h 434303"/>
                <a:gd name="connsiteX15" fmla="*/ 75033 w 552546"/>
                <a:gd name="connsiteY15" fmla="*/ 253939 h 434303"/>
                <a:gd name="connsiteX16" fmla="*/ 75033 w 552546"/>
                <a:gd name="connsiteY16" fmla="*/ 230193 h 434303"/>
                <a:gd name="connsiteX17" fmla="*/ 216536 w 552546"/>
                <a:gd name="connsiteY17" fmla="*/ 391905 h 434303"/>
                <a:gd name="connsiteX18" fmla="*/ 377923 w 552546"/>
                <a:gd name="connsiteY18" fmla="*/ 424539 h 434303"/>
                <a:gd name="connsiteX19" fmla="*/ 266071 w 552546"/>
                <a:gd name="connsiteY19" fmla="*/ 312687 h 434303"/>
                <a:gd name="connsiteX20" fmla="*/ 377923 w 552546"/>
                <a:gd name="connsiteY20" fmla="*/ 200802 h 434303"/>
                <a:gd name="connsiteX21" fmla="*/ 489776 w 552546"/>
                <a:gd name="connsiteY21" fmla="*/ 312687 h 434303"/>
                <a:gd name="connsiteX22" fmla="*/ 377923 w 552546"/>
                <a:gd name="connsiteY22" fmla="*/ 424539 h 434303"/>
                <a:gd name="connsiteX23" fmla="*/ 377923 w 552546"/>
                <a:gd name="connsiteY23" fmla="*/ 191070 h 434303"/>
                <a:gd name="connsiteX24" fmla="*/ 256599 w 552546"/>
                <a:gd name="connsiteY24" fmla="*/ 304772 h 434303"/>
                <a:gd name="connsiteX25" fmla="*/ 238368 w 552546"/>
                <a:gd name="connsiteY25" fmla="*/ 250078 h 434303"/>
                <a:gd name="connsiteX26" fmla="*/ 245667 w 552546"/>
                <a:gd name="connsiteY26" fmla="*/ 169336 h 434303"/>
                <a:gd name="connsiteX27" fmla="*/ 309865 w 552546"/>
                <a:gd name="connsiteY27" fmla="*/ 119833 h 434303"/>
                <a:gd name="connsiteX28" fmla="*/ 338509 w 552546"/>
                <a:gd name="connsiteY28" fmla="*/ 121779 h 434303"/>
                <a:gd name="connsiteX29" fmla="*/ 479168 w 552546"/>
                <a:gd name="connsiteY29" fmla="*/ 178030 h 434303"/>
                <a:gd name="connsiteX30" fmla="*/ 479168 w 552546"/>
                <a:gd name="connsiteY30" fmla="*/ 245472 h 434303"/>
                <a:gd name="connsiteX31" fmla="*/ 377923 w 552546"/>
                <a:gd name="connsiteY31" fmla="*/ 191103 h 434303"/>
                <a:gd name="connsiteX32" fmla="*/ 323749 w 552546"/>
                <a:gd name="connsiteY32" fmla="*/ 9894 h 434303"/>
                <a:gd name="connsiteX33" fmla="*/ 542847 w 552546"/>
                <a:gd name="connsiteY33" fmla="*/ 135079 h 434303"/>
                <a:gd name="connsiteX34" fmla="*/ 542847 w 552546"/>
                <a:gd name="connsiteY34" fmla="*/ 291439 h 434303"/>
                <a:gd name="connsiteX35" fmla="*/ 537106 w 552546"/>
                <a:gd name="connsiteY35" fmla="*/ 297181 h 434303"/>
                <a:gd name="connsiteX36" fmla="*/ 488900 w 552546"/>
                <a:gd name="connsiteY36" fmla="*/ 248975 h 434303"/>
                <a:gd name="connsiteX37" fmla="*/ 488900 w 552546"/>
                <a:gd name="connsiteY37" fmla="*/ 171412 h 434303"/>
                <a:gd name="connsiteX38" fmla="*/ 342142 w 552546"/>
                <a:gd name="connsiteY38" fmla="*/ 112696 h 434303"/>
                <a:gd name="connsiteX39" fmla="*/ 307529 w 552546"/>
                <a:gd name="connsiteY39" fmla="*/ 110360 h 434303"/>
                <a:gd name="connsiteX40" fmla="*/ 237167 w 552546"/>
                <a:gd name="connsiteY40" fmla="*/ 164632 h 434303"/>
                <a:gd name="connsiteX41" fmla="*/ 229187 w 552546"/>
                <a:gd name="connsiteY41" fmla="*/ 253128 h 434303"/>
                <a:gd name="connsiteX42" fmla="*/ 253355 w 552546"/>
                <a:gd name="connsiteY42" fmla="*/ 325631 h 434303"/>
                <a:gd name="connsiteX43" fmla="*/ 256372 w 552546"/>
                <a:gd name="connsiteY43" fmla="*/ 344510 h 434303"/>
                <a:gd name="connsiteX44" fmla="*/ 220948 w 552546"/>
                <a:gd name="connsiteY44" fmla="*/ 382043 h 434303"/>
                <a:gd name="connsiteX45" fmla="*/ 75098 w 552546"/>
                <a:gd name="connsiteY45" fmla="*/ 215368 h 434303"/>
                <a:gd name="connsiteX46" fmla="*/ 75098 w 552546"/>
                <a:gd name="connsiteY46" fmla="*/ 30656 h 434303"/>
                <a:gd name="connsiteX47" fmla="*/ 323814 w 552546"/>
                <a:gd name="connsiteY47" fmla="*/ 9927 h 434303"/>
                <a:gd name="connsiteX48" fmla="*/ 65301 w 552546"/>
                <a:gd name="connsiteY48" fmla="*/ 244142 h 434303"/>
                <a:gd name="connsiteX49" fmla="*/ 9732 w 552546"/>
                <a:gd name="connsiteY49" fmla="*/ 244142 h 434303"/>
                <a:gd name="connsiteX50" fmla="*/ 9732 w 552546"/>
                <a:gd name="connsiteY50" fmla="*/ 9797 h 434303"/>
                <a:gd name="connsiteX51" fmla="*/ 65301 w 552546"/>
                <a:gd name="connsiteY51" fmla="*/ 9797 h 434303"/>
                <a:gd name="connsiteX52" fmla="*/ 65301 w 552546"/>
                <a:gd name="connsiteY52" fmla="*/ 244142 h 43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52546" h="434303">
                  <a:moveTo>
                    <a:pt x="216536" y="391840"/>
                  </a:moveTo>
                  <a:lnTo>
                    <a:pt x="218741" y="391840"/>
                  </a:lnTo>
                  <a:cubicBezTo>
                    <a:pt x="240671" y="391840"/>
                    <a:pt x="259129" y="376820"/>
                    <a:pt x="264449" y="356351"/>
                  </a:cubicBezTo>
                  <a:cubicBezTo>
                    <a:pt x="282031" y="401896"/>
                    <a:pt x="326247" y="434304"/>
                    <a:pt x="377923" y="434304"/>
                  </a:cubicBezTo>
                  <a:cubicBezTo>
                    <a:pt x="444977" y="434304"/>
                    <a:pt x="499508" y="379773"/>
                    <a:pt x="499508" y="312720"/>
                  </a:cubicBezTo>
                  <a:cubicBezTo>
                    <a:pt x="499508" y="305388"/>
                    <a:pt x="498827" y="298251"/>
                    <a:pt x="497561" y="291277"/>
                  </a:cubicBezTo>
                  <a:cubicBezTo>
                    <a:pt x="507910" y="300976"/>
                    <a:pt x="521794" y="306978"/>
                    <a:pt x="537073" y="306978"/>
                  </a:cubicBezTo>
                  <a:cubicBezTo>
                    <a:pt x="545605" y="306978"/>
                    <a:pt x="552547" y="300036"/>
                    <a:pt x="552547" y="291504"/>
                  </a:cubicBezTo>
                  <a:lnTo>
                    <a:pt x="552547" y="129500"/>
                  </a:lnTo>
                  <a:lnTo>
                    <a:pt x="327253" y="746"/>
                  </a:lnTo>
                  <a:lnTo>
                    <a:pt x="325955" y="0"/>
                  </a:lnTo>
                  <a:lnTo>
                    <a:pt x="75033" y="20924"/>
                  </a:lnTo>
                  <a:lnTo>
                    <a:pt x="75033" y="130"/>
                  </a:lnTo>
                  <a:lnTo>
                    <a:pt x="0" y="130"/>
                  </a:lnTo>
                  <a:lnTo>
                    <a:pt x="0" y="253939"/>
                  </a:lnTo>
                  <a:lnTo>
                    <a:pt x="75033" y="253939"/>
                  </a:lnTo>
                  <a:lnTo>
                    <a:pt x="75033" y="230193"/>
                  </a:lnTo>
                  <a:lnTo>
                    <a:pt x="216536" y="391905"/>
                  </a:lnTo>
                  <a:close/>
                  <a:moveTo>
                    <a:pt x="377923" y="424539"/>
                  </a:moveTo>
                  <a:cubicBezTo>
                    <a:pt x="316256" y="424539"/>
                    <a:pt x="266071" y="374355"/>
                    <a:pt x="266071" y="312687"/>
                  </a:cubicBezTo>
                  <a:cubicBezTo>
                    <a:pt x="266071" y="251019"/>
                    <a:pt x="316256" y="200802"/>
                    <a:pt x="377923" y="200802"/>
                  </a:cubicBezTo>
                  <a:cubicBezTo>
                    <a:pt x="439592" y="200802"/>
                    <a:pt x="489776" y="250987"/>
                    <a:pt x="489776" y="312687"/>
                  </a:cubicBezTo>
                  <a:cubicBezTo>
                    <a:pt x="489776" y="374388"/>
                    <a:pt x="439592" y="424539"/>
                    <a:pt x="377923" y="424539"/>
                  </a:cubicBezTo>
                  <a:close/>
                  <a:moveTo>
                    <a:pt x="377923" y="191070"/>
                  </a:moveTo>
                  <a:cubicBezTo>
                    <a:pt x="313531" y="191070"/>
                    <a:pt x="260719" y="241384"/>
                    <a:pt x="256599" y="304772"/>
                  </a:cubicBezTo>
                  <a:lnTo>
                    <a:pt x="238368" y="250078"/>
                  </a:lnTo>
                  <a:cubicBezTo>
                    <a:pt x="229349" y="223023"/>
                    <a:pt x="231944" y="194347"/>
                    <a:pt x="245667" y="169336"/>
                  </a:cubicBezTo>
                  <a:cubicBezTo>
                    <a:pt x="259389" y="144325"/>
                    <a:pt x="282194" y="126742"/>
                    <a:pt x="309865" y="119833"/>
                  </a:cubicBezTo>
                  <a:cubicBezTo>
                    <a:pt x="319435" y="117432"/>
                    <a:pt x="329361" y="118113"/>
                    <a:pt x="338509" y="121779"/>
                  </a:cubicBezTo>
                  <a:lnTo>
                    <a:pt x="479168" y="178030"/>
                  </a:lnTo>
                  <a:lnTo>
                    <a:pt x="479168" y="245472"/>
                  </a:lnTo>
                  <a:cubicBezTo>
                    <a:pt x="457369" y="212740"/>
                    <a:pt x="420128" y="191103"/>
                    <a:pt x="377923" y="191103"/>
                  </a:cubicBezTo>
                  <a:close/>
                  <a:moveTo>
                    <a:pt x="323749" y="9894"/>
                  </a:moveTo>
                  <a:lnTo>
                    <a:pt x="542847" y="135079"/>
                  </a:lnTo>
                  <a:lnTo>
                    <a:pt x="542847" y="291439"/>
                  </a:lnTo>
                  <a:cubicBezTo>
                    <a:pt x="542847" y="294618"/>
                    <a:pt x="540285" y="297181"/>
                    <a:pt x="537106" y="297181"/>
                  </a:cubicBezTo>
                  <a:cubicBezTo>
                    <a:pt x="510537" y="297181"/>
                    <a:pt x="488900" y="275576"/>
                    <a:pt x="488900" y="248975"/>
                  </a:cubicBezTo>
                  <a:lnTo>
                    <a:pt x="488900" y="171412"/>
                  </a:lnTo>
                  <a:lnTo>
                    <a:pt x="342142" y="112696"/>
                  </a:lnTo>
                  <a:cubicBezTo>
                    <a:pt x="331080" y="108252"/>
                    <a:pt x="319078" y="107441"/>
                    <a:pt x="307529" y="110360"/>
                  </a:cubicBezTo>
                  <a:cubicBezTo>
                    <a:pt x="277652" y="117821"/>
                    <a:pt x="251992" y="137610"/>
                    <a:pt x="237167" y="164632"/>
                  </a:cubicBezTo>
                  <a:cubicBezTo>
                    <a:pt x="222342" y="191654"/>
                    <a:pt x="219423" y="223899"/>
                    <a:pt x="229187" y="253128"/>
                  </a:cubicBezTo>
                  <a:lnTo>
                    <a:pt x="253355" y="325631"/>
                  </a:lnTo>
                  <a:cubicBezTo>
                    <a:pt x="255366" y="331632"/>
                    <a:pt x="256372" y="337893"/>
                    <a:pt x="256372" y="344510"/>
                  </a:cubicBezTo>
                  <a:cubicBezTo>
                    <a:pt x="256372" y="364526"/>
                    <a:pt x="240671" y="380908"/>
                    <a:pt x="220948" y="382043"/>
                  </a:cubicBezTo>
                  <a:lnTo>
                    <a:pt x="75098" y="215368"/>
                  </a:lnTo>
                  <a:lnTo>
                    <a:pt x="75098" y="30656"/>
                  </a:lnTo>
                  <a:lnTo>
                    <a:pt x="323814" y="9927"/>
                  </a:lnTo>
                  <a:close/>
                  <a:moveTo>
                    <a:pt x="65301" y="244142"/>
                  </a:moveTo>
                  <a:lnTo>
                    <a:pt x="9732" y="244142"/>
                  </a:lnTo>
                  <a:lnTo>
                    <a:pt x="9732" y="9797"/>
                  </a:lnTo>
                  <a:lnTo>
                    <a:pt x="65301" y="9797"/>
                  </a:lnTo>
                  <a:lnTo>
                    <a:pt x="65301" y="244142"/>
                  </a:lnTo>
                  <a:close/>
                </a:path>
              </a:pathLst>
            </a:custGeom>
            <a:grpFill/>
            <a:ln w="3242" cap="flat">
              <a:noFill/>
              <a:prstDash val="solid"/>
              <a:miter/>
            </a:ln>
          </p:spPr>
          <p:txBody>
            <a:bodyPr rtlCol="0" anchor="ctr"/>
            <a:lstStyle/>
            <a:p>
              <a:endParaRPr lang="en-US"/>
            </a:p>
          </p:txBody>
        </p:sp>
        <p:sp>
          <p:nvSpPr>
            <p:cNvPr id="485" name="Freeform: Shape 783"/>
            <p:cNvSpPr/>
            <p:nvPr/>
          </p:nvSpPr>
          <p:spPr>
            <a:xfrm>
              <a:off x="3170194" y="1751747"/>
              <a:ext cx="389" cy="713"/>
            </a:xfrm>
            <a:custGeom>
              <a:avLst/>
              <a:gdLst>
                <a:gd name="connsiteX0" fmla="*/ 357 w 389"/>
                <a:gd name="connsiteY0" fmla="*/ 0 h 713"/>
                <a:gd name="connsiteX1" fmla="*/ 0 w 389"/>
                <a:gd name="connsiteY1" fmla="*/ 714 h 713"/>
                <a:gd name="connsiteX2" fmla="*/ 389 w 389"/>
                <a:gd name="connsiteY2" fmla="*/ 0 h 713"/>
                <a:gd name="connsiteX3" fmla="*/ 357 w 389"/>
                <a:gd name="connsiteY3" fmla="*/ 0 h 713"/>
              </a:gdLst>
              <a:ahLst/>
              <a:cxnLst>
                <a:cxn ang="0">
                  <a:pos x="connsiteX0" y="connsiteY0"/>
                </a:cxn>
                <a:cxn ang="0">
                  <a:pos x="connsiteX1" y="connsiteY1"/>
                </a:cxn>
                <a:cxn ang="0">
                  <a:pos x="connsiteX2" y="connsiteY2"/>
                </a:cxn>
                <a:cxn ang="0">
                  <a:pos x="connsiteX3" y="connsiteY3"/>
                </a:cxn>
              </a:cxnLst>
              <a:rect l="l" t="t" r="r" b="b"/>
              <a:pathLst>
                <a:path w="389" h="713">
                  <a:moveTo>
                    <a:pt x="357" y="0"/>
                  </a:moveTo>
                  <a:cubicBezTo>
                    <a:pt x="227" y="227"/>
                    <a:pt x="130" y="487"/>
                    <a:pt x="0" y="714"/>
                  </a:cubicBezTo>
                  <a:cubicBezTo>
                    <a:pt x="130" y="487"/>
                    <a:pt x="259" y="227"/>
                    <a:pt x="389" y="0"/>
                  </a:cubicBezTo>
                  <a:lnTo>
                    <a:pt x="357" y="0"/>
                  </a:lnTo>
                  <a:close/>
                </a:path>
              </a:pathLst>
            </a:custGeom>
            <a:grpFill/>
            <a:ln w="3242" cap="flat">
              <a:noFill/>
              <a:prstDash val="solid"/>
              <a:miter/>
            </a:ln>
          </p:spPr>
          <p:txBody>
            <a:bodyPr rtlCol="0" anchor="ctr"/>
            <a:lstStyle/>
            <a:p>
              <a:endParaRPr lang="en-US"/>
            </a:p>
          </p:txBody>
        </p:sp>
        <p:sp>
          <p:nvSpPr>
            <p:cNvPr id="486" name="Freeform: Shape 790"/>
            <p:cNvSpPr/>
            <p:nvPr/>
          </p:nvSpPr>
          <p:spPr>
            <a:xfrm>
              <a:off x="3167469" y="1773384"/>
              <a:ext cx="324" cy="973"/>
            </a:xfrm>
            <a:custGeom>
              <a:avLst/>
              <a:gdLst>
                <a:gd name="connsiteX0" fmla="*/ 324 w 324"/>
                <a:gd name="connsiteY0" fmla="*/ 973 h 973"/>
                <a:gd name="connsiteX1" fmla="*/ 0 w 324"/>
                <a:gd name="connsiteY1" fmla="*/ 0 h 973"/>
                <a:gd name="connsiteX2" fmla="*/ 324 w 324"/>
                <a:gd name="connsiteY2" fmla="*/ 973 h 973"/>
              </a:gdLst>
              <a:ahLst/>
              <a:cxnLst>
                <a:cxn ang="0">
                  <a:pos x="connsiteX0" y="connsiteY0"/>
                </a:cxn>
                <a:cxn ang="0">
                  <a:pos x="connsiteX1" y="connsiteY1"/>
                </a:cxn>
                <a:cxn ang="0">
                  <a:pos x="connsiteX2" y="connsiteY2"/>
                </a:cxn>
              </a:cxnLst>
              <a:rect l="l" t="t" r="r" b="b"/>
              <a:pathLst>
                <a:path w="324" h="973">
                  <a:moveTo>
                    <a:pt x="324" y="973"/>
                  </a:moveTo>
                  <a:cubicBezTo>
                    <a:pt x="195" y="584"/>
                    <a:pt x="97" y="227"/>
                    <a:pt x="0" y="0"/>
                  </a:cubicBezTo>
                  <a:cubicBezTo>
                    <a:pt x="65" y="259"/>
                    <a:pt x="195" y="584"/>
                    <a:pt x="324" y="973"/>
                  </a:cubicBezTo>
                  <a:close/>
                </a:path>
              </a:pathLst>
            </a:custGeom>
            <a:grpFill/>
            <a:ln w="3242" cap="flat">
              <a:noFill/>
              <a:prstDash val="solid"/>
              <a:miter/>
            </a:ln>
          </p:spPr>
          <p:txBody>
            <a:bodyPr rtlCol="0" anchor="ctr"/>
            <a:lstStyle/>
            <a:p>
              <a:endParaRPr lang="en-US"/>
            </a:p>
          </p:txBody>
        </p:sp>
        <p:sp>
          <p:nvSpPr>
            <p:cNvPr id="487" name="Freeform: Shape 791"/>
            <p:cNvSpPr/>
            <p:nvPr/>
          </p:nvSpPr>
          <p:spPr>
            <a:xfrm>
              <a:off x="3170551" y="1665976"/>
              <a:ext cx="571588" cy="218222"/>
            </a:xfrm>
            <a:custGeom>
              <a:avLst/>
              <a:gdLst>
                <a:gd name="connsiteX0" fmla="*/ 495356 w 571588"/>
                <a:gd name="connsiteY0" fmla="*/ 0 h 218222"/>
                <a:gd name="connsiteX1" fmla="*/ 495356 w 571588"/>
                <a:gd name="connsiteY1" fmla="*/ 19691 h 218222"/>
                <a:gd name="connsiteX2" fmla="*/ 408190 w 571588"/>
                <a:gd name="connsiteY2" fmla="*/ 27152 h 218222"/>
                <a:gd name="connsiteX3" fmla="*/ 395635 w 571588"/>
                <a:gd name="connsiteY3" fmla="*/ 30137 h 218222"/>
                <a:gd name="connsiteX4" fmla="*/ 384476 w 571588"/>
                <a:gd name="connsiteY4" fmla="*/ 33478 h 218222"/>
                <a:gd name="connsiteX5" fmla="*/ 321381 w 571588"/>
                <a:gd name="connsiteY5" fmla="*/ 67118 h 218222"/>
                <a:gd name="connsiteX6" fmla="*/ 315379 w 571588"/>
                <a:gd name="connsiteY6" fmla="*/ 72341 h 218222"/>
                <a:gd name="connsiteX7" fmla="*/ 307659 w 571588"/>
                <a:gd name="connsiteY7" fmla="*/ 79834 h 218222"/>
                <a:gd name="connsiteX8" fmla="*/ 200770 w 571588"/>
                <a:gd name="connsiteY8" fmla="*/ 79834 h 218222"/>
                <a:gd name="connsiteX9" fmla="*/ 165962 w 571588"/>
                <a:gd name="connsiteY9" fmla="*/ 114675 h 218222"/>
                <a:gd name="connsiteX10" fmla="*/ 168200 w 571588"/>
                <a:gd name="connsiteY10" fmla="*/ 126840 h 218222"/>
                <a:gd name="connsiteX11" fmla="*/ 168135 w 571588"/>
                <a:gd name="connsiteY11" fmla="*/ 126840 h 218222"/>
                <a:gd name="connsiteX12" fmla="*/ 45837 w 571588"/>
                <a:gd name="connsiteY12" fmla="*/ 69810 h 218222"/>
                <a:gd name="connsiteX13" fmla="*/ 19204 w 571588"/>
                <a:gd name="connsiteY13" fmla="*/ 68643 h 218222"/>
                <a:gd name="connsiteX14" fmla="*/ 0 w 571588"/>
                <a:gd name="connsiteY14" fmla="*/ 85771 h 218222"/>
                <a:gd name="connsiteX15" fmla="*/ 7818 w 571588"/>
                <a:gd name="connsiteY15" fmla="*/ 91967 h 218222"/>
                <a:gd name="connsiteX16" fmla="*/ 8370 w 571588"/>
                <a:gd name="connsiteY16" fmla="*/ 90734 h 218222"/>
                <a:gd name="connsiteX17" fmla="*/ 22513 w 571588"/>
                <a:gd name="connsiteY17" fmla="*/ 77791 h 218222"/>
                <a:gd name="connsiteX18" fmla="*/ 41718 w 571588"/>
                <a:gd name="connsiteY18" fmla="*/ 78634 h 218222"/>
                <a:gd name="connsiteX19" fmla="*/ 182182 w 571588"/>
                <a:gd name="connsiteY19" fmla="*/ 144098 h 218222"/>
                <a:gd name="connsiteX20" fmla="*/ 182571 w 571588"/>
                <a:gd name="connsiteY20" fmla="*/ 144260 h 218222"/>
                <a:gd name="connsiteX21" fmla="*/ 189870 w 571588"/>
                <a:gd name="connsiteY21" fmla="*/ 147698 h 218222"/>
                <a:gd name="connsiteX22" fmla="*/ 190130 w 571588"/>
                <a:gd name="connsiteY22" fmla="*/ 147828 h 218222"/>
                <a:gd name="connsiteX23" fmla="*/ 190227 w 571588"/>
                <a:gd name="connsiteY23" fmla="*/ 147860 h 218222"/>
                <a:gd name="connsiteX24" fmla="*/ 192692 w 571588"/>
                <a:gd name="connsiteY24" fmla="*/ 148996 h 218222"/>
                <a:gd name="connsiteX25" fmla="*/ 192887 w 571588"/>
                <a:gd name="connsiteY25" fmla="*/ 148574 h 218222"/>
                <a:gd name="connsiteX26" fmla="*/ 192919 w 571588"/>
                <a:gd name="connsiteY26" fmla="*/ 148574 h 218222"/>
                <a:gd name="connsiteX27" fmla="*/ 200770 w 571588"/>
                <a:gd name="connsiteY27" fmla="*/ 149482 h 218222"/>
                <a:gd name="connsiteX28" fmla="*/ 370462 w 571588"/>
                <a:gd name="connsiteY28" fmla="*/ 149482 h 218222"/>
                <a:gd name="connsiteX29" fmla="*/ 370462 w 571588"/>
                <a:gd name="connsiteY29" fmla="*/ 139751 h 218222"/>
                <a:gd name="connsiteX30" fmla="*/ 200770 w 571588"/>
                <a:gd name="connsiteY30" fmla="*/ 139751 h 218222"/>
                <a:gd name="connsiteX31" fmla="*/ 193568 w 571588"/>
                <a:gd name="connsiteY31" fmla="*/ 138680 h 218222"/>
                <a:gd name="connsiteX32" fmla="*/ 187145 w 571588"/>
                <a:gd name="connsiteY32" fmla="*/ 135696 h 218222"/>
                <a:gd name="connsiteX33" fmla="*/ 175694 w 571588"/>
                <a:gd name="connsiteY33" fmla="*/ 114675 h 218222"/>
                <a:gd name="connsiteX34" fmla="*/ 200770 w 571588"/>
                <a:gd name="connsiteY34" fmla="*/ 89566 h 218222"/>
                <a:gd name="connsiteX35" fmla="*/ 312817 w 571588"/>
                <a:gd name="connsiteY35" fmla="*/ 89566 h 218222"/>
                <a:gd name="connsiteX36" fmla="*/ 314277 w 571588"/>
                <a:gd name="connsiteY36" fmla="*/ 87879 h 218222"/>
                <a:gd name="connsiteX37" fmla="*/ 495356 w 571588"/>
                <a:gd name="connsiteY37" fmla="*/ 29455 h 218222"/>
                <a:gd name="connsiteX38" fmla="*/ 495356 w 571588"/>
                <a:gd name="connsiteY38" fmla="*/ 185750 h 218222"/>
                <a:gd name="connsiteX39" fmla="*/ 505087 w 571588"/>
                <a:gd name="connsiteY39" fmla="*/ 182506 h 218222"/>
                <a:gd name="connsiteX40" fmla="*/ 505087 w 571588"/>
                <a:gd name="connsiteY40" fmla="*/ 9732 h 218222"/>
                <a:gd name="connsiteX41" fmla="*/ 561857 w 571588"/>
                <a:gd name="connsiteY41" fmla="*/ 9732 h 218222"/>
                <a:gd name="connsiteX42" fmla="*/ 561857 w 571588"/>
                <a:gd name="connsiteY42" fmla="*/ 218222 h 218222"/>
                <a:gd name="connsiteX43" fmla="*/ 571589 w 571588"/>
                <a:gd name="connsiteY43" fmla="*/ 218222 h 218222"/>
                <a:gd name="connsiteX44" fmla="*/ 571589 w 571588"/>
                <a:gd name="connsiteY44" fmla="*/ 0 h 218222"/>
                <a:gd name="connsiteX45" fmla="*/ 495356 w 571588"/>
                <a:gd name="connsiteY45" fmla="*/ 0 h 21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71588" h="218222">
                  <a:moveTo>
                    <a:pt x="495356" y="0"/>
                  </a:moveTo>
                  <a:lnTo>
                    <a:pt x="495356" y="19691"/>
                  </a:lnTo>
                  <a:cubicBezTo>
                    <a:pt x="482250" y="19075"/>
                    <a:pt x="446890" y="18653"/>
                    <a:pt x="408190" y="27152"/>
                  </a:cubicBezTo>
                  <a:cubicBezTo>
                    <a:pt x="407411" y="27314"/>
                    <a:pt x="399464" y="29098"/>
                    <a:pt x="395635" y="30137"/>
                  </a:cubicBezTo>
                  <a:cubicBezTo>
                    <a:pt x="390769" y="31434"/>
                    <a:pt x="385060" y="33283"/>
                    <a:pt x="384476" y="33478"/>
                  </a:cubicBezTo>
                  <a:cubicBezTo>
                    <a:pt x="362093" y="40615"/>
                    <a:pt x="339904" y="51287"/>
                    <a:pt x="321381" y="67118"/>
                  </a:cubicBezTo>
                  <a:lnTo>
                    <a:pt x="315379" y="72341"/>
                  </a:lnTo>
                  <a:lnTo>
                    <a:pt x="307659" y="79834"/>
                  </a:lnTo>
                  <a:lnTo>
                    <a:pt x="200770" y="79834"/>
                  </a:lnTo>
                  <a:cubicBezTo>
                    <a:pt x="181598" y="79834"/>
                    <a:pt x="165962" y="95470"/>
                    <a:pt x="165962" y="114675"/>
                  </a:cubicBezTo>
                  <a:cubicBezTo>
                    <a:pt x="165962" y="118957"/>
                    <a:pt x="166773" y="123044"/>
                    <a:pt x="168200" y="126840"/>
                  </a:cubicBezTo>
                  <a:lnTo>
                    <a:pt x="168135" y="126840"/>
                  </a:lnTo>
                  <a:cubicBezTo>
                    <a:pt x="168135" y="126840"/>
                    <a:pt x="45837" y="69810"/>
                    <a:pt x="45837" y="69810"/>
                  </a:cubicBezTo>
                  <a:cubicBezTo>
                    <a:pt x="37403" y="65885"/>
                    <a:pt x="27931" y="65463"/>
                    <a:pt x="19204" y="68643"/>
                  </a:cubicBezTo>
                  <a:cubicBezTo>
                    <a:pt x="10738" y="71724"/>
                    <a:pt x="3958" y="77758"/>
                    <a:pt x="0" y="85771"/>
                  </a:cubicBezTo>
                  <a:lnTo>
                    <a:pt x="7818" y="91967"/>
                  </a:lnTo>
                  <a:cubicBezTo>
                    <a:pt x="8013" y="91545"/>
                    <a:pt x="8175" y="91156"/>
                    <a:pt x="8370" y="90734"/>
                  </a:cubicBezTo>
                  <a:cubicBezTo>
                    <a:pt x="11192" y="84668"/>
                    <a:pt x="16220" y="80061"/>
                    <a:pt x="22513" y="77791"/>
                  </a:cubicBezTo>
                  <a:cubicBezTo>
                    <a:pt x="28839" y="75487"/>
                    <a:pt x="35619" y="75779"/>
                    <a:pt x="41718" y="78634"/>
                  </a:cubicBezTo>
                  <a:lnTo>
                    <a:pt x="182182" y="144098"/>
                  </a:lnTo>
                  <a:lnTo>
                    <a:pt x="182571" y="144260"/>
                  </a:lnTo>
                  <a:cubicBezTo>
                    <a:pt x="184842" y="145655"/>
                    <a:pt x="187275" y="146822"/>
                    <a:pt x="189870" y="147698"/>
                  </a:cubicBezTo>
                  <a:lnTo>
                    <a:pt x="190130" y="147828"/>
                  </a:lnTo>
                  <a:cubicBezTo>
                    <a:pt x="190130" y="147828"/>
                    <a:pt x="190194" y="147828"/>
                    <a:pt x="190227" y="147860"/>
                  </a:cubicBezTo>
                  <a:lnTo>
                    <a:pt x="192692" y="148996"/>
                  </a:lnTo>
                  <a:lnTo>
                    <a:pt x="192887" y="148574"/>
                  </a:lnTo>
                  <a:lnTo>
                    <a:pt x="192919" y="148574"/>
                  </a:lnTo>
                  <a:cubicBezTo>
                    <a:pt x="195450" y="149126"/>
                    <a:pt x="198077" y="149482"/>
                    <a:pt x="200770" y="149482"/>
                  </a:cubicBezTo>
                  <a:lnTo>
                    <a:pt x="370462" y="149482"/>
                  </a:lnTo>
                  <a:lnTo>
                    <a:pt x="370462" y="139751"/>
                  </a:lnTo>
                  <a:lnTo>
                    <a:pt x="200770" y="139751"/>
                  </a:lnTo>
                  <a:cubicBezTo>
                    <a:pt x="198272" y="139751"/>
                    <a:pt x="195871" y="139361"/>
                    <a:pt x="193568" y="138680"/>
                  </a:cubicBezTo>
                  <a:lnTo>
                    <a:pt x="187145" y="135696"/>
                  </a:lnTo>
                  <a:cubicBezTo>
                    <a:pt x="180268" y="131219"/>
                    <a:pt x="175694" y="123466"/>
                    <a:pt x="175694" y="114675"/>
                  </a:cubicBezTo>
                  <a:cubicBezTo>
                    <a:pt x="175694" y="100823"/>
                    <a:pt x="186950" y="89566"/>
                    <a:pt x="200770" y="89566"/>
                  </a:cubicBezTo>
                  <a:lnTo>
                    <a:pt x="312817" y="89566"/>
                  </a:lnTo>
                  <a:lnTo>
                    <a:pt x="314277" y="87879"/>
                  </a:lnTo>
                  <a:cubicBezTo>
                    <a:pt x="365726" y="27866"/>
                    <a:pt x="472356" y="28547"/>
                    <a:pt x="495356" y="29455"/>
                  </a:cubicBezTo>
                  <a:lnTo>
                    <a:pt x="495356" y="185750"/>
                  </a:lnTo>
                  <a:lnTo>
                    <a:pt x="505087" y="182506"/>
                  </a:lnTo>
                  <a:lnTo>
                    <a:pt x="505087" y="9732"/>
                  </a:lnTo>
                  <a:lnTo>
                    <a:pt x="561857" y="9732"/>
                  </a:lnTo>
                  <a:lnTo>
                    <a:pt x="561857" y="218222"/>
                  </a:lnTo>
                  <a:lnTo>
                    <a:pt x="571589" y="218222"/>
                  </a:lnTo>
                  <a:lnTo>
                    <a:pt x="571589" y="0"/>
                  </a:lnTo>
                  <a:lnTo>
                    <a:pt x="495356" y="0"/>
                  </a:lnTo>
                  <a:close/>
                </a:path>
              </a:pathLst>
            </a:custGeom>
            <a:grpFill/>
            <a:ln w="3242" cap="flat">
              <a:noFill/>
              <a:prstDash val="solid"/>
              <a:miter/>
            </a:ln>
          </p:spPr>
          <p:txBody>
            <a:bodyPr rtlCol="0" anchor="ctr"/>
            <a:lstStyle/>
            <a:p>
              <a:endParaRPr lang="en-US"/>
            </a:p>
          </p:txBody>
        </p:sp>
        <p:sp>
          <p:nvSpPr>
            <p:cNvPr id="488" name="Freeform: Shape 323"/>
            <p:cNvSpPr/>
            <p:nvPr/>
          </p:nvSpPr>
          <p:spPr>
            <a:xfrm>
              <a:off x="3166911" y="1751747"/>
              <a:ext cx="575261" cy="196001"/>
            </a:xfrm>
            <a:custGeom>
              <a:avLst/>
              <a:gdLst>
                <a:gd name="connsiteX0" fmla="*/ 575262 w 575261"/>
                <a:gd name="connsiteY0" fmla="*/ 132452 h 196001"/>
                <a:gd name="connsiteX1" fmla="*/ 575262 w 575261"/>
                <a:gd name="connsiteY1" fmla="*/ 164891 h 196001"/>
                <a:gd name="connsiteX2" fmla="*/ 476320 w 575261"/>
                <a:gd name="connsiteY2" fmla="*/ 164989 h 196001"/>
                <a:gd name="connsiteX3" fmla="*/ 476320 w 575261"/>
                <a:gd name="connsiteY3" fmla="*/ 140951 h 196001"/>
                <a:gd name="connsiteX4" fmla="*/ 312435 w 575261"/>
                <a:gd name="connsiteY4" fmla="*/ 196001 h 196001"/>
                <a:gd name="connsiteX5" fmla="*/ 300659 w 575261"/>
                <a:gd name="connsiteY5" fmla="*/ 190519 h 196001"/>
                <a:gd name="connsiteX6" fmla="*/ 269614 w 575261"/>
                <a:gd name="connsiteY6" fmla="*/ 176051 h 196001"/>
                <a:gd name="connsiteX7" fmla="*/ 225821 w 575261"/>
                <a:gd name="connsiteY7" fmla="*/ 155614 h 196001"/>
                <a:gd name="connsiteX8" fmla="*/ 175701 w 575261"/>
                <a:gd name="connsiteY8" fmla="*/ 132257 h 196001"/>
                <a:gd name="connsiteX9" fmla="*/ 125776 w 575261"/>
                <a:gd name="connsiteY9" fmla="*/ 108965 h 196001"/>
                <a:gd name="connsiteX10" fmla="*/ 82469 w 575261"/>
                <a:gd name="connsiteY10" fmla="*/ 88788 h 196001"/>
                <a:gd name="connsiteX11" fmla="*/ 42893 w 575261"/>
                <a:gd name="connsiteY11" fmla="*/ 70102 h 196001"/>
                <a:gd name="connsiteX12" fmla="*/ 11653 w 575261"/>
                <a:gd name="connsiteY12" fmla="*/ 44248 h 196001"/>
                <a:gd name="connsiteX13" fmla="*/ 851 w 575261"/>
                <a:gd name="connsiteY13" fmla="*/ 22383 h 196001"/>
                <a:gd name="connsiteX14" fmla="*/ 3186 w 575261"/>
                <a:gd name="connsiteY14" fmla="*/ 876 h 196001"/>
                <a:gd name="connsiteX15" fmla="*/ 3251 w 575261"/>
                <a:gd name="connsiteY15" fmla="*/ 714 h 196001"/>
                <a:gd name="connsiteX16" fmla="*/ 3640 w 575261"/>
                <a:gd name="connsiteY16" fmla="*/ 0 h 196001"/>
                <a:gd name="connsiteX17" fmla="*/ 11458 w 575261"/>
                <a:gd name="connsiteY17" fmla="*/ 6228 h 196001"/>
                <a:gd name="connsiteX18" fmla="*/ 31895 w 575261"/>
                <a:gd name="connsiteY18" fmla="*/ 23227 h 196001"/>
                <a:gd name="connsiteX19" fmla="*/ 60443 w 575261"/>
                <a:gd name="connsiteY19" fmla="*/ 42723 h 196001"/>
                <a:gd name="connsiteX20" fmla="*/ 314673 w 575261"/>
                <a:gd name="connsiteY20" fmla="*/ 161258 h 196001"/>
                <a:gd name="connsiteX21" fmla="*/ 498996 w 575261"/>
                <a:gd name="connsiteY21" fmla="*/ 99979 h 196001"/>
                <a:gd name="connsiteX22" fmla="*/ 508728 w 575261"/>
                <a:gd name="connsiteY22" fmla="*/ 96735 h 196001"/>
                <a:gd name="connsiteX23" fmla="*/ 508728 w 575261"/>
                <a:gd name="connsiteY23" fmla="*/ 132549 h 196001"/>
                <a:gd name="connsiteX24" fmla="*/ 565498 w 575261"/>
                <a:gd name="connsiteY24" fmla="*/ 132452 h 196001"/>
                <a:gd name="connsiteX25" fmla="*/ 575230 w 575261"/>
                <a:gd name="connsiteY25" fmla="*/ 132452 h 19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5261" h="196001">
                  <a:moveTo>
                    <a:pt x="575262" y="132452"/>
                  </a:moveTo>
                  <a:lnTo>
                    <a:pt x="575262" y="164891"/>
                  </a:lnTo>
                  <a:lnTo>
                    <a:pt x="476320" y="164989"/>
                  </a:lnTo>
                  <a:lnTo>
                    <a:pt x="476320" y="140951"/>
                  </a:lnTo>
                  <a:lnTo>
                    <a:pt x="312435" y="196001"/>
                  </a:lnTo>
                  <a:cubicBezTo>
                    <a:pt x="308510" y="194185"/>
                    <a:pt x="304584" y="192335"/>
                    <a:pt x="300659" y="190519"/>
                  </a:cubicBezTo>
                  <a:cubicBezTo>
                    <a:pt x="290311" y="185685"/>
                    <a:pt x="279963" y="180884"/>
                    <a:pt x="269614" y="176051"/>
                  </a:cubicBezTo>
                  <a:cubicBezTo>
                    <a:pt x="255016" y="169238"/>
                    <a:pt x="240418" y="162426"/>
                    <a:pt x="225821" y="155614"/>
                  </a:cubicBezTo>
                  <a:cubicBezTo>
                    <a:pt x="209114" y="147828"/>
                    <a:pt x="192408" y="140043"/>
                    <a:pt x="175701" y="132257"/>
                  </a:cubicBezTo>
                  <a:cubicBezTo>
                    <a:pt x="159059" y="124504"/>
                    <a:pt x="142418" y="116751"/>
                    <a:pt x="125776" y="108965"/>
                  </a:cubicBezTo>
                  <a:cubicBezTo>
                    <a:pt x="111341" y="102250"/>
                    <a:pt x="96905" y="95503"/>
                    <a:pt x="82469" y="88788"/>
                  </a:cubicBezTo>
                  <a:cubicBezTo>
                    <a:pt x="69234" y="82624"/>
                    <a:pt x="55933" y="76655"/>
                    <a:pt x="42893" y="70102"/>
                  </a:cubicBezTo>
                  <a:cubicBezTo>
                    <a:pt x="31409" y="64328"/>
                    <a:pt x="19633" y="54499"/>
                    <a:pt x="11653" y="44248"/>
                  </a:cubicBezTo>
                  <a:cubicBezTo>
                    <a:pt x="6041" y="37014"/>
                    <a:pt x="2959" y="31304"/>
                    <a:pt x="851" y="22383"/>
                  </a:cubicBezTo>
                  <a:cubicBezTo>
                    <a:pt x="-869" y="15117"/>
                    <a:pt x="72" y="7656"/>
                    <a:pt x="3186" y="876"/>
                  </a:cubicBezTo>
                  <a:cubicBezTo>
                    <a:pt x="3186" y="811"/>
                    <a:pt x="3251" y="779"/>
                    <a:pt x="3251" y="714"/>
                  </a:cubicBezTo>
                  <a:cubicBezTo>
                    <a:pt x="3381" y="487"/>
                    <a:pt x="3511" y="227"/>
                    <a:pt x="3640" y="0"/>
                  </a:cubicBezTo>
                  <a:cubicBezTo>
                    <a:pt x="3640" y="0"/>
                    <a:pt x="11458" y="6196"/>
                    <a:pt x="11458" y="6228"/>
                  </a:cubicBezTo>
                  <a:lnTo>
                    <a:pt x="31895" y="23227"/>
                  </a:lnTo>
                  <a:cubicBezTo>
                    <a:pt x="36048" y="26536"/>
                    <a:pt x="55641" y="40485"/>
                    <a:pt x="60443" y="42723"/>
                  </a:cubicBezTo>
                  <a:lnTo>
                    <a:pt x="314673" y="161258"/>
                  </a:lnTo>
                  <a:lnTo>
                    <a:pt x="498996" y="99979"/>
                  </a:lnTo>
                  <a:lnTo>
                    <a:pt x="508728" y="96735"/>
                  </a:lnTo>
                  <a:lnTo>
                    <a:pt x="508728" y="132549"/>
                  </a:lnTo>
                  <a:lnTo>
                    <a:pt x="565498" y="132452"/>
                  </a:lnTo>
                  <a:lnTo>
                    <a:pt x="575230" y="132452"/>
                  </a:lnTo>
                  <a:close/>
                </a:path>
              </a:pathLst>
            </a:custGeom>
            <a:grpFill/>
            <a:ln w="3242" cap="flat">
              <a:noFill/>
              <a:prstDash val="solid"/>
              <a:miter/>
            </a:ln>
          </p:spPr>
          <p:txBody>
            <a:bodyPr rtlCol="0" anchor="ctr"/>
            <a:lstStyle/>
            <a:p>
              <a:endParaRPr lang="en-US"/>
            </a:p>
          </p:txBody>
        </p:sp>
      </p:grpSp>
      <p:grpSp>
        <p:nvGrpSpPr>
          <p:cNvPr id="489" name="Group 1208"/>
          <p:cNvGrpSpPr/>
          <p:nvPr/>
        </p:nvGrpSpPr>
        <p:grpSpPr>
          <a:xfrm>
            <a:off x="6147164" y="3701863"/>
            <a:ext cx="346187" cy="342886"/>
            <a:chOff x="1990962" y="2623907"/>
            <a:chExt cx="564596" cy="559213"/>
          </a:xfrm>
        </p:grpSpPr>
        <p:sp>
          <p:nvSpPr>
            <p:cNvPr id="490" name="Freeform: Shape 1123"/>
            <p:cNvSpPr/>
            <p:nvPr/>
          </p:nvSpPr>
          <p:spPr>
            <a:xfrm>
              <a:off x="2148211" y="2762700"/>
              <a:ext cx="125866" cy="203267"/>
            </a:xfrm>
            <a:custGeom>
              <a:avLst/>
              <a:gdLst>
                <a:gd name="connsiteX0" fmla="*/ 58067 w 125866"/>
                <a:gd name="connsiteY0" fmla="*/ 178905 h 203267"/>
                <a:gd name="connsiteX1" fmla="*/ 58067 w 125866"/>
                <a:gd name="connsiteY1" fmla="*/ 203268 h 203267"/>
                <a:gd name="connsiteX2" fmla="*/ 67799 w 125866"/>
                <a:gd name="connsiteY2" fmla="*/ 203268 h 203267"/>
                <a:gd name="connsiteX3" fmla="*/ 67799 w 125866"/>
                <a:gd name="connsiteY3" fmla="*/ 178905 h 203267"/>
                <a:gd name="connsiteX4" fmla="*/ 125866 w 125866"/>
                <a:gd name="connsiteY4" fmla="*/ 130668 h 203267"/>
                <a:gd name="connsiteX5" fmla="*/ 63744 w 125866"/>
                <a:gd name="connsiteY5" fmla="*/ 82332 h 203267"/>
                <a:gd name="connsiteX6" fmla="*/ 24233 w 125866"/>
                <a:gd name="connsiteY6" fmla="*/ 58100 h 203267"/>
                <a:gd name="connsiteX7" fmla="*/ 62933 w 125866"/>
                <a:gd name="connsiteY7" fmla="*/ 33932 h 203267"/>
                <a:gd name="connsiteX8" fmla="*/ 103061 w 125866"/>
                <a:gd name="connsiteY8" fmla="*/ 47038 h 203267"/>
                <a:gd name="connsiteX9" fmla="*/ 109938 w 125866"/>
                <a:gd name="connsiteY9" fmla="*/ 40128 h 203267"/>
                <a:gd name="connsiteX10" fmla="*/ 67799 w 125866"/>
                <a:gd name="connsiteY10" fmla="*/ 24330 h 203267"/>
                <a:gd name="connsiteX11" fmla="*/ 67799 w 125866"/>
                <a:gd name="connsiteY11" fmla="*/ 0 h 203267"/>
                <a:gd name="connsiteX12" fmla="*/ 58067 w 125866"/>
                <a:gd name="connsiteY12" fmla="*/ 0 h 203267"/>
                <a:gd name="connsiteX13" fmla="*/ 58067 w 125866"/>
                <a:gd name="connsiteY13" fmla="*/ 24297 h 203267"/>
                <a:gd name="connsiteX14" fmla="*/ 14501 w 125866"/>
                <a:gd name="connsiteY14" fmla="*/ 58100 h 203267"/>
                <a:gd name="connsiteX15" fmla="*/ 62090 w 125866"/>
                <a:gd name="connsiteY15" fmla="*/ 91934 h 203267"/>
                <a:gd name="connsiteX16" fmla="*/ 116134 w 125866"/>
                <a:gd name="connsiteY16" fmla="*/ 130700 h 203267"/>
                <a:gd name="connsiteX17" fmla="*/ 62933 w 125866"/>
                <a:gd name="connsiteY17" fmla="*/ 169401 h 203267"/>
                <a:gd name="connsiteX18" fmla="*/ 9732 w 125866"/>
                <a:gd name="connsiteY18" fmla="*/ 130700 h 203267"/>
                <a:gd name="connsiteX19" fmla="*/ 0 w 125866"/>
                <a:gd name="connsiteY19" fmla="*/ 130700 h 203267"/>
                <a:gd name="connsiteX20" fmla="*/ 58067 w 125866"/>
                <a:gd name="connsiteY20" fmla="*/ 178938 h 20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866" h="203267">
                  <a:moveTo>
                    <a:pt x="58067" y="178905"/>
                  </a:moveTo>
                  <a:lnTo>
                    <a:pt x="58067" y="203268"/>
                  </a:lnTo>
                  <a:lnTo>
                    <a:pt x="67799" y="203268"/>
                  </a:lnTo>
                  <a:lnTo>
                    <a:pt x="67799" y="178905"/>
                  </a:lnTo>
                  <a:cubicBezTo>
                    <a:pt x="100239" y="176991"/>
                    <a:pt x="125866" y="156100"/>
                    <a:pt x="125866" y="130668"/>
                  </a:cubicBezTo>
                  <a:cubicBezTo>
                    <a:pt x="125866" y="93070"/>
                    <a:pt x="80743" y="85252"/>
                    <a:pt x="63744" y="82332"/>
                  </a:cubicBezTo>
                  <a:cubicBezTo>
                    <a:pt x="45708" y="79218"/>
                    <a:pt x="24233" y="72471"/>
                    <a:pt x="24233" y="58100"/>
                  </a:cubicBezTo>
                  <a:cubicBezTo>
                    <a:pt x="24233" y="38117"/>
                    <a:pt x="45286" y="33932"/>
                    <a:pt x="62933" y="33932"/>
                  </a:cubicBezTo>
                  <a:cubicBezTo>
                    <a:pt x="89372" y="33932"/>
                    <a:pt x="102931" y="46908"/>
                    <a:pt x="103061" y="47038"/>
                  </a:cubicBezTo>
                  <a:lnTo>
                    <a:pt x="109938" y="40128"/>
                  </a:lnTo>
                  <a:cubicBezTo>
                    <a:pt x="109322" y="39512"/>
                    <a:pt x="95276" y="25822"/>
                    <a:pt x="67799" y="24330"/>
                  </a:cubicBezTo>
                  <a:lnTo>
                    <a:pt x="67799" y="0"/>
                  </a:lnTo>
                  <a:lnTo>
                    <a:pt x="58067" y="0"/>
                  </a:lnTo>
                  <a:lnTo>
                    <a:pt x="58067" y="24297"/>
                  </a:lnTo>
                  <a:cubicBezTo>
                    <a:pt x="18880" y="26017"/>
                    <a:pt x="14501" y="48270"/>
                    <a:pt x="14501" y="58100"/>
                  </a:cubicBezTo>
                  <a:cubicBezTo>
                    <a:pt x="14501" y="75098"/>
                    <a:pt x="30526" y="86485"/>
                    <a:pt x="62090" y="91934"/>
                  </a:cubicBezTo>
                  <a:cubicBezTo>
                    <a:pt x="99460" y="98390"/>
                    <a:pt x="116134" y="110360"/>
                    <a:pt x="116134" y="130700"/>
                  </a:cubicBezTo>
                  <a:cubicBezTo>
                    <a:pt x="116134" y="152045"/>
                    <a:pt x="92259" y="169401"/>
                    <a:pt x="62933" y="169401"/>
                  </a:cubicBezTo>
                  <a:cubicBezTo>
                    <a:pt x="33608" y="169401"/>
                    <a:pt x="9732" y="152045"/>
                    <a:pt x="9732" y="130700"/>
                  </a:cubicBezTo>
                  <a:lnTo>
                    <a:pt x="0" y="130700"/>
                  </a:lnTo>
                  <a:cubicBezTo>
                    <a:pt x="0" y="156133"/>
                    <a:pt x="25628" y="177024"/>
                    <a:pt x="58067" y="178938"/>
                  </a:cubicBezTo>
                  <a:close/>
                </a:path>
              </a:pathLst>
            </a:custGeom>
            <a:solidFill>
              <a:srgbClr val="000000"/>
            </a:solidFill>
            <a:ln w="3242" cap="flat">
              <a:noFill/>
              <a:prstDash val="solid"/>
              <a:miter/>
            </a:ln>
          </p:spPr>
          <p:txBody>
            <a:bodyPr rtlCol="0" anchor="ctr"/>
            <a:lstStyle/>
            <a:p>
              <a:endParaRPr lang="en-US"/>
            </a:p>
          </p:txBody>
        </p:sp>
        <p:sp>
          <p:nvSpPr>
            <p:cNvPr id="491" name="Freeform: Shape 1124"/>
            <p:cNvSpPr/>
            <p:nvPr/>
          </p:nvSpPr>
          <p:spPr>
            <a:xfrm>
              <a:off x="1990962" y="2717739"/>
              <a:ext cx="523915" cy="465381"/>
            </a:xfrm>
            <a:custGeom>
              <a:avLst/>
              <a:gdLst>
                <a:gd name="connsiteX0" fmla="*/ 516552 w 523915"/>
                <a:gd name="connsiteY0" fmla="*/ 455649 h 465381"/>
                <a:gd name="connsiteX1" fmla="*/ 376477 w 523915"/>
                <a:gd name="connsiteY1" fmla="*/ 455649 h 465381"/>
                <a:gd name="connsiteX2" fmla="*/ 343875 w 523915"/>
                <a:gd name="connsiteY2" fmla="*/ 412537 h 465381"/>
                <a:gd name="connsiteX3" fmla="*/ 358246 w 523915"/>
                <a:gd name="connsiteY3" fmla="*/ 401637 h 465381"/>
                <a:gd name="connsiteX4" fmla="*/ 410733 w 523915"/>
                <a:gd name="connsiteY4" fmla="*/ 361931 h 465381"/>
                <a:gd name="connsiteX5" fmla="*/ 404894 w 523915"/>
                <a:gd name="connsiteY5" fmla="*/ 354145 h 465381"/>
                <a:gd name="connsiteX6" fmla="*/ 404862 w 523915"/>
                <a:gd name="connsiteY6" fmla="*/ 354145 h 465381"/>
                <a:gd name="connsiteX7" fmla="*/ 360127 w 523915"/>
                <a:gd name="connsiteY7" fmla="*/ 388012 h 465381"/>
                <a:gd name="connsiteX8" fmla="*/ 325352 w 523915"/>
                <a:gd name="connsiteY8" fmla="*/ 342045 h 465381"/>
                <a:gd name="connsiteX9" fmla="*/ 327752 w 523915"/>
                <a:gd name="connsiteY9" fmla="*/ 340715 h 465381"/>
                <a:gd name="connsiteX10" fmla="*/ 332748 w 523915"/>
                <a:gd name="connsiteY10" fmla="*/ 337860 h 465381"/>
                <a:gd name="connsiteX11" fmla="*/ 334403 w 523915"/>
                <a:gd name="connsiteY11" fmla="*/ 336855 h 465381"/>
                <a:gd name="connsiteX12" fmla="*/ 339982 w 523915"/>
                <a:gd name="connsiteY12" fmla="*/ 333448 h 465381"/>
                <a:gd name="connsiteX13" fmla="*/ 340469 w 523915"/>
                <a:gd name="connsiteY13" fmla="*/ 333124 h 465381"/>
                <a:gd name="connsiteX14" fmla="*/ 346892 w 523915"/>
                <a:gd name="connsiteY14" fmla="*/ 328810 h 465381"/>
                <a:gd name="connsiteX15" fmla="*/ 353834 w 523915"/>
                <a:gd name="connsiteY15" fmla="*/ 323781 h 465381"/>
                <a:gd name="connsiteX16" fmla="*/ 359284 w 523915"/>
                <a:gd name="connsiteY16" fmla="*/ 319499 h 465381"/>
                <a:gd name="connsiteX17" fmla="*/ 370995 w 523915"/>
                <a:gd name="connsiteY17" fmla="*/ 309313 h 465381"/>
                <a:gd name="connsiteX18" fmla="*/ 365091 w 523915"/>
                <a:gd name="connsiteY18" fmla="*/ 301528 h 465381"/>
                <a:gd name="connsiteX19" fmla="*/ 359835 w 523915"/>
                <a:gd name="connsiteY19" fmla="*/ 306296 h 465381"/>
                <a:gd name="connsiteX20" fmla="*/ 358992 w 523915"/>
                <a:gd name="connsiteY20" fmla="*/ 307075 h 465381"/>
                <a:gd name="connsiteX21" fmla="*/ 353737 w 523915"/>
                <a:gd name="connsiteY21" fmla="*/ 311454 h 465381"/>
                <a:gd name="connsiteX22" fmla="*/ 348125 w 523915"/>
                <a:gd name="connsiteY22" fmla="*/ 315866 h 465381"/>
                <a:gd name="connsiteX23" fmla="*/ 347184 w 523915"/>
                <a:gd name="connsiteY23" fmla="*/ 316580 h 465381"/>
                <a:gd name="connsiteX24" fmla="*/ 342188 w 523915"/>
                <a:gd name="connsiteY24" fmla="*/ 320213 h 465381"/>
                <a:gd name="connsiteX25" fmla="*/ 341377 w 523915"/>
                <a:gd name="connsiteY25" fmla="*/ 320797 h 465381"/>
                <a:gd name="connsiteX26" fmla="*/ 336349 w 523915"/>
                <a:gd name="connsiteY26" fmla="*/ 324171 h 465381"/>
                <a:gd name="connsiteX27" fmla="*/ 331223 w 523915"/>
                <a:gd name="connsiteY27" fmla="*/ 327415 h 465381"/>
                <a:gd name="connsiteX28" fmla="*/ 328336 w 523915"/>
                <a:gd name="connsiteY28" fmla="*/ 329199 h 465381"/>
                <a:gd name="connsiteX29" fmla="*/ 324216 w 523915"/>
                <a:gd name="connsiteY29" fmla="*/ 331567 h 465381"/>
                <a:gd name="connsiteX30" fmla="*/ 320032 w 523915"/>
                <a:gd name="connsiteY30" fmla="*/ 333838 h 465381"/>
                <a:gd name="connsiteX31" fmla="*/ 315815 w 523915"/>
                <a:gd name="connsiteY31" fmla="*/ 336044 h 465381"/>
                <a:gd name="connsiteX32" fmla="*/ 314322 w 523915"/>
                <a:gd name="connsiteY32" fmla="*/ 336790 h 465381"/>
                <a:gd name="connsiteX33" fmla="*/ 290674 w 523915"/>
                <a:gd name="connsiteY33" fmla="*/ 346846 h 465381"/>
                <a:gd name="connsiteX34" fmla="*/ 191765 w 523915"/>
                <a:gd name="connsiteY34" fmla="*/ 356740 h 465381"/>
                <a:gd name="connsiteX35" fmla="*/ 52501 w 523915"/>
                <a:gd name="connsiteY35" fmla="*/ 275089 h 465381"/>
                <a:gd name="connsiteX36" fmla="*/ 11757 w 523915"/>
                <a:gd name="connsiteY36" fmla="*/ 118924 h 465381"/>
                <a:gd name="connsiteX37" fmla="*/ 62882 w 523915"/>
                <a:gd name="connsiteY37" fmla="*/ 7915 h 465381"/>
                <a:gd name="connsiteX38" fmla="*/ 56913 w 523915"/>
                <a:gd name="connsiteY38" fmla="*/ 0 h 465381"/>
                <a:gd name="connsiteX39" fmla="*/ 2122 w 523915"/>
                <a:gd name="connsiteY39" fmla="*/ 117594 h 465381"/>
                <a:gd name="connsiteX40" fmla="*/ 44748 w 523915"/>
                <a:gd name="connsiteY40" fmla="*/ 280961 h 465381"/>
                <a:gd name="connsiteX41" fmla="*/ 190435 w 523915"/>
                <a:gd name="connsiteY41" fmla="*/ 366375 h 465381"/>
                <a:gd name="connsiteX42" fmla="*/ 221220 w 523915"/>
                <a:gd name="connsiteY42" fmla="*/ 368516 h 465381"/>
                <a:gd name="connsiteX43" fmla="*/ 293885 w 523915"/>
                <a:gd name="connsiteY43" fmla="*/ 356027 h 465381"/>
                <a:gd name="connsiteX44" fmla="*/ 293918 w 523915"/>
                <a:gd name="connsiteY44" fmla="*/ 356027 h 465381"/>
                <a:gd name="connsiteX45" fmla="*/ 316528 w 523915"/>
                <a:gd name="connsiteY45" fmla="*/ 346522 h 465381"/>
                <a:gd name="connsiteX46" fmla="*/ 316561 w 523915"/>
                <a:gd name="connsiteY46" fmla="*/ 346522 h 465381"/>
                <a:gd name="connsiteX47" fmla="*/ 352374 w 523915"/>
                <a:gd name="connsiteY47" fmla="*/ 393884 h 465381"/>
                <a:gd name="connsiteX48" fmla="*/ 330218 w 523915"/>
                <a:gd name="connsiteY48" fmla="*/ 410655 h 465381"/>
                <a:gd name="connsiteX49" fmla="*/ 371643 w 523915"/>
                <a:gd name="connsiteY49" fmla="*/ 465381 h 465381"/>
                <a:gd name="connsiteX50" fmla="*/ 523916 w 523915"/>
                <a:gd name="connsiteY50" fmla="*/ 465381 h 465381"/>
                <a:gd name="connsiteX51" fmla="*/ 516552 w 523915"/>
                <a:gd name="connsiteY51" fmla="*/ 455649 h 46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915" h="465381">
                  <a:moveTo>
                    <a:pt x="516552" y="455649"/>
                  </a:moveTo>
                  <a:lnTo>
                    <a:pt x="376477" y="455649"/>
                  </a:lnTo>
                  <a:lnTo>
                    <a:pt x="343875" y="412537"/>
                  </a:lnTo>
                  <a:lnTo>
                    <a:pt x="358246" y="401637"/>
                  </a:lnTo>
                  <a:lnTo>
                    <a:pt x="410733" y="361931"/>
                  </a:lnTo>
                  <a:lnTo>
                    <a:pt x="404894" y="354145"/>
                  </a:lnTo>
                  <a:lnTo>
                    <a:pt x="404862" y="354145"/>
                  </a:lnTo>
                  <a:lnTo>
                    <a:pt x="360127" y="388012"/>
                  </a:lnTo>
                  <a:lnTo>
                    <a:pt x="325352" y="342045"/>
                  </a:lnTo>
                  <a:cubicBezTo>
                    <a:pt x="326163" y="341623"/>
                    <a:pt x="326974" y="341169"/>
                    <a:pt x="327752" y="340715"/>
                  </a:cubicBezTo>
                  <a:cubicBezTo>
                    <a:pt x="329439" y="339807"/>
                    <a:pt x="331094" y="338834"/>
                    <a:pt x="332748" y="337860"/>
                  </a:cubicBezTo>
                  <a:cubicBezTo>
                    <a:pt x="333300" y="337536"/>
                    <a:pt x="333851" y="337212"/>
                    <a:pt x="334403" y="336855"/>
                  </a:cubicBezTo>
                  <a:cubicBezTo>
                    <a:pt x="336284" y="335752"/>
                    <a:pt x="338133" y="334616"/>
                    <a:pt x="339982" y="333448"/>
                  </a:cubicBezTo>
                  <a:cubicBezTo>
                    <a:pt x="340144" y="333319"/>
                    <a:pt x="340307" y="333221"/>
                    <a:pt x="340469" y="333124"/>
                  </a:cubicBezTo>
                  <a:cubicBezTo>
                    <a:pt x="342642" y="331729"/>
                    <a:pt x="344783" y="330269"/>
                    <a:pt x="346892" y="328810"/>
                  </a:cubicBezTo>
                  <a:cubicBezTo>
                    <a:pt x="349228" y="327155"/>
                    <a:pt x="351563" y="325501"/>
                    <a:pt x="353834" y="323781"/>
                  </a:cubicBezTo>
                  <a:cubicBezTo>
                    <a:pt x="355683" y="322354"/>
                    <a:pt x="357500" y="320959"/>
                    <a:pt x="359284" y="319499"/>
                  </a:cubicBezTo>
                  <a:cubicBezTo>
                    <a:pt x="363306" y="316288"/>
                    <a:pt x="367232" y="312882"/>
                    <a:pt x="370995" y="309313"/>
                  </a:cubicBezTo>
                  <a:lnTo>
                    <a:pt x="365091" y="301528"/>
                  </a:lnTo>
                  <a:cubicBezTo>
                    <a:pt x="363371" y="303150"/>
                    <a:pt x="361620" y="304772"/>
                    <a:pt x="359835" y="306296"/>
                  </a:cubicBezTo>
                  <a:cubicBezTo>
                    <a:pt x="359543" y="306556"/>
                    <a:pt x="359251" y="306816"/>
                    <a:pt x="358992" y="307075"/>
                  </a:cubicBezTo>
                  <a:cubicBezTo>
                    <a:pt x="357273" y="308567"/>
                    <a:pt x="355521" y="310027"/>
                    <a:pt x="353737" y="311454"/>
                  </a:cubicBezTo>
                  <a:cubicBezTo>
                    <a:pt x="351888" y="312979"/>
                    <a:pt x="350039" y="314439"/>
                    <a:pt x="348125" y="315866"/>
                  </a:cubicBezTo>
                  <a:cubicBezTo>
                    <a:pt x="347833" y="316093"/>
                    <a:pt x="347508" y="316353"/>
                    <a:pt x="347184" y="316580"/>
                  </a:cubicBezTo>
                  <a:cubicBezTo>
                    <a:pt x="345562" y="317812"/>
                    <a:pt x="343875" y="319045"/>
                    <a:pt x="342188" y="320213"/>
                  </a:cubicBezTo>
                  <a:cubicBezTo>
                    <a:pt x="341929" y="320408"/>
                    <a:pt x="341637" y="320602"/>
                    <a:pt x="341377" y="320797"/>
                  </a:cubicBezTo>
                  <a:cubicBezTo>
                    <a:pt x="339723" y="321932"/>
                    <a:pt x="338036" y="323068"/>
                    <a:pt x="336349" y="324171"/>
                  </a:cubicBezTo>
                  <a:cubicBezTo>
                    <a:pt x="334662" y="325306"/>
                    <a:pt x="332943" y="326377"/>
                    <a:pt x="331223" y="327415"/>
                  </a:cubicBezTo>
                  <a:cubicBezTo>
                    <a:pt x="330283" y="328031"/>
                    <a:pt x="329310" y="328615"/>
                    <a:pt x="328336" y="329199"/>
                  </a:cubicBezTo>
                  <a:cubicBezTo>
                    <a:pt x="326974" y="330010"/>
                    <a:pt x="325611" y="330788"/>
                    <a:pt x="324216" y="331567"/>
                  </a:cubicBezTo>
                  <a:cubicBezTo>
                    <a:pt x="322822" y="332346"/>
                    <a:pt x="321459" y="333092"/>
                    <a:pt x="320032" y="333838"/>
                  </a:cubicBezTo>
                  <a:cubicBezTo>
                    <a:pt x="318637" y="334584"/>
                    <a:pt x="317242" y="335330"/>
                    <a:pt x="315815" y="336044"/>
                  </a:cubicBezTo>
                  <a:lnTo>
                    <a:pt x="314322" y="336790"/>
                  </a:lnTo>
                  <a:cubicBezTo>
                    <a:pt x="306569" y="340650"/>
                    <a:pt x="298622" y="344056"/>
                    <a:pt x="290674" y="346846"/>
                  </a:cubicBezTo>
                  <a:cubicBezTo>
                    <a:pt x="258785" y="358070"/>
                    <a:pt x="225502" y="361412"/>
                    <a:pt x="191765" y="356740"/>
                  </a:cubicBezTo>
                  <a:cubicBezTo>
                    <a:pt x="135968" y="349019"/>
                    <a:pt x="86530" y="320018"/>
                    <a:pt x="52501" y="275089"/>
                  </a:cubicBezTo>
                  <a:cubicBezTo>
                    <a:pt x="18504" y="230193"/>
                    <a:pt x="4036" y="174721"/>
                    <a:pt x="11757" y="118924"/>
                  </a:cubicBezTo>
                  <a:cubicBezTo>
                    <a:pt x="17498" y="77628"/>
                    <a:pt x="35438" y="38895"/>
                    <a:pt x="62882" y="7915"/>
                  </a:cubicBezTo>
                  <a:lnTo>
                    <a:pt x="56913" y="0"/>
                  </a:lnTo>
                  <a:cubicBezTo>
                    <a:pt x="27457" y="32667"/>
                    <a:pt x="8188" y="73736"/>
                    <a:pt x="2122" y="117594"/>
                  </a:cubicBezTo>
                  <a:cubicBezTo>
                    <a:pt x="-5956" y="175953"/>
                    <a:pt x="9194" y="233988"/>
                    <a:pt x="44748" y="280961"/>
                  </a:cubicBezTo>
                  <a:cubicBezTo>
                    <a:pt x="80334" y="327966"/>
                    <a:pt x="132076" y="358297"/>
                    <a:pt x="190435" y="366375"/>
                  </a:cubicBezTo>
                  <a:cubicBezTo>
                    <a:pt x="200751" y="367802"/>
                    <a:pt x="211002" y="368516"/>
                    <a:pt x="221220" y="368516"/>
                  </a:cubicBezTo>
                  <a:cubicBezTo>
                    <a:pt x="245939" y="368516"/>
                    <a:pt x="270237" y="364331"/>
                    <a:pt x="293885" y="356027"/>
                  </a:cubicBezTo>
                  <a:lnTo>
                    <a:pt x="293918" y="356027"/>
                  </a:lnTo>
                  <a:cubicBezTo>
                    <a:pt x="301509" y="353334"/>
                    <a:pt x="309100" y="350155"/>
                    <a:pt x="316528" y="346522"/>
                  </a:cubicBezTo>
                  <a:lnTo>
                    <a:pt x="316561" y="346522"/>
                  </a:lnTo>
                  <a:lnTo>
                    <a:pt x="352374" y="393884"/>
                  </a:lnTo>
                  <a:lnTo>
                    <a:pt x="330218" y="410655"/>
                  </a:lnTo>
                  <a:lnTo>
                    <a:pt x="371643" y="465381"/>
                  </a:lnTo>
                  <a:lnTo>
                    <a:pt x="523916" y="465381"/>
                  </a:lnTo>
                  <a:lnTo>
                    <a:pt x="516552" y="455649"/>
                  </a:lnTo>
                  <a:close/>
                </a:path>
              </a:pathLst>
            </a:custGeom>
            <a:solidFill>
              <a:srgbClr val="000000"/>
            </a:solidFill>
            <a:ln w="3242" cap="flat">
              <a:noFill/>
              <a:prstDash val="solid"/>
              <a:miter/>
            </a:ln>
          </p:spPr>
          <p:txBody>
            <a:bodyPr rtlCol="0" anchor="ctr"/>
            <a:lstStyle/>
            <a:p>
              <a:endParaRPr lang="en-US"/>
            </a:p>
          </p:txBody>
        </p:sp>
        <p:sp>
          <p:nvSpPr>
            <p:cNvPr id="492" name="Freeform: Shape 1125"/>
            <p:cNvSpPr/>
            <p:nvPr/>
          </p:nvSpPr>
          <p:spPr>
            <a:xfrm>
              <a:off x="2040606" y="2694542"/>
              <a:ext cx="342057" cy="342047"/>
            </a:xfrm>
            <a:custGeom>
              <a:avLst/>
              <a:gdLst>
                <a:gd name="connsiteX0" fmla="*/ 147571 w 342057"/>
                <a:gd name="connsiteY0" fmla="*/ 340426 h 342047"/>
                <a:gd name="connsiteX1" fmla="*/ 171155 w 342057"/>
                <a:gd name="connsiteY1" fmla="*/ 342048 h 342047"/>
                <a:gd name="connsiteX2" fmla="*/ 282845 w 342057"/>
                <a:gd name="connsiteY2" fmla="*/ 300330 h 342047"/>
                <a:gd name="connsiteX3" fmla="*/ 340426 w 342057"/>
                <a:gd name="connsiteY3" fmla="*/ 194479 h 342047"/>
                <a:gd name="connsiteX4" fmla="*/ 194479 w 342057"/>
                <a:gd name="connsiteY4" fmla="*/ 1625 h 342047"/>
                <a:gd name="connsiteX5" fmla="*/ 1625 w 342057"/>
                <a:gd name="connsiteY5" fmla="*/ 147571 h 342047"/>
                <a:gd name="connsiteX6" fmla="*/ 147571 w 342057"/>
                <a:gd name="connsiteY6" fmla="*/ 340426 h 342047"/>
                <a:gd name="connsiteX7" fmla="*/ 11259 w 342057"/>
                <a:gd name="connsiteY7" fmla="*/ 148901 h 342047"/>
                <a:gd name="connsiteX8" fmla="*/ 170928 w 342057"/>
                <a:gd name="connsiteY8" fmla="*/ 9735 h 342047"/>
                <a:gd name="connsiteX9" fmla="*/ 193149 w 342057"/>
                <a:gd name="connsiteY9" fmla="*/ 11259 h 342047"/>
                <a:gd name="connsiteX10" fmla="*/ 330791 w 342057"/>
                <a:gd name="connsiteY10" fmla="*/ 193149 h 342047"/>
                <a:gd name="connsiteX11" fmla="*/ 148934 w 342057"/>
                <a:gd name="connsiteY11" fmla="*/ 330791 h 342047"/>
                <a:gd name="connsiteX12" fmla="*/ 11259 w 342057"/>
                <a:gd name="connsiteY12" fmla="*/ 148901 h 34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057" h="342047">
                  <a:moveTo>
                    <a:pt x="147571" y="340426"/>
                  </a:moveTo>
                  <a:cubicBezTo>
                    <a:pt x="155519" y="341529"/>
                    <a:pt x="163369" y="342048"/>
                    <a:pt x="171155" y="342048"/>
                  </a:cubicBezTo>
                  <a:cubicBezTo>
                    <a:pt x="213132" y="342048"/>
                    <a:pt x="252481" y="326509"/>
                    <a:pt x="282845" y="300330"/>
                  </a:cubicBezTo>
                  <a:cubicBezTo>
                    <a:pt x="313176" y="274119"/>
                    <a:pt x="334489" y="237235"/>
                    <a:pt x="340426" y="194479"/>
                  </a:cubicBezTo>
                  <a:cubicBezTo>
                    <a:pt x="353369" y="101052"/>
                    <a:pt x="287873" y="14568"/>
                    <a:pt x="194479" y="1625"/>
                  </a:cubicBezTo>
                  <a:cubicBezTo>
                    <a:pt x="101052" y="-11287"/>
                    <a:pt x="14568" y="54177"/>
                    <a:pt x="1625" y="147571"/>
                  </a:cubicBezTo>
                  <a:cubicBezTo>
                    <a:pt x="-11287" y="240998"/>
                    <a:pt x="54177" y="327482"/>
                    <a:pt x="147571" y="340426"/>
                  </a:cubicBezTo>
                  <a:close/>
                  <a:moveTo>
                    <a:pt x="11259" y="148901"/>
                  </a:moveTo>
                  <a:cubicBezTo>
                    <a:pt x="22418" y="68288"/>
                    <a:pt x="91710" y="9735"/>
                    <a:pt x="170928" y="9735"/>
                  </a:cubicBezTo>
                  <a:cubicBezTo>
                    <a:pt x="178259" y="9735"/>
                    <a:pt x="185688" y="10221"/>
                    <a:pt x="193149" y="11259"/>
                  </a:cubicBezTo>
                  <a:cubicBezTo>
                    <a:pt x="281223" y="23456"/>
                    <a:pt x="342988" y="105042"/>
                    <a:pt x="330791" y="193149"/>
                  </a:cubicBezTo>
                  <a:cubicBezTo>
                    <a:pt x="318594" y="281223"/>
                    <a:pt x="236943" y="342956"/>
                    <a:pt x="148934" y="330791"/>
                  </a:cubicBezTo>
                  <a:cubicBezTo>
                    <a:pt x="60827" y="318594"/>
                    <a:pt x="-906" y="237007"/>
                    <a:pt x="11259" y="148901"/>
                  </a:cubicBezTo>
                  <a:close/>
                </a:path>
              </a:pathLst>
            </a:custGeom>
            <a:solidFill>
              <a:srgbClr val="000000"/>
            </a:solidFill>
            <a:ln w="3242" cap="flat">
              <a:noFill/>
              <a:prstDash val="solid"/>
              <a:miter/>
            </a:ln>
          </p:spPr>
          <p:txBody>
            <a:bodyPr rtlCol="0" anchor="ctr"/>
            <a:lstStyle/>
            <a:p>
              <a:endParaRPr lang="en-US"/>
            </a:p>
          </p:txBody>
        </p:sp>
        <p:sp>
          <p:nvSpPr>
            <p:cNvPr id="493" name="Freeform: Shape 824"/>
            <p:cNvSpPr/>
            <p:nvPr/>
          </p:nvSpPr>
          <p:spPr>
            <a:xfrm>
              <a:off x="2019653" y="2623907"/>
              <a:ext cx="535905" cy="559213"/>
            </a:xfrm>
            <a:custGeom>
              <a:avLst/>
              <a:gdLst>
                <a:gd name="connsiteX0" fmla="*/ 535905 w 535905"/>
                <a:gd name="connsiteY0" fmla="*/ 559213 h 559213"/>
                <a:gd name="connsiteX1" fmla="*/ 495226 w 535905"/>
                <a:gd name="connsiteY1" fmla="*/ 559213 h 559213"/>
                <a:gd name="connsiteX2" fmla="*/ 404232 w 535905"/>
                <a:gd name="connsiteY2" fmla="*/ 438959 h 559213"/>
                <a:gd name="connsiteX3" fmla="*/ 382043 w 535905"/>
                <a:gd name="connsiteY3" fmla="*/ 455763 h 559213"/>
                <a:gd name="connsiteX4" fmla="*/ 372246 w 535905"/>
                <a:gd name="connsiteY4" fmla="*/ 442722 h 559213"/>
                <a:gd name="connsiteX5" fmla="*/ 342305 w 535905"/>
                <a:gd name="connsiteY5" fmla="*/ 403146 h 559213"/>
                <a:gd name="connsiteX6" fmla="*/ 336400 w 535905"/>
                <a:gd name="connsiteY6" fmla="*/ 395360 h 559213"/>
                <a:gd name="connsiteX7" fmla="*/ 344478 w 535905"/>
                <a:gd name="connsiteY7" fmla="*/ 387347 h 559213"/>
                <a:gd name="connsiteX8" fmla="*/ 348695 w 535905"/>
                <a:gd name="connsiteY8" fmla="*/ 382871 h 559213"/>
                <a:gd name="connsiteX9" fmla="*/ 360957 w 535905"/>
                <a:gd name="connsiteY9" fmla="*/ 367527 h 559213"/>
                <a:gd name="connsiteX10" fmla="*/ 362807 w 535905"/>
                <a:gd name="connsiteY10" fmla="*/ 364899 h 559213"/>
                <a:gd name="connsiteX11" fmla="*/ 365694 w 535905"/>
                <a:gd name="connsiteY11" fmla="*/ 360714 h 559213"/>
                <a:gd name="connsiteX12" fmla="*/ 399269 w 535905"/>
                <a:gd name="connsiteY12" fmla="*/ 272348 h 559213"/>
                <a:gd name="connsiteX13" fmla="*/ 358492 w 535905"/>
                <a:gd name="connsiteY13" fmla="*/ 116086 h 559213"/>
                <a:gd name="connsiteX14" fmla="*/ 219196 w 535905"/>
                <a:gd name="connsiteY14" fmla="*/ 34467 h 559213"/>
                <a:gd name="connsiteX15" fmla="*/ 46778 w 535905"/>
                <a:gd name="connsiteY15" fmla="*/ 88804 h 559213"/>
                <a:gd name="connsiteX16" fmla="*/ 45253 w 535905"/>
                <a:gd name="connsiteY16" fmla="*/ 90167 h 559213"/>
                <a:gd name="connsiteX17" fmla="*/ 45124 w 535905"/>
                <a:gd name="connsiteY17" fmla="*/ 90296 h 559213"/>
                <a:gd name="connsiteX18" fmla="*/ 34191 w 535905"/>
                <a:gd name="connsiteY18" fmla="*/ 101748 h 559213"/>
                <a:gd name="connsiteX19" fmla="*/ 28223 w 535905"/>
                <a:gd name="connsiteY19" fmla="*/ 93832 h 559213"/>
                <a:gd name="connsiteX20" fmla="*/ 0 w 535905"/>
                <a:gd name="connsiteY20" fmla="*/ 56527 h 559213"/>
                <a:gd name="connsiteX21" fmla="*/ 62609 w 535905"/>
                <a:gd name="connsiteY21" fmla="*/ 9327 h 559213"/>
                <a:gd name="connsiteX22" fmla="*/ 76785 w 535905"/>
                <a:gd name="connsiteY22" fmla="*/ 28044 h 559213"/>
                <a:gd name="connsiteX23" fmla="*/ 223640 w 535905"/>
                <a:gd name="connsiteY23" fmla="*/ 2320 h 559213"/>
                <a:gd name="connsiteX24" fmla="*/ 384346 w 535905"/>
                <a:gd name="connsiteY24" fmla="*/ 96525 h 559213"/>
                <a:gd name="connsiteX25" fmla="*/ 431384 w 535905"/>
                <a:gd name="connsiteY25" fmla="*/ 276793 h 559213"/>
                <a:gd name="connsiteX26" fmla="*/ 392684 w 535905"/>
                <a:gd name="connsiteY26" fmla="*/ 378751 h 559213"/>
                <a:gd name="connsiteX27" fmla="*/ 389375 w 535905"/>
                <a:gd name="connsiteY27" fmla="*/ 383552 h 559213"/>
                <a:gd name="connsiteX28" fmla="*/ 387234 w 535905"/>
                <a:gd name="connsiteY28" fmla="*/ 386536 h 559213"/>
                <a:gd name="connsiteX29" fmla="*/ 378767 w 535905"/>
                <a:gd name="connsiteY29" fmla="*/ 397598 h 559213"/>
                <a:gd name="connsiteX30" fmla="*/ 388369 w 535905"/>
                <a:gd name="connsiteY30" fmla="*/ 410282 h 559213"/>
                <a:gd name="connsiteX31" fmla="*/ 410525 w 535905"/>
                <a:gd name="connsiteY31" fmla="*/ 393511 h 559213"/>
                <a:gd name="connsiteX32" fmla="*/ 535905 w 535905"/>
                <a:gd name="connsiteY32" fmla="*/ 559213 h 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5905" h="559213">
                  <a:moveTo>
                    <a:pt x="535905" y="559213"/>
                  </a:moveTo>
                  <a:lnTo>
                    <a:pt x="495226" y="559213"/>
                  </a:lnTo>
                  <a:lnTo>
                    <a:pt x="404232" y="438959"/>
                  </a:lnTo>
                  <a:lnTo>
                    <a:pt x="382043" y="455763"/>
                  </a:lnTo>
                  <a:lnTo>
                    <a:pt x="372246" y="442722"/>
                  </a:lnTo>
                  <a:lnTo>
                    <a:pt x="342305" y="403146"/>
                  </a:lnTo>
                  <a:lnTo>
                    <a:pt x="336400" y="395360"/>
                  </a:lnTo>
                  <a:cubicBezTo>
                    <a:pt x="339158" y="392765"/>
                    <a:pt x="341850" y="390105"/>
                    <a:pt x="344478" y="387347"/>
                  </a:cubicBezTo>
                  <a:cubicBezTo>
                    <a:pt x="344835" y="386958"/>
                    <a:pt x="348241" y="383357"/>
                    <a:pt x="348695" y="382871"/>
                  </a:cubicBezTo>
                  <a:cubicBezTo>
                    <a:pt x="352977" y="378070"/>
                    <a:pt x="357000" y="373041"/>
                    <a:pt x="360957" y="367527"/>
                  </a:cubicBezTo>
                  <a:cubicBezTo>
                    <a:pt x="361606" y="366651"/>
                    <a:pt x="362223" y="365775"/>
                    <a:pt x="362807" y="364899"/>
                  </a:cubicBezTo>
                  <a:cubicBezTo>
                    <a:pt x="362839" y="364867"/>
                    <a:pt x="364785" y="362142"/>
                    <a:pt x="365694" y="360714"/>
                  </a:cubicBezTo>
                  <a:cubicBezTo>
                    <a:pt x="383535" y="334081"/>
                    <a:pt x="394825" y="304366"/>
                    <a:pt x="399269" y="272348"/>
                  </a:cubicBezTo>
                  <a:cubicBezTo>
                    <a:pt x="406989" y="216520"/>
                    <a:pt x="392489" y="161015"/>
                    <a:pt x="358492" y="116086"/>
                  </a:cubicBezTo>
                  <a:cubicBezTo>
                    <a:pt x="324463" y="71157"/>
                    <a:pt x="275024" y="42156"/>
                    <a:pt x="219196" y="34467"/>
                  </a:cubicBezTo>
                  <a:cubicBezTo>
                    <a:pt x="156262" y="25741"/>
                    <a:pt x="93427" y="45562"/>
                    <a:pt x="46778" y="88804"/>
                  </a:cubicBezTo>
                  <a:lnTo>
                    <a:pt x="45253" y="90167"/>
                  </a:lnTo>
                  <a:lnTo>
                    <a:pt x="45124" y="90296"/>
                  </a:lnTo>
                  <a:cubicBezTo>
                    <a:pt x="41328" y="93994"/>
                    <a:pt x="37663" y="97790"/>
                    <a:pt x="34191" y="101748"/>
                  </a:cubicBezTo>
                  <a:lnTo>
                    <a:pt x="28223" y="93832"/>
                  </a:lnTo>
                  <a:lnTo>
                    <a:pt x="0" y="56527"/>
                  </a:lnTo>
                  <a:lnTo>
                    <a:pt x="62609" y="9327"/>
                  </a:lnTo>
                  <a:lnTo>
                    <a:pt x="76785" y="28044"/>
                  </a:lnTo>
                  <a:cubicBezTo>
                    <a:pt x="121357" y="4493"/>
                    <a:pt x="172482" y="-4752"/>
                    <a:pt x="223640" y="2320"/>
                  </a:cubicBezTo>
                  <a:cubicBezTo>
                    <a:pt x="288033" y="11208"/>
                    <a:pt x="345094" y="44654"/>
                    <a:pt x="384346" y="96525"/>
                  </a:cubicBezTo>
                  <a:cubicBezTo>
                    <a:pt x="423599" y="148364"/>
                    <a:pt x="440305" y="212400"/>
                    <a:pt x="431384" y="276793"/>
                  </a:cubicBezTo>
                  <a:cubicBezTo>
                    <a:pt x="426291" y="313709"/>
                    <a:pt x="413250" y="348030"/>
                    <a:pt x="392684" y="378751"/>
                  </a:cubicBezTo>
                  <a:cubicBezTo>
                    <a:pt x="391613" y="380373"/>
                    <a:pt x="389375" y="383552"/>
                    <a:pt x="389375" y="383552"/>
                  </a:cubicBezTo>
                  <a:cubicBezTo>
                    <a:pt x="388661" y="384558"/>
                    <a:pt x="387947" y="385563"/>
                    <a:pt x="387234" y="386536"/>
                  </a:cubicBezTo>
                  <a:cubicBezTo>
                    <a:pt x="384444" y="390397"/>
                    <a:pt x="381654" y="394062"/>
                    <a:pt x="378767" y="397598"/>
                  </a:cubicBezTo>
                  <a:lnTo>
                    <a:pt x="388369" y="410282"/>
                  </a:lnTo>
                  <a:lnTo>
                    <a:pt x="410525" y="393511"/>
                  </a:lnTo>
                  <a:lnTo>
                    <a:pt x="535905" y="559213"/>
                  </a:lnTo>
                  <a:close/>
                </a:path>
              </a:pathLst>
            </a:custGeom>
            <a:solidFill>
              <a:srgbClr val="CFABCF"/>
            </a:solidFill>
            <a:ln w="3242" cap="flat">
              <a:noFill/>
              <a:prstDash val="solid"/>
              <a:miter/>
            </a:ln>
          </p:spPr>
          <p:txBody>
            <a:bodyPr rtlCol="0" anchor="ctr"/>
            <a:lstStyle/>
            <a:p>
              <a:endParaRPr lang="en-US"/>
            </a:p>
          </p:txBody>
        </p:sp>
      </p:grpSp>
      <p:grpSp>
        <p:nvGrpSpPr>
          <p:cNvPr id="494" name="Group 1220"/>
          <p:cNvGrpSpPr/>
          <p:nvPr/>
        </p:nvGrpSpPr>
        <p:grpSpPr>
          <a:xfrm>
            <a:off x="7318292" y="3684989"/>
            <a:ext cx="383115" cy="383022"/>
            <a:chOff x="4221983" y="5199317"/>
            <a:chExt cx="640126" cy="639971"/>
          </a:xfrm>
          <a:solidFill>
            <a:schemeClr val="bg1"/>
          </a:solidFill>
        </p:grpSpPr>
        <p:sp>
          <p:nvSpPr>
            <p:cNvPr id="495" name="Freeform: Shape 1147"/>
            <p:cNvSpPr/>
            <p:nvPr/>
          </p:nvSpPr>
          <p:spPr>
            <a:xfrm>
              <a:off x="4322122" y="5444108"/>
              <a:ext cx="89690" cy="139717"/>
            </a:xfrm>
            <a:custGeom>
              <a:avLst/>
              <a:gdLst>
                <a:gd name="connsiteX0" fmla="*/ 39877 w 89690"/>
                <a:gd name="connsiteY0" fmla="*/ 0 h 139717"/>
                <a:gd name="connsiteX1" fmla="*/ 39877 w 89690"/>
                <a:gd name="connsiteY1" fmla="*/ 15798 h 139717"/>
                <a:gd name="connsiteX2" fmla="*/ 26771 w 89690"/>
                <a:gd name="connsiteY2" fmla="*/ 17907 h 139717"/>
                <a:gd name="connsiteX3" fmla="*/ 9935 w 89690"/>
                <a:gd name="connsiteY3" fmla="*/ 40160 h 139717"/>
                <a:gd name="connsiteX4" fmla="*/ 46430 w 89690"/>
                <a:gd name="connsiteY4" fmla="*/ 65528 h 139717"/>
                <a:gd name="connsiteX5" fmla="*/ 79843 w 89690"/>
                <a:gd name="connsiteY5" fmla="*/ 89339 h 139717"/>
                <a:gd name="connsiteX6" fmla="*/ 79843 w 89690"/>
                <a:gd name="connsiteY6" fmla="*/ 89631 h 139717"/>
                <a:gd name="connsiteX7" fmla="*/ 79843 w 89690"/>
                <a:gd name="connsiteY7" fmla="*/ 89923 h 139717"/>
                <a:gd name="connsiteX8" fmla="*/ 68716 w 89690"/>
                <a:gd name="connsiteY8" fmla="*/ 108219 h 139717"/>
                <a:gd name="connsiteX9" fmla="*/ 20835 w 89690"/>
                <a:gd name="connsiteY9" fmla="*/ 108219 h 139717"/>
                <a:gd name="connsiteX10" fmla="*/ 9740 w 89690"/>
                <a:gd name="connsiteY10" fmla="*/ 89923 h 139717"/>
                <a:gd name="connsiteX11" fmla="*/ 9 w 89690"/>
                <a:gd name="connsiteY11" fmla="*/ 89696 h 139717"/>
                <a:gd name="connsiteX12" fmla="*/ 15904 w 89690"/>
                <a:gd name="connsiteY12" fmla="*/ 116621 h 139717"/>
                <a:gd name="connsiteX13" fmla="*/ 39910 w 89690"/>
                <a:gd name="connsiteY13" fmla="*/ 123563 h 139717"/>
                <a:gd name="connsiteX14" fmla="*/ 39910 w 89690"/>
                <a:gd name="connsiteY14" fmla="*/ 139718 h 139717"/>
                <a:gd name="connsiteX15" fmla="*/ 49642 w 89690"/>
                <a:gd name="connsiteY15" fmla="*/ 139718 h 139717"/>
                <a:gd name="connsiteX16" fmla="*/ 49642 w 89690"/>
                <a:gd name="connsiteY16" fmla="*/ 123563 h 139717"/>
                <a:gd name="connsiteX17" fmla="*/ 73647 w 89690"/>
                <a:gd name="connsiteY17" fmla="*/ 116621 h 139717"/>
                <a:gd name="connsiteX18" fmla="*/ 89575 w 89690"/>
                <a:gd name="connsiteY18" fmla="*/ 89988 h 139717"/>
                <a:gd name="connsiteX19" fmla="*/ 48863 w 89690"/>
                <a:gd name="connsiteY19" fmla="*/ 56089 h 139717"/>
                <a:gd name="connsiteX20" fmla="*/ 19699 w 89690"/>
                <a:gd name="connsiteY20" fmla="*/ 39414 h 139717"/>
                <a:gd name="connsiteX21" fmla="*/ 29756 w 89690"/>
                <a:gd name="connsiteY21" fmla="*/ 27152 h 139717"/>
                <a:gd name="connsiteX22" fmla="*/ 70500 w 89690"/>
                <a:gd name="connsiteY22" fmla="*/ 32310 h 139717"/>
                <a:gd name="connsiteX23" fmla="*/ 78967 w 89690"/>
                <a:gd name="connsiteY23" fmla="*/ 27541 h 139717"/>
                <a:gd name="connsiteX24" fmla="*/ 49642 w 89690"/>
                <a:gd name="connsiteY24" fmla="*/ 15928 h 139717"/>
                <a:gd name="connsiteX25" fmla="*/ 49642 w 89690"/>
                <a:gd name="connsiteY25" fmla="*/ 0 h 139717"/>
                <a:gd name="connsiteX26" fmla="*/ 39910 w 89690"/>
                <a:gd name="connsiteY26" fmla="*/ 0 h 13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690" h="139717">
                  <a:moveTo>
                    <a:pt x="39877" y="0"/>
                  </a:moveTo>
                  <a:lnTo>
                    <a:pt x="39877" y="15798"/>
                  </a:lnTo>
                  <a:cubicBezTo>
                    <a:pt x="35108" y="16025"/>
                    <a:pt x="30567" y="16707"/>
                    <a:pt x="26771" y="17907"/>
                  </a:cubicBezTo>
                  <a:cubicBezTo>
                    <a:pt x="15028" y="21605"/>
                    <a:pt x="8897" y="29812"/>
                    <a:pt x="9935" y="40160"/>
                  </a:cubicBezTo>
                  <a:cubicBezTo>
                    <a:pt x="10778" y="56510"/>
                    <a:pt x="28880" y="61084"/>
                    <a:pt x="46430" y="65528"/>
                  </a:cubicBezTo>
                  <a:cubicBezTo>
                    <a:pt x="68100" y="71011"/>
                    <a:pt x="81173" y="75358"/>
                    <a:pt x="79843" y="89339"/>
                  </a:cubicBezTo>
                  <a:lnTo>
                    <a:pt x="79843" y="89631"/>
                  </a:lnTo>
                  <a:cubicBezTo>
                    <a:pt x="79843" y="89631"/>
                    <a:pt x="79843" y="89923"/>
                    <a:pt x="79843" y="89923"/>
                  </a:cubicBezTo>
                  <a:cubicBezTo>
                    <a:pt x="80005" y="97644"/>
                    <a:pt x="76275" y="103807"/>
                    <a:pt x="68716" y="108219"/>
                  </a:cubicBezTo>
                  <a:cubicBezTo>
                    <a:pt x="55513" y="115972"/>
                    <a:pt x="34038" y="115972"/>
                    <a:pt x="20835" y="108219"/>
                  </a:cubicBezTo>
                  <a:cubicBezTo>
                    <a:pt x="13276" y="103775"/>
                    <a:pt x="9546" y="97611"/>
                    <a:pt x="9740" y="89923"/>
                  </a:cubicBezTo>
                  <a:lnTo>
                    <a:pt x="9" y="89696"/>
                  </a:lnTo>
                  <a:cubicBezTo>
                    <a:pt x="-251" y="100888"/>
                    <a:pt x="5394" y="110458"/>
                    <a:pt x="15904" y="116621"/>
                  </a:cubicBezTo>
                  <a:cubicBezTo>
                    <a:pt x="22749" y="120643"/>
                    <a:pt x="31216" y="122947"/>
                    <a:pt x="39910" y="123563"/>
                  </a:cubicBezTo>
                  <a:lnTo>
                    <a:pt x="39910" y="139718"/>
                  </a:lnTo>
                  <a:lnTo>
                    <a:pt x="49642" y="139718"/>
                  </a:lnTo>
                  <a:lnTo>
                    <a:pt x="49642" y="123563"/>
                  </a:lnTo>
                  <a:cubicBezTo>
                    <a:pt x="58368" y="122947"/>
                    <a:pt x="66834" y="120643"/>
                    <a:pt x="73647" y="116621"/>
                  </a:cubicBezTo>
                  <a:cubicBezTo>
                    <a:pt x="84060" y="110490"/>
                    <a:pt x="89737" y="101050"/>
                    <a:pt x="89575" y="89988"/>
                  </a:cubicBezTo>
                  <a:cubicBezTo>
                    <a:pt x="91554" y="66923"/>
                    <a:pt x="67873" y="60922"/>
                    <a:pt x="48863" y="56089"/>
                  </a:cubicBezTo>
                  <a:cubicBezTo>
                    <a:pt x="31540" y="51709"/>
                    <a:pt x="20154" y="48173"/>
                    <a:pt x="19699" y="39414"/>
                  </a:cubicBezTo>
                  <a:cubicBezTo>
                    <a:pt x="19310" y="35619"/>
                    <a:pt x="19959" y="30234"/>
                    <a:pt x="29756" y="27152"/>
                  </a:cubicBezTo>
                  <a:cubicBezTo>
                    <a:pt x="45911" y="22059"/>
                    <a:pt x="68197" y="28255"/>
                    <a:pt x="70500" y="32310"/>
                  </a:cubicBezTo>
                  <a:lnTo>
                    <a:pt x="78967" y="27541"/>
                  </a:lnTo>
                  <a:cubicBezTo>
                    <a:pt x="75269" y="20988"/>
                    <a:pt x="62650" y="16901"/>
                    <a:pt x="49642" y="15928"/>
                  </a:cubicBezTo>
                  <a:lnTo>
                    <a:pt x="49642" y="0"/>
                  </a:lnTo>
                  <a:lnTo>
                    <a:pt x="39910" y="0"/>
                  </a:lnTo>
                  <a:close/>
                </a:path>
              </a:pathLst>
            </a:custGeom>
            <a:grpFill/>
            <a:ln w="3242" cap="flat">
              <a:noFill/>
              <a:prstDash val="solid"/>
              <a:miter/>
            </a:ln>
          </p:spPr>
          <p:txBody>
            <a:bodyPr rtlCol="0" anchor="ctr"/>
            <a:lstStyle/>
            <a:p>
              <a:endParaRPr lang="en-US"/>
            </a:p>
          </p:txBody>
        </p:sp>
        <p:sp>
          <p:nvSpPr>
            <p:cNvPr id="496" name="Freeform: Shape 1148"/>
            <p:cNvSpPr/>
            <p:nvPr/>
          </p:nvSpPr>
          <p:spPr>
            <a:xfrm>
              <a:off x="4221983" y="5199317"/>
              <a:ext cx="600823" cy="629947"/>
            </a:xfrm>
            <a:custGeom>
              <a:avLst/>
              <a:gdLst>
                <a:gd name="connsiteX0" fmla="*/ 589697 w 600823"/>
                <a:gd name="connsiteY0" fmla="*/ 607499 h 629947"/>
                <a:gd name="connsiteX1" fmla="*/ 577012 w 600823"/>
                <a:gd name="connsiteY1" fmla="*/ 605910 h 629947"/>
                <a:gd name="connsiteX2" fmla="*/ 576201 w 600823"/>
                <a:gd name="connsiteY2" fmla="*/ 605683 h 629947"/>
                <a:gd name="connsiteX3" fmla="*/ 576169 w 600823"/>
                <a:gd name="connsiteY3" fmla="*/ 605683 h 629947"/>
                <a:gd name="connsiteX4" fmla="*/ 544540 w 600823"/>
                <a:gd name="connsiteY4" fmla="*/ 611198 h 629947"/>
                <a:gd name="connsiteX5" fmla="*/ 533673 w 600823"/>
                <a:gd name="connsiteY5" fmla="*/ 612171 h 629947"/>
                <a:gd name="connsiteX6" fmla="*/ 357785 w 600823"/>
                <a:gd name="connsiteY6" fmla="*/ 619340 h 629947"/>
                <a:gd name="connsiteX7" fmla="*/ 239574 w 600823"/>
                <a:gd name="connsiteY7" fmla="*/ 614247 h 629947"/>
                <a:gd name="connsiteX8" fmla="*/ 239574 w 600823"/>
                <a:gd name="connsiteY8" fmla="*/ 614247 h 629947"/>
                <a:gd name="connsiteX9" fmla="*/ 239704 w 600823"/>
                <a:gd name="connsiteY9" fmla="*/ 611036 h 629947"/>
                <a:gd name="connsiteX10" fmla="*/ 236135 w 600823"/>
                <a:gd name="connsiteY10" fmla="*/ 580867 h 629947"/>
                <a:gd name="connsiteX11" fmla="*/ 230620 w 600823"/>
                <a:gd name="connsiteY11" fmla="*/ 579439 h 629947"/>
                <a:gd name="connsiteX12" fmla="*/ 229582 w 600823"/>
                <a:gd name="connsiteY12" fmla="*/ 579634 h 629947"/>
                <a:gd name="connsiteX13" fmla="*/ 229485 w 600823"/>
                <a:gd name="connsiteY13" fmla="*/ 579439 h 629947"/>
                <a:gd name="connsiteX14" fmla="*/ 229712 w 600823"/>
                <a:gd name="connsiteY14" fmla="*/ 571102 h 629947"/>
                <a:gd name="connsiteX15" fmla="*/ 229582 w 600823"/>
                <a:gd name="connsiteY15" fmla="*/ 549011 h 629947"/>
                <a:gd name="connsiteX16" fmla="*/ 248105 w 600823"/>
                <a:gd name="connsiteY16" fmla="*/ 544923 h 629947"/>
                <a:gd name="connsiteX17" fmla="*/ 249663 w 600823"/>
                <a:gd name="connsiteY17" fmla="*/ 540706 h 629947"/>
                <a:gd name="connsiteX18" fmla="*/ 249598 w 600823"/>
                <a:gd name="connsiteY18" fmla="*/ 539830 h 629947"/>
                <a:gd name="connsiteX19" fmla="*/ 249468 w 600823"/>
                <a:gd name="connsiteY19" fmla="*/ 539538 h 629947"/>
                <a:gd name="connsiteX20" fmla="*/ 249695 w 600823"/>
                <a:gd name="connsiteY20" fmla="*/ 531201 h 629947"/>
                <a:gd name="connsiteX21" fmla="*/ 246127 w 600823"/>
                <a:gd name="connsiteY21" fmla="*/ 501032 h 629947"/>
                <a:gd name="connsiteX22" fmla="*/ 240612 w 600823"/>
                <a:gd name="connsiteY22" fmla="*/ 499605 h 629947"/>
                <a:gd name="connsiteX23" fmla="*/ 239574 w 600823"/>
                <a:gd name="connsiteY23" fmla="*/ 499800 h 629947"/>
                <a:gd name="connsiteX24" fmla="*/ 239476 w 600823"/>
                <a:gd name="connsiteY24" fmla="*/ 499605 h 629947"/>
                <a:gd name="connsiteX25" fmla="*/ 239704 w 600823"/>
                <a:gd name="connsiteY25" fmla="*/ 491268 h 629947"/>
                <a:gd name="connsiteX26" fmla="*/ 236135 w 600823"/>
                <a:gd name="connsiteY26" fmla="*/ 461099 h 629947"/>
                <a:gd name="connsiteX27" fmla="*/ 230620 w 600823"/>
                <a:gd name="connsiteY27" fmla="*/ 459672 h 629947"/>
                <a:gd name="connsiteX28" fmla="*/ 229582 w 600823"/>
                <a:gd name="connsiteY28" fmla="*/ 459866 h 629947"/>
                <a:gd name="connsiteX29" fmla="*/ 229485 w 600823"/>
                <a:gd name="connsiteY29" fmla="*/ 459672 h 629947"/>
                <a:gd name="connsiteX30" fmla="*/ 229712 w 600823"/>
                <a:gd name="connsiteY30" fmla="*/ 451335 h 629947"/>
                <a:gd name="connsiteX31" fmla="*/ 226144 w 600823"/>
                <a:gd name="connsiteY31" fmla="*/ 421166 h 629947"/>
                <a:gd name="connsiteX32" fmla="*/ 220629 w 600823"/>
                <a:gd name="connsiteY32" fmla="*/ 419738 h 629947"/>
                <a:gd name="connsiteX33" fmla="*/ 219331 w 600823"/>
                <a:gd name="connsiteY33" fmla="*/ 419998 h 629947"/>
                <a:gd name="connsiteX34" fmla="*/ 219331 w 600823"/>
                <a:gd name="connsiteY34" fmla="*/ 419998 h 629947"/>
                <a:gd name="connsiteX35" fmla="*/ 184589 w 600823"/>
                <a:gd name="connsiteY35" fmla="*/ 420095 h 629947"/>
                <a:gd name="connsiteX36" fmla="*/ 249695 w 600823"/>
                <a:gd name="connsiteY36" fmla="*/ 314633 h 629947"/>
                <a:gd name="connsiteX37" fmla="*/ 168887 w 600823"/>
                <a:gd name="connsiteY37" fmla="*/ 204306 h 629947"/>
                <a:gd name="connsiteX38" fmla="*/ 210184 w 600823"/>
                <a:gd name="connsiteY38" fmla="*/ 162393 h 629947"/>
                <a:gd name="connsiteX39" fmla="*/ 212227 w 600823"/>
                <a:gd name="connsiteY39" fmla="*/ 160966 h 629947"/>
                <a:gd name="connsiteX40" fmla="*/ 385326 w 600823"/>
                <a:gd name="connsiteY40" fmla="*/ 129694 h 629947"/>
                <a:gd name="connsiteX41" fmla="*/ 396453 w 600823"/>
                <a:gd name="connsiteY41" fmla="*/ 129889 h 629947"/>
                <a:gd name="connsiteX42" fmla="*/ 398075 w 600823"/>
                <a:gd name="connsiteY42" fmla="*/ 129824 h 629947"/>
                <a:gd name="connsiteX43" fmla="*/ 398594 w 600823"/>
                <a:gd name="connsiteY43" fmla="*/ 120060 h 629947"/>
                <a:gd name="connsiteX44" fmla="*/ 396291 w 600823"/>
                <a:gd name="connsiteY44" fmla="*/ 120157 h 629947"/>
                <a:gd name="connsiteX45" fmla="*/ 385520 w 600823"/>
                <a:gd name="connsiteY45" fmla="*/ 119962 h 629947"/>
                <a:gd name="connsiteX46" fmla="*/ 299425 w 600823"/>
                <a:gd name="connsiteY46" fmla="*/ 121811 h 629947"/>
                <a:gd name="connsiteX47" fmla="*/ 304778 w 600823"/>
                <a:gd name="connsiteY47" fmla="*/ 93459 h 629947"/>
                <a:gd name="connsiteX48" fmla="*/ 314704 w 600823"/>
                <a:gd name="connsiteY48" fmla="*/ 89955 h 629947"/>
                <a:gd name="connsiteX49" fmla="*/ 384093 w 600823"/>
                <a:gd name="connsiteY49" fmla="*/ 89955 h 629947"/>
                <a:gd name="connsiteX50" fmla="*/ 388537 w 600823"/>
                <a:gd name="connsiteY50" fmla="*/ 80224 h 629947"/>
                <a:gd name="connsiteX51" fmla="*/ 314769 w 600823"/>
                <a:gd name="connsiteY51" fmla="*/ 80224 h 629947"/>
                <a:gd name="connsiteX52" fmla="*/ 308216 w 600823"/>
                <a:gd name="connsiteY52" fmla="*/ 80937 h 629947"/>
                <a:gd name="connsiteX53" fmla="*/ 281324 w 600823"/>
                <a:gd name="connsiteY53" fmla="*/ 18166 h 629947"/>
                <a:gd name="connsiteX54" fmla="*/ 304356 w 600823"/>
                <a:gd name="connsiteY54" fmla="*/ 10510 h 629947"/>
                <a:gd name="connsiteX55" fmla="*/ 319830 w 600823"/>
                <a:gd name="connsiteY55" fmla="*/ 18264 h 629947"/>
                <a:gd name="connsiteX56" fmla="*/ 319830 w 600823"/>
                <a:gd name="connsiteY56" fmla="*/ 35197 h 629947"/>
                <a:gd name="connsiteX57" fmla="*/ 329562 w 600823"/>
                <a:gd name="connsiteY57" fmla="*/ 35197 h 629947"/>
                <a:gd name="connsiteX58" fmla="*/ 329562 w 600823"/>
                <a:gd name="connsiteY58" fmla="*/ 18750 h 629947"/>
                <a:gd name="connsiteX59" fmla="*/ 329562 w 600823"/>
                <a:gd name="connsiteY59" fmla="*/ 18750 h 629947"/>
                <a:gd name="connsiteX60" fmla="*/ 354638 w 600823"/>
                <a:gd name="connsiteY60" fmla="*/ 10381 h 629947"/>
                <a:gd name="connsiteX61" fmla="*/ 378416 w 600823"/>
                <a:gd name="connsiteY61" fmla="*/ 18328 h 629947"/>
                <a:gd name="connsiteX62" fmla="*/ 369982 w 600823"/>
                <a:gd name="connsiteY62" fmla="*/ 43631 h 629947"/>
                <a:gd name="connsiteX63" fmla="*/ 379227 w 600823"/>
                <a:gd name="connsiteY63" fmla="*/ 46713 h 629947"/>
                <a:gd name="connsiteX64" fmla="*/ 388570 w 600823"/>
                <a:gd name="connsiteY64" fmla="*/ 18685 h 629947"/>
                <a:gd name="connsiteX65" fmla="*/ 404919 w 600823"/>
                <a:gd name="connsiteY65" fmla="*/ 10510 h 629947"/>
                <a:gd name="connsiteX66" fmla="*/ 416987 w 600823"/>
                <a:gd name="connsiteY66" fmla="*/ 14533 h 629947"/>
                <a:gd name="connsiteX67" fmla="*/ 420847 w 600823"/>
                <a:gd name="connsiteY67" fmla="*/ 5547 h 629947"/>
                <a:gd name="connsiteX68" fmla="*/ 404173 w 600823"/>
                <a:gd name="connsiteY68" fmla="*/ 0 h 629947"/>
                <a:gd name="connsiteX69" fmla="*/ 384191 w 600823"/>
                <a:gd name="connsiteY69" fmla="*/ 9991 h 629947"/>
                <a:gd name="connsiteX70" fmla="*/ 354638 w 600823"/>
                <a:gd name="connsiteY70" fmla="*/ 129 h 629947"/>
                <a:gd name="connsiteX71" fmla="*/ 325053 w 600823"/>
                <a:gd name="connsiteY71" fmla="*/ 9991 h 629947"/>
                <a:gd name="connsiteX72" fmla="*/ 305102 w 600823"/>
                <a:gd name="connsiteY72" fmla="*/ 0 h 629947"/>
                <a:gd name="connsiteX73" fmla="*/ 268218 w 600823"/>
                <a:gd name="connsiteY73" fmla="*/ 12294 h 629947"/>
                <a:gd name="connsiteX74" fmla="*/ 299425 w 600823"/>
                <a:gd name="connsiteY74" fmla="*/ 85187 h 629947"/>
                <a:gd name="connsiteX75" fmla="*/ 297771 w 600823"/>
                <a:gd name="connsiteY75" fmla="*/ 86711 h 629947"/>
                <a:gd name="connsiteX76" fmla="*/ 295046 w 600823"/>
                <a:gd name="connsiteY76" fmla="*/ 90215 h 629947"/>
                <a:gd name="connsiteX77" fmla="*/ 295046 w 600823"/>
                <a:gd name="connsiteY77" fmla="*/ 90215 h 629947"/>
                <a:gd name="connsiteX78" fmla="*/ 277529 w 600823"/>
                <a:gd name="connsiteY78" fmla="*/ 90215 h 629947"/>
                <a:gd name="connsiteX79" fmla="*/ 238958 w 600823"/>
                <a:gd name="connsiteY79" fmla="*/ 72503 h 629947"/>
                <a:gd name="connsiteX80" fmla="*/ 230718 w 600823"/>
                <a:gd name="connsiteY80" fmla="*/ 77693 h 629947"/>
                <a:gd name="connsiteX81" fmla="*/ 268835 w 600823"/>
                <a:gd name="connsiteY81" fmla="*/ 100336 h 629947"/>
                <a:gd name="connsiteX82" fmla="*/ 278145 w 600823"/>
                <a:gd name="connsiteY82" fmla="*/ 99947 h 629947"/>
                <a:gd name="connsiteX83" fmla="*/ 291121 w 600823"/>
                <a:gd name="connsiteY83" fmla="*/ 99655 h 629947"/>
                <a:gd name="connsiteX84" fmla="*/ 289726 w 600823"/>
                <a:gd name="connsiteY84" fmla="*/ 122914 h 629947"/>
                <a:gd name="connsiteX85" fmla="*/ 206388 w 600823"/>
                <a:gd name="connsiteY85" fmla="*/ 153116 h 629947"/>
                <a:gd name="connsiteX86" fmla="*/ 204636 w 600823"/>
                <a:gd name="connsiteY86" fmla="*/ 154348 h 629947"/>
                <a:gd name="connsiteX87" fmla="*/ 158409 w 600823"/>
                <a:gd name="connsiteY87" fmla="*/ 202391 h 629947"/>
                <a:gd name="connsiteX88" fmla="*/ 145272 w 600823"/>
                <a:gd name="connsiteY88" fmla="*/ 201516 h 629947"/>
                <a:gd name="connsiteX89" fmla="*/ 36793 w 600823"/>
                <a:gd name="connsiteY89" fmla="*/ 228506 h 629947"/>
                <a:gd name="connsiteX90" fmla="*/ 395 w 600823"/>
                <a:gd name="connsiteY90" fmla="*/ 314795 h 629947"/>
                <a:gd name="connsiteX91" fmla="*/ 36793 w 600823"/>
                <a:gd name="connsiteY91" fmla="*/ 400858 h 629947"/>
                <a:gd name="connsiteX92" fmla="*/ 65794 w 600823"/>
                <a:gd name="connsiteY92" fmla="*/ 418668 h 629947"/>
                <a:gd name="connsiteX93" fmla="*/ 1952 w 600823"/>
                <a:gd name="connsiteY93" fmla="*/ 423858 h 629947"/>
                <a:gd name="connsiteX94" fmla="*/ 395 w 600823"/>
                <a:gd name="connsiteY94" fmla="*/ 428075 h 629947"/>
                <a:gd name="connsiteX95" fmla="*/ 460 w 600823"/>
                <a:gd name="connsiteY95" fmla="*/ 428951 h 629947"/>
                <a:gd name="connsiteX96" fmla="*/ 590 w 600823"/>
                <a:gd name="connsiteY96" fmla="*/ 429243 h 629947"/>
                <a:gd name="connsiteX97" fmla="*/ 363 w 600823"/>
                <a:gd name="connsiteY97" fmla="*/ 437580 h 629947"/>
                <a:gd name="connsiteX98" fmla="*/ 3931 w 600823"/>
                <a:gd name="connsiteY98" fmla="*/ 467749 h 629947"/>
                <a:gd name="connsiteX99" fmla="*/ 9446 w 600823"/>
                <a:gd name="connsiteY99" fmla="*/ 469177 h 629947"/>
                <a:gd name="connsiteX100" fmla="*/ 10484 w 600823"/>
                <a:gd name="connsiteY100" fmla="*/ 468982 h 629947"/>
                <a:gd name="connsiteX101" fmla="*/ 10581 w 600823"/>
                <a:gd name="connsiteY101" fmla="*/ 469177 h 629947"/>
                <a:gd name="connsiteX102" fmla="*/ 10354 w 600823"/>
                <a:gd name="connsiteY102" fmla="*/ 477513 h 629947"/>
                <a:gd name="connsiteX103" fmla="*/ 13923 w 600823"/>
                <a:gd name="connsiteY103" fmla="*/ 507683 h 629947"/>
                <a:gd name="connsiteX104" fmla="*/ 19437 w 600823"/>
                <a:gd name="connsiteY104" fmla="*/ 509110 h 629947"/>
                <a:gd name="connsiteX105" fmla="*/ 20475 w 600823"/>
                <a:gd name="connsiteY105" fmla="*/ 508915 h 629947"/>
                <a:gd name="connsiteX106" fmla="*/ 20573 w 600823"/>
                <a:gd name="connsiteY106" fmla="*/ 509110 h 629947"/>
                <a:gd name="connsiteX107" fmla="*/ 20346 w 600823"/>
                <a:gd name="connsiteY107" fmla="*/ 517447 h 629947"/>
                <a:gd name="connsiteX108" fmla="*/ 20475 w 600823"/>
                <a:gd name="connsiteY108" fmla="*/ 539538 h 629947"/>
                <a:gd name="connsiteX109" fmla="*/ 1952 w 600823"/>
                <a:gd name="connsiteY109" fmla="*/ 543626 h 629947"/>
                <a:gd name="connsiteX110" fmla="*/ 395 w 600823"/>
                <a:gd name="connsiteY110" fmla="*/ 547843 h 629947"/>
                <a:gd name="connsiteX111" fmla="*/ 460 w 600823"/>
                <a:gd name="connsiteY111" fmla="*/ 548719 h 629947"/>
                <a:gd name="connsiteX112" fmla="*/ 590 w 600823"/>
                <a:gd name="connsiteY112" fmla="*/ 549011 h 629947"/>
                <a:gd name="connsiteX113" fmla="*/ 363 w 600823"/>
                <a:gd name="connsiteY113" fmla="*/ 557348 h 629947"/>
                <a:gd name="connsiteX114" fmla="*/ 3931 w 600823"/>
                <a:gd name="connsiteY114" fmla="*/ 587517 h 629947"/>
                <a:gd name="connsiteX115" fmla="*/ 9446 w 600823"/>
                <a:gd name="connsiteY115" fmla="*/ 588944 h 629947"/>
                <a:gd name="connsiteX116" fmla="*/ 10484 w 600823"/>
                <a:gd name="connsiteY116" fmla="*/ 588750 h 629947"/>
                <a:gd name="connsiteX117" fmla="*/ 10581 w 600823"/>
                <a:gd name="connsiteY117" fmla="*/ 588944 h 629947"/>
                <a:gd name="connsiteX118" fmla="*/ 10354 w 600823"/>
                <a:gd name="connsiteY118" fmla="*/ 597281 h 629947"/>
                <a:gd name="connsiteX119" fmla="*/ 13923 w 600823"/>
                <a:gd name="connsiteY119" fmla="*/ 627450 h 629947"/>
                <a:gd name="connsiteX120" fmla="*/ 19437 w 600823"/>
                <a:gd name="connsiteY120" fmla="*/ 628878 h 629947"/>
                <a:gd name="connsiteX121" fmla="*/ 20735 w 600823"/>
                <a:gd name="connsiteY121" fmla="*/ 628618 h 629947"/>
                <a:gd name="connsiteX122" fmla="*/ 20735 w 600823"/>
                <a:gd name="connsiteY122" fmla="*/ 628618 h 629947"/>
                <a:gd name="connsiteX123" fmla="*/ 85874 w 600823"/>
                <a:gd name="connsiteY123" fmla="*/ 629007 h 629947"/>
                <a:gd name="connsiteX124" fmla="*/ 172261 w 600823"/>
                <a:gd name="connsiteY124" fmla="*/ 629948 h 629947"/>
                <a:gd name="connsiteX125" fmla="*/ 238049 w 600823"/>
                <a:gd name="connsiteY125" fmla="*/ 624758 h 629947"/>
                <a:gd name="connsiteX126" fmla="*/ 238698 w 600823"/>
                <a:gd name="connsiteY126" fmla="*/ 623947 h 629947"/>
                <a:gd name="connsiteX127" fmla="*/ 238730 w 600823"/>
                <a:gd name="connsiteY127" fmla="*/ 623947 h 629947"/>
                <a:gd name="connsiteX128" fmla="*/ 354248 w 600823"/>
                <a:gd name="connsiteY128" fmla="*/ 629104 h 629947"/>
                <a:gd name="connsiteX129" fmla="*/ 357817 w 600823"/>
                <a:gd name="connsiteY129" fmla="*/ 629072 h 629947"/>
                <a:gd name="connsiteX130" fmla="*/ 489847 w 600823"/>
                <a:gd name="connsiteY130" fmla="*/ 624790 h 629947"/>
                <a:gd name="connsiteX131" fmla="*/ 539058 w 600823"/>
                <a:gd name="connsiteY131" fmla="*/ 621579 h 629947"/>
                <a:gd name="connsiteX132" fmla="*/ 549990 w 600823"/>
                <a:gd name="connsiteY132" fmla="*/ 620281 h 629947"/>
                <a:gd name="connsiteX133" fmla="*/ 600823 w 600823"/>
                <a:gd name="connsiteY133" fmla="*/ 605651 h 629947"/>
                <a:gd name="connsiteX134" fmla="*/ 589632 w 600823"/>
                <a:gd name="connsiteY134" fmla="*/ 607499 h 629947"/>
                <a:gd name="connsiteX135" fmla="*/ 239931 w 600823"/>
                <a:gd name="connsiteY135" fmla="*/ 314601 h 629947"/>
                <a:gd name="connsiteX136" fmla="*/ 144979 w 600823"/>
                <a:gd name="connsiteY136" fmla="*/ 418084 h 629947"/>
                <a:gd name="connsiteX137" fmla="*/ 50028 w 600823"/>
                <a:gd name="connsiteY137" fmla="*/ 314666 h 629947"/>
                <a:gd name="connsiteX138" fmla="*/ 144979 w 600823"/>
                <a:gd name="connsiteY138" fmla="*/ 211248 h 629947"/>
                <a:gd name="connsiteX139" fmla="*/ 144979 w 600823"/>
                <a:gd name="connsiteY139" fmla="*/ 211248 h 629947"/>
                <a:gd name="connsiteX140" fmla="*/ 239931 w 600823"/>
                <a:gd name="connsiteY140" fmla="*/ 314601 h 629947"/>
                <a:gd name="connsiteX141" fmla="*/ 10095 w 600823"/>
                <a:gd name="connsiteY141" fmla="*/ 314795 h 629947"/>
                <a:gd name="connsiteX142" fmla="*/ 43119 w 600823"/>
                <a:gd name="connsiteY142" fmla="*/ 235870 h 629947"/>
                <a:gd name="connsiteX143" fmla="*/ 100764 w 600823"/>
                <a:gd name="connsiteY143" fmla="*/ 211280 h 629947"/>
                <a:gd name="connsiteX144" fmla="*/ 40264 w 600823"/>
                <a:gd name="connsiteY144" fmla="*/ 314601 h 629947"/>
                <a:gd name="connsiteX145" fmla="*/ 40264 w 600823"/>
                <a:gd name="connsiteY145" fmla="*/ 314763 h 629947"/>
                <a:gd name="connsiteX146" fmla="*/ 100764 w 600823"/>
                <a:gd name="connsiteY146" fmla="*/ 418084 h 629947"/>
                <a:gd name="connsiteX147" fmla="*/ 43119 w 600823"/>
                <a:gd name="connsiteY147" fmla="*/ 393494 h 629947"/>
                <a:gd name="connsiteX148" fmla="*/ 10062 w 600823"/>
                <a:gd name="connsiteY148" fmla="*/ 314795 h 629947"/>
                <a:gd name="connsiteX149" fmla="*/ 10095 w 600823"/>
                <a:gd name="connsiteY149" fmla="*/ 438002 h 629947"/>
                <a:gd name="connsiteX150" fmla="*/ 10354 w 600823"/>
                <a:gd name="connsiteY150" fmla="*/ 430476 h 629947"/>
                <a:gd name="connsiteX151" fmla="*/ 107933 w 600823"/>
                <a:gd name="connsiteY151" fmla="*/ 428627 h 629947"/>
                <a:gd name="connsiteX152" fmla="*/ 122207 w 600823"/>
                <a:gd name="connsiteY152" fmla="*/ 429243 h 629947"/>
                <a:gd name="connsiteX153" fmla="*/ 131322 w 600823"/>
                <a:gd name="connsiteY153" fmla="*/ 428951 h 629947"/>
                <a:gd name="connsiteX154" fmla="*/ 153933 w 600823"/>
                <a:gd name="connsiteY154" fmla="*/ 429308 h 629947"/>
                <a:gd name="connsiteX155" fmla="*/ 219818 w 600823"/>
                <a:gd name="connsiteY155" fmla="*/ 429665 h 629947"/>
                <a:gd name="connsiteX156" fmla="*/ 219948 w 600823"/>
                <a:gd name="connsiteY156" fmla="*/ 450848 h 629947"/>
                <a:gd name="connsiteX157" fmla="*/ 219688 w 600823"/>
                <a:gd name="connsiteY157" fmla="*/ 458374 h 629947"/>
                <a:gd name="connsiteX158" fmla="*/ 198537 w 600823"/>
                <a:gd name="connsiteY158" fmla="*/ 460028 h 629947"/>
                <a:gd name="connsiteX159" fmla="*/ 164086 w 600823"/>
                <a:gd name="connsiteY159" fmla="*/ 459509 h 629947"/>
                <a:gd name="connsiteX160" fmla="*/ 42632 w 600823"/>
                <a:gd name="connsiteY160" fmla="*/ 459023 h 629947"/>
                <a:gd name="connsiteX161" fmla="*/ 23719 w 600823"/>
                <a:gd name="connsiteY161" fmla="*/ 458861 h 629947"/>
                <a:gd name="connsiteX162" fmla="*/ 10192 w 600823"/>
                <a:gd name="connsiteY162" fmla="*/ 459185 h 629947"/>
                <a:gd name="connsiteX163" fmla="*/ 10062 w 600823"/>
                <a:gd name="connsiteY163" fmla="*/ 437970 h 629947"/>
                <a:gd name="connsiteX164" fmla="*/ 20086 w 600823"/>
                <a:gd name="connsiteY164" fmla="*/ 477935 h 629947"/>
                <a:gd name="connsiteX165" fmla="*/ 20346 w 600823"/>
                <a:gd name="connsiteY165" fmla="*/ 470409 h 629947"/>
                <a:gd name="connsiteX166" fmla="*/ 41561 w 600823"/>
                <a:gd name="connsiteY166" fmla="*/ 468755 h 629947"/>
                <a:gd name="connsiteX167" fmla="*/ 75980 w 600823"/>
                <a:gd name="connsiteY167" fmla="*/ 469274 h 629947"/>
                <a:gd name="connsiteX168" fmla="*/ 162335 w 600823"/>
                <a:gd name="connsiteY168" fmla="*/ 470214 h 629947"/>
                <a:gd name="connsiteX169" fmla="*/ 197337 w 600823"/>
                <a:gd name="connsiteY169" fmla="*/ 469760 h 629947"/>
                <a:gd name="connsiteX170" fmla="*/ 229842 w 600823"/>
                <a:gd name="connsiteY170" fmla="*/ 469598 h 629947"/>
                <a:gd name="connsiteX171" fmla="*/ 229972 w 600823"/>
                <a:gd name="connsiteY171" fmla="*/ 490781 h 629947"/>
                <a:gd name="connsiteX172" fmla="*/ 229712 w 600823"/>
                <a:gd name="connsiteY172" fmla="*/ 498307 h 629947"/>
                <a:gd name="connsiteX173" fmla="*/ 208594 w 600823"/>
                <a:gd name="connsiteY173" fmla="*/ 499962 h 629947"/>
                <a:gd name="connsiteX174" fmla="*/ 174111 w 600823"/>
                <a:gd name="connsiteY174" fmla="*/ 499443 h 629947"/>
                <a:gd name="connsiteX175" fmla="*/ 52688 w 600823"/>
                <a:gd name="connsiteY175" fmla="*/ 498956 h 629947"/>
                <a:gd name="connsiteX176" fmla="*/ 33744 w 600823"/>
                <a:gd name="connsiteY176" fmla="*/ 498794 h 629947"/>
                <a:gd name="connsiteX177" fmla="*/ 20216 w 600823"/>
                <a:gd name="connsiteY177" fmla="*/ 499118 h 629947"/>
                <a:gd name="connsiteX178" fmla="*/ 20086 w 600823"/>
                <a:gd name="connsiteY178" fmla="*/ 477903 h 629947"/>
                <a:gd name="connsiteX179" fmla="*/ 30078 w 600823"/>
                <a:gd name="connsiteY179" fmla="*/ 517868 h 629947"/>
                <a:gd name="connsiteX180" fmla="*/ 30337 w 600823"/>
                <a:gd name="connsiteY180" fmla="*/ 510342 h 629947"/>
                <a:gd name="connsiteX181" fmla="*/ 51520 w 600823"/>
                <a:gd name="connsiteY181" fmla="*/ 508688 h 629947"/>
                <a:gd name="connsiteX182" fmla="*/ 85971 w 600823"/>
                <a:gd name="connsiteY182" fmla="*/ 509207 h 629947"/>
                <a:gd name="connsiteX183" fmla="*/ 172359 w 600823"/>
                <a:gd name="connsiteY183" fmla="*/ 510148 h 629947"/>
                <a:gd name="connsiteX184" fmla="*/ 207361 w 600823"/>
                <a:gd name="connsiteY184" fmla="*/ 509694 h 629947"/>
                <a:gd name="connsiteX185" fmla="*/ 239866 w 600823"/>
                <a:gd name="connsiteY185" fmla="*/ 509531 h 629947"/>
                <a:gd name="connsiteX186" fmla="*/ 239996 w 600823"/>
                <a:gd name="connsiteY186" fmla="*/ 530747 h 629947"/>
                <a:gd name="connsiteX187" fmla="*/ 239736 w 600823"/>
                <a:gd name="connsiteY187" fmla="*/ 538273 h 629947"/>
                <a:gd name="connsiteX188" fmla="*/ 223938 w 600823"/>
                <a:gd name="connsiteY188" fmla="*/ 539701 h 629947"/>
                <a:gd name="connsiteX189" fmla="*/ 220694 w 600823"/>
                <a:gd name="connsiteY189" fmla="*/ 539506 h 629947"/>
                <a:gd name="connsiteX190" fmla="*/ 219396 w 600823"/>
                <a:gd name="connsiteY190" fmla="*/ 539765 h 629947"/>
                <a:gd name="connsiteX191" fmla="*/ 219396 w 600823"/>
                <a:gd name="connsiteY191" fmla="*/ 539765 h 629947"/>
                <a:gd name="connsiteX192" fmla="*/ 154225 w 600823"/>
                <a:gd name="connsiteY192" fmla="*/ 539376 h 629947"/>
                <a:gd name="connsiteX193" fmla="*/ 30272 w 600823"/>
                <a:gd name="connsiteY193" fmla="*/ 538987 h 629947"/>
                <a:gd name="connsiteX194" fmla="*/ 30143 w 600823"/>
                <a:gd name="connsiteY194" fmla="*/ 517868 h 629947"/>
                <a:gd name="connsiteX195" fmla="*/ 10127 w 600823"/>
                <a:gd name="connsiteY195" fmla="*/ 557802 h 629947"/>
                <a:gd name="connsiteX196" fmla="*/ 10387 w 600823"/>
                <a:gd name="connsiteY196" fmla="*/ 550276 h 629947"/>
                <a:gd name="connsiteX197" fmla="*/ 26185 w 600823"/>
                <a:gd name="connsiteY197" fmla="*/ 548848 h 629947"/>
                <a:gd name="connsiteX198" fmla="*/ 29429 w 600823"/>
                <a:gd name="connsiteY198" fmla="*/ 549043 h 629947"/>
                <a:gd name="connsiteX199" fmla="*/ 30726 w 600823"/>
                <a:gd name="connsiteY199" fmla="*/ 548784 h 629947"/>
                <a:gd name="connsiteX200" fmla="*/ 30726 w 600823"/>
                <a:gd name="connsiteY200" fmla="*/ 548784 h 629947"/>
                <a:gd name="connsiteX201" fmla="*/ 95898 w 600823"/>
                <a:gd name="connsiteY201" fmla="*/ 549173 h 629947"/>
                <a:gd name="connsiteX202" fmla="*/ 182285 w 600823"/>
                <a:gd name="connsiteY202" fmla="*/ 550114 h 629947"/>
                <a:gd name="connsiteX203" fmla="*/ 219851 w 600823"/>
                <a:gd name="connsiteY203" fmla="*/ 549562 h 629947"/>
                <a:gd name="connsiteX204" fmla="*/ 219980 w 600823"/>
                <a:gd name="connsiteY204" fmla="*/ 570680 h 629947"/>
                <a:gd name="connsiteX205" fmla="*/ 219721 w 600823"/>
                <a:gd name="connsiteY205" fmla="*/ 578207 h 629947"/>
                <a:gd name="connsiteX206" fmla="*/ 198505 w 600823"/>
                <a:gd name="connsiteY206" fmla="*/ 579861 h 629947"/>
                <a:gd name="connsiteX207" fmla="*/ 164086 w 600823"/>
                <a:gd name="connsiteY207" fmla="*/ 579342 h 629947"/>
                <a:gd name="connsiteX208" fmla="*/ 42697 w 600823"/>
                <a:gd name="connsiteY208" fmla="*/ 578855 h 629947"/>
                <a:gd name="connsiteX209" fmla="*/ 23752 w 600823"/>
                <a:gd name="connsiteY209" fmla="*/ 578693 h 629947"/>
                <a:gd name="connsiteX210" fmla="*/ 10225 w 600823"/>
                <a:gd name="connsiteY210" fmla="*/ 579018 h 629947"/>
                <a:gd name="connsiteX211" fmla="*/ 10095 w 600823"/>
                <a:gd name="connsiteY211" fmla="*/ 557802 h 629947"/>
                <a:gd name="connsiteX212" fmla="*/ 230004 w 600823"/>
                <a:gd name="connsiteY212" fmla="*/ 610581 h 629947"/>
                <a:gd name="connsiteX213" fmla="*/ 229744 w 600823"/>
                <a:gd name="connsiteY213" fmla="*/ 618107 h 629947"/>
                <a:gd name="connsiteX214" fmla="*/ 86101 w 600823"/>
                <a:gd name="connsiteY214" fmla="*/ 619243 h 629947"/>
                <a:gd name="connsiteX215" fmla="*/ 33744 w 600823"/>
                <a:gd name="connsiteY215" fmla="*/ 618562 h 629947"/>
                <a:gd name="connsiteX216" fmla="*/ 20216 w 600823"/>
                <a:gd name="connsiteY216" fmla="*/ 618886 h 629947"/>
                <a:gd name="connsiteX217" fmla="*/ 20086 w 600823"/>
                <a:gd name="connsiteY217" fmla="*/ 597670 h 629947"/>
                <a:gd name="connsiteX218" fmla="*/ 20346 w 600823"/>
                <a:gd name="connsiteY218" fmla="*/ 590144 h 629947"/>
                <a:gd name="connsiteX219" fmla="*/ 41561 w 600823"/>
                <a:gd name="connsiteY219" fmla="*/ 588490 h 629947"/>
                <a:gd name="connsiteX220" fmla="*/ 75980 w 600823"/>
                <a:gd name="connsiteY220" fmla="*/ 589009 h 629947"/>
                <a:gd name="connsiteX221" fmla="*/ 162367 w 600823"/>
                <a:gd name="connsiteY221" fmla="*/ 589950 h 629947"/>
                <a:gd name="connsiteX222" fmla="*/ 197370 w 600823"/>
                <a:gd name="connsiteY222" fmla="*/ 589496 h 629947"/>
                <a:gd name="connsiteX223" fmla="*/ 229874 w 600823"/>
                <a:gd name="connsiteY223" fmla="*/ 589333 h 629947"/>
                <a:gd name="connsiteX224" fmla="*/ 230004 w 600823"/>
                <a:gd name="connsiteY224" fmla="*/ 610549 h 629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600823" h="629947">
                  <a:moveTo>
                    <a:pt x="589697" y="607499"/>
                  </a:moveTo>
                  <a:cubicBezTo>
                    <a:pt x="585414" y="607564"/>
                    <a:pt x="581165" y="606981"/>
                    <a:pt x="577012" y="605910"/>
                  </a:cubicBezTo>
                  <a:cubicBezTo>
                    <a:pt x="576753" y="605845"/>
                    <a:pt x="576461" y="605780"/>
                    <a:pt x="576201" y="605683"/>
                  </a:cubicBezTo>
                  <a:lnTo>
                    <a:pt x="576169" y="605683"/>
                  </a:lnTo>
                  <a:cubicBezTo>
                    <a:pt x="569584" y="607240"/>
                    <a:pt x="556770" y="609900"/>
                    <a:pt x="544540" y="611198"/>
                  </a:cubicBezTo>
                  <a:cubicBezTo>
                    <a:pt x="541621" y="611490"/>
                    <a:pt x="537955" y="611814"/>
                    <a:pt x="533673" y="612171"/>
                  </a:cubicBezTo>
                  <a:cubicBezTo>
                    <a:pt x="499903" y="614863"/>
                    <a:pt x="427011" y="618626"/>
                    <a:pt x="357785" y="619340"/>
                  </a:cubicBezTo>
                  <a:cubicBezTo>
                    <a:pt x="328783" y="619664"/>
                    <a:pt x="259751" y="615934"/>
                    <a:pt x="239574" y="614247"/>
                  </a:cubicBezTo>
                  <a:cubicBezTo>
                    <a:pt x="239574" y="614247"/>
                    <a:pt x="239574" y="614247"/>
                    <a:pt x="239574" y="614247"/>
                  </a:cubicBezTo>
                  <a:cubicBezTo>
                    <a:pt x="239606" y="613176"/>
                    <a:pt x="239671" y="612041"/>
                    <a:pt x="239704" y="611036"/>
                  </a:cubicBezTo>
                  <a:cubicBezTo>
                    <a:pt x="240515" y="592642"/>
                    <a:pt x="240223" y="584370"/>
                    <a:pt x="236135" y="580867"/>
                  </a:cubicBezTo>
                  <a:cubicBezTo>
                    <a:pt x="234610" y="579569"/>
                    <a:pt x="232599" y="579050"/>
                    <a:pt x="230620" y="579439"/>
                  </a:cubicBezTo>
                  <a:lnTo>
                    <a:pt x="229582" y="579634"/>
                  </a:lnTo>
                  <a:lnTo>
                    <a:pt x="229485" y="579439"/>
                  </a:lnTo>
                  <a:cubicBezTo>
                    <a:pt x="229388" y="578044"/>
                    <a:pt x="229582" y="574217"/>
                    <a:pt x="229712" y="571102"/>
                  </a:cubicBezTo>
                  <a:cubicBezTo>
                    <a:pt x="230166" y="560948"/>
                    <a:pt x="230264" y="553877"/>
                    <a:pt x="229582" y="549011"/>
                  </a:cubicBezTo>
                  <a:cubicBezTo>
                    <a:pt x="240969" y="548167"/>
                    <a:pt x="246289" y="546837"/>
                    <a:pt x="248105" y="544923"/>
                  </a:cubicBezTo>
                  <a:cubicBezTo>
                    <a:pt x="249208" y="543756"/>
                    <a:pt x="249760" y="542263"/>
                    <a:pt x="249663" y="540706"/>
                  </a:cubicBezTo>
                  <a:lnTo>
                    <a:pt x="249598" y="539830"/>
                  </a:lnTo>
                  <a:lnTo>
                    <a:pt x="249468" y="539538"/>
                  </a:lnTo>
                  <a:cubicBezTo>
                    <a:pt x="249371" y="538143"/>
                    <a:pt x="249565" y="534316"/>
                    <a:pt x="249695" y="531201"/>
                  </a:cubicBezTo>
                  <a:cubicBezTo>
                    <a:pt x="250506" y="512808"/>
                    <a:pt x="250214" y="504536"/>
                    <a:pt x="246127" y="501032"/>
                  </a:cubicBezTo>
                  <a:cubicBezTo>
                    <a:pt x="244602" y="499735"/>
                    <a:pt x="242591" y="499215"/>
                    <a:pt x="240612" y="499605"/>
                  </a:cubicBezTo>
                  <a:lnTo>
                    <a:pt x="239574" y="499800"/>
                  </a:lnTo>
                  <a:lnTo>
                    <a:pt x="239476" y="499605"/>
                  </a:lnTo>
                  <a:cubicBezTo>
                    <a:pt x="239379" y="498210"/>
                    <a:pt x="239574" y="494382"/>
                    <a:pt x="239704" y="491268"/>
                  </a:cubicBezTo>
                  <a:cubicBezTo>
                    <a:pt x="240515" y="472874"/>
                    <a:pt x="240223" y="464602"/>
                    <a:pt x="236135" y="461099"/>
                  </a:cubicBezTo>
                  <a:cubicBezTo>
                    <a:pt x="234610" y="459801"/>
                    <a:pt x="232599" y="459282"/>
                    <a:pt x="230620" y="459672"/>
                  </a:cubicBezTo>
                  <a:lnTo>
                    <a:pt x="229582" y="459866"/>
                  </a:lnTo>
                  <a:lnTo>
                    <a:pt x="229485" y="459672"/>
                  </a:lnTo>
                  <a:cubicBezTo>
                    <a:pt x="229388" y="458276"/>
                    <a:pt x="229582" y="454449"/>
                    <a:pt x="229712" y="451335"/>
                  </a:cubicBezTo>
                  <a:cubicBezTo>
                    <a:pt x="230523" y="432941"/>
                    <a:pt x="230231" y="424669"/>
                    <a:pt x="226144" y="421166"/>
                  </a:cubicBezTo>
                  <a:cubicBezTo>
                    <a:pt x="224619" y="419868"/>
                    <a:pt x="222608" y="419349"/>
                    <a:pt x="220629" y="419738"/>
                  </a:cubicBezTo>
                  <a:lnTo>
                    <a:pt x="219331" y="419998"/>
                  </a:lnTo>
                  <a:lnTo>
                    <a:pt x="219331" y="419998"/>
                  </a:lnTo>
                  <a:cubicBezTo>
                    <a:pt x="215309" y="420387"/>
                    <a:pt x="201554" y="420322"/>
                    <a:pt x="184589" y="420095"/>
                  </a:cubicBezTo>
                  <a:cubicBezTo>
                    <a:pt x="219591" y="405854"/>
                    <a:pt x="248754" y="371662"/>
                    <a:pt x="249695" y="314633"/>
                  </a:cubicBezTo>
                  <a:cubicBezTo>
                    <a:pt x="248625" y="249365"/>
                    <a:pt x="210443" y="213973"/>
                    <a:pt x="168887" y="204306"/>
                  </a:cubicBezTo>
                  <a:cubicBezTo>
                    <a:pt x="186502" y="178678"/>
                    <a:pt x="203501" y="167000"/>
                    <a:pt x="210184" y="162393"/>
                  </a:cubicBezTo>
                  <a:cubicBezTo>
                    <a:pt x="211027" y="161810"/>
                    <a:pt x="211708" y="161323"/>
                    <a:pt x="212227" y="160966"/>
                  </a:cubicBezTo>
                  <a:cubicBezTo>
                    <a:pt x="258097" y="127034"/>
                    <a:pt x="328653" y="128494"/>
                    <a:pt x="385326" y="129694"/>
                  </a:cubicBezTo>
                  <a:lnTo>
                    <a:pt x="396453" y="129889"/>
                  </a:lnTo>
                  <a:cubicBezTo>
                    <a:pt x="397004" y="129856"/>
                    <a:pt x="397523" y="129824"/>
                    <a:pt x="398075" y="129824"/>
                  </a:cubicBezTo>
                  <a:lnTo>
                    <a:pt x="398594" y="120060"/>
                  </a:lnTo>
                  <a:cubicBezTo>
                    <a:pt x="397815" y="120092"/>
                    <a:pt x="397037" y="120124"/>
                    <a:pt x="396291" y="120157"/>
                  </a:cubicBezTo>
                  <a:lnTo>
                    <a:pt x="385520" y="119962"/>
                  </a:lnTo>
                  <a:cubicBezTo>
                    <a:pt x="358628" y="119378"/>
                    <a:pt x="328653" y="118762"/>
                    <a:pt x="299425" y="121811"/>
                  </a:cubicBezTo>
                  <a:cubicBezTo>
                    <a:pt x="299004" y="113247"/>
                    <a:pt x="298939" y="99557"/>
                    <a:pt x="304778" y="93459"/>
                  </a:cubicBezTo>
                  <a:cubicBezTo>
                    <a:pt x="307114" y="91026"/>
                    <a:pt x="310260" y="89923"/>
                    <a:pt x="314704" y="89955"/>
                  </a:cubicBezTo>
                  <a:lnTo>
                    <a:pt x="384093" y="89955"/>
                  </a:lnTo>
                  <a:lnTo>
                    <a:pt x="388537" y="80224"/>
                  </a:lnTo>
                  <a:lnTo>
                    <a:pt x="314769" y="80224"/>
                  </a:lnTo>
                  <a:cubicBezTo>
                    <a:pt x="312466" y="80224"/>
                    <a:pt x="310260" y="80450"/>
                    <a:pt x="308216" y="80937"/>
                  </a:cubicBezTo>
                  <a:lnTo>
                    <a:pt x="281324" y="18166"/>
                  </a:lnTo>
                  <a:lnTo>
                    <a:pt x="304356" y="10510"/>
                  </a:lnTo>
                  <a:lnTo>
                    <a:pt x="319830" y="18264"/>
                  </a:lnTo>
                  <a:lnTo>
                    <a:pt x="319830" y="35197"/>
                  </a:lnTo>
                  <a:lnTo>
                    <a:pt x="329562" y="35197"/>
                  </a:lnTo>
                  <a:lnTo>
                    <a:pt x="329562" y="18750"/>
                  </a:lnTo>
                  <a:lnTo>
                    <a:pt x="329562" y="18750"/>
                  </a:lnTo>
                  <a:cubicBezTo>
                    <a:pt x="329562" y="18750"/>
                    <a:pt x="354638" y="10381"/>
                    <a:pt x="354638" y="10381"/>
                  </a:cubicBezTo>
                  <a:lnTo>
                    <a:pt x="378416" y="18328"/>
                  </a:lnTo>
                  <a:lnTo>
                    <a:pt x="369982" y="43631"/>
                  </a:lnTo>
                  <a:lnTo>
                    <a:pt x="379227" y="46713"/>
                  </a:lnTo>
                  <a:lnTo>
                    <a:pt x="388570" y="18685"/>
                  </a:lnTo>
                  <a:lnTo>
                    <a:pt x="404919" y="10510"/>
                  </a:lnTo>
                  <a:lnTo>
                    <a:pt x="416987" y="14533"/>
                  </a:lnTo>
                  <a:lnTo>
                    <a:pt x="420847" y="5547"/>
                  </a:lnTo>
                  <a:lnTo>
                    <a:pt x="404173" y="0"/>
                  </a:lnTo>
                  <a:lnTo>
                    <a:pt x="384191" y="9991"/>
                  </a:lnTo>
                  <a:lnTo>
                    <a:pt x="354638" y="129"/>
                  </a:lnTo>
                  <a:lnTo>
                    <a:pt x="325053" y="9991"/>
                  </a:lnTo>
                  <a:lnTo>
                    <a:pt x="305102" y="0"/>
                  </a:lnTo>
                  <a:lnTo>
                    <a:pt x="268218" y="12294"/>
                  </a:lnTo>
                  <a:lnTo>
                    <a:pt x="299425" y="85187"/>
                  </a:lnTo>
                  <a:cubicBezTo>
                    <a:pt x="298841" y="85641"/>
                    <a:pt x="298290" y="86160"/>
                    <a:pt x="297771" y="86711"/>
                  </a:cubicBezTo>
                  <a:cubicBezTo>
                    <a:pt x="296733" y="87782"/>
                    <a:pt x="295824" y="88950"/>
                    <a:pt x="295046" y="90215"/>
                  </a:cubicBezTo>
                  <a:cubicBezTo>
                    <a:pt x="295046" y="90215"/>
                    <a:pt x="295046" y="90215"/>
                    <a:pt x="295046" y="90215"/>
                  </a:cubicBezTo>
                  <a:cubicBezTo>
                    <a:pt x="288915" y="89501"/>
                    <a:pt x="283141" y="89858"/>
                    <a:pt x="277529" y="90215"/>
                  </a:cubicBezTo>
                  <a:cubicBezTo>
                    <a:pt x="262833" y="91188"/>
                    <a:pt x="251220" y="91934"/>
                    <a:pt x="238958" y="72503"/>
                  </a:cubicBezTo>
                  <a:lnTo>
                    <a:pt x="230718" y="77693"/>
                  </a:lnTo>
                  <a:cubicBezTo>
                    <a:pt x="242980" y="97125"/>
                    <a:pt x="256313" y="100336"/>
                    <a:pt x="268835" y="100336"/>
                  </a:cubicBezTo>
                  <a:cubicBezTo>
                    <a:pt x="272014" y="100336"/>
                    <a:pt x="275128" y="100142"/>
                    <a:pt x="278145" y="99947"/>
                  </a:cubicBezTo>
                  <a:cubicBezTo>
                    <a:pt x="282395" y="99655"/>
                    <a:pt x="286774" y="99395"/>
                    <a:pt x="291121" y="99655"/>
                  </a:cubicBezTo>
                  <a:cubicBezTo>
                    <a:pt x="289142" y="107635"/>
                    <a:pt x="289369" y="116491"/>
                    <a:pt x="289726" y="122914"/>
                  </a:cubicBezTo>
                  <a:cubicBezTo>
                    <a:pt x="259232" y="127034"/>
                    <a:pt x="230004" y="135663"/>
                    <a:pt x="206388" y="153116"/>
                  </a:cubicBezTo>
                  <a:cubicBezTo>
                    <a:pt x="205966" y="153440"/>
                    <a:pt x="205382" y="153829"/>
                    <a:pt x="204636" y="154348"/>
                  </a:cubicBezTo>
                  <a:cubicBezTo>
                    <a:pt x="197240" y="159441"/>
                    <a:pt x="177873" y="172742"/>
                    <a:pt x="158409" y="202391"/>
                  </a:cubicBezTo>
                  <a:cubicBezTo>
                    <a:pt x="154030" y="201840"/>
                    <a:pt x="149618" y="201548"/>
                    <a:pt x="145272" y="201516"/>
                  </a:cubicBezTo>
                  <a:cubicBezTo>
                    <a:pt x="101445" y="196261"/>
                    <a:pt x="62939" y="205830"/>
                    <a:pt x="36793" y="228506"/>
                  </a:cubicBezTo>
                  <a:cubicBezTo>
                    <a:pt x="13761" y="248489"/>
                    <a:pt x="1174" y="278236"/>
                    <a:pt x="395" y="314795"/>
                  </a:cubicBezTo>
                  <a:cubicBezTo>
                    <a:pt x="1174" y="351128"/>
                    <a:pt x="13761" y="380875"/>
                    <a:pt x="36793" y="400858"/>
                  </a:cubicBezTo>
                  <a:cubicBezTo>
                    <a:pt x="45259" y="408190"/>
                    <a:pt x="54991" y="414126"/>
                    <a:pt x="65794" y="418668"/>
                  </a:cubicBezTo>
                  <a:cubicBezTo>
                    <a:pt x="20703" y="418700"/>
                    <a:pt x="5326" y="420257"/>
                    <a:pt x="1952" y="423858"/>
                  </a:cubicBezTo>
                  <a:cubicBezTo>
                    <a:pt x="850" y="425026"/>
                    <a:pt x="298" y="426518"/>
                    <a:pt x="395" y="428075"/>
                  </a:cubicBezTo>
                  <a:lnTo>
                    <a:pt x="460" y="428951"/>
                  </a:lnTo>
                  <a:lnTo>
                    <a:pt x="590" y="429243"/>
                  </a:lnTo>
                  <a:cubicBezTo>
                    <a:pt x="687" y="430638"/>
                    <a:pt x="493" y="434466"/>
                    <a:pt x="363" y="437580"/>
                  </a:cubicBezTo>
                  <a:cubicBezTo>
                    <a:pt x="-448" y="455973"/>
                    <a:pt x="-156" y="464246"/>
                    <a:pt x="3931" y="467749"/>
                  </a:cubicBezTo>
                  <a:cubicBezTo>
                    <a:pt x="5456" y="469079"/>
                    <a:pt x="7467" y="469598"/>
                    <a:pt x="9446" y="469177"/>
                  </a:cubicBezTo>
                  <a:lnTo>
                    <a:pt x="10484" y="468982"/>
                  </a:lnTo>
                  <a:lnTo>
                    <a:pt x="10581" y="469177"/>
                  </a:lnTo>
                  <a:cubicBezTo>
                    <a:pt x="10679" y="470571"/>
                    <a:pt x="10484" y="474399"/>
                    <a:pt x="10354" y="477513"/>
                  </a:cubicBezTo>
                  <a:cubicBezTo>
                    <a:pt x="9543" y="495907"/>
                    <a:pt x="9835" y="504179"/>
                    <a:pt x="13923" y="507683"/>
                  </a:cubicBezTo>
                  <a:cubicBezTo>
                    <a:pt x="15447" y="508980"/>
                    <a:pt x="17491" y="509499"/>
                    <a:pt x="19437" y="509110"/>
                  </a:cubicBezTo>
                  <a:lnTo>
                    <a:pt x="20475" y="508915"/>
                  </a:lnTo>
                  <a:lnTo>
                    <a:pt x="20573" y="509110"/>
                  </a:lnTo>
                  <a:cubicBezTo>
                    <a:pt x="20670" y="510505"/>
                    <a:pt x="20475" y="514332"/>
                    <a:pt x="20346" y="517447"/>
                  </a:cubicBezTo>
                  <a:cubicBezTo>
                    <a:pt x="19892" y="527600"/>
                    <a:pt x="19794" y="534672"/>
                    <a:pt x="20475" y="539538"/>
                  </a:cubicBezTo>
                  <a:cubicBezTo>
                    <a:pt x="9057" y="540382"/>
                    <a:pt x="3769" y="541712"/>
                    <a:pt x="1952" y="543626"/>
                  </a:cubicBezTo>
                  <a:cubicBezTo>
                    <a:pt x="850" y="544793"/>
                    <a:pt x="298" y="546286"/>
                    <a:pt x="395" y="547843"/>
                  </a:cubicBezTo>
                  <a:lnTo>
                    <a:pt x="460" y="548719"/>
                  </a:lnTo>
                  <a:lnTo>
                    <a:pt x="590" y="549011"/>
                  </a:lnTo>
                  <a:cubicBezTo>
                    <a:pt x="687" y="550406"/>
                    <a:pt x="493" y="554234"/>
                    <a:pt x="363" y="557348"/>
                  </a:cubicBezTo>
                  <a:cubicBezTo>
                    <a:pt x="-448" y="575741"/>
                    <a:pt x="-156" y="584013"/>
                    <a:pt x="3931" y="587517"/>
                  </a:cubicBezTo>
                  <a:cubicBezTo>
                    <a:pt x="5456" y="588847"/>
                    <a:pt x="7467" y="589366"/>
                    <a:pt x="9446" y="588944"/>
                  </a:cubicBezTo>
                  <a:lnTo>
                    <a:pt x="10484" y="588750"/>
                  </a:lnTo>
                  <a:lnTo>
                    <a:pt x="10581" y="588944"/>
                  </a:lnTo>
                  <a:cubicBezTo>
                    <a:pt x="10679" y="590339"/>
                    <a:pt x="10484" y="594167"/>
                    <a:pt x="10354" y="597281"/>
                  </a:cubicBezTo>
                  <a:cubicBezTo>
                    <a:pt x="9543" y="615674"/>
                    <a:pt x="9835" y="623947"/>
                    <a:pt x="13923" y="627450"/>
                  </a:cubicBezTo>
                  <a:cubicBezTo>
                    <a:pt x="15447" y="628780"/>
                    <a:pt x="17491" y="629299"/>
                    <a:pt x="19437" y="628878"/>
                  </a:cubicBezTo>
                  <a:lnTo>
                    <a:pt x="20735" y="628618"/>
                  </a:lnTo>
                  <a:lnTo>
                    <a:pt x="20735" y="628618"/>
                  </a:lnTo>
                  <a:cubicBezTo>
                    <a:pt x="27028" y="628002"/>
                    <a:pt x="56906" y="628521"/>
                    <a:pt x="85874" y="629007"/>
                  </a:cubicBezTo>
                  <a:cubicBezTo>
                    <a:pt x="122531" y="629624"/>
                    <a:pt x="150689" y="629948"/>
                    <a:pt x="172261" y="629948"/>
                  </a:cubicBezTo>
                  <a:cubicBezTo>
                    <a:pt x="218910" y="629948"/>
                    <a:pt x="234610" y="628391"/>
                    <a:pt x="238049" y="624758"/>
                  </a:cubicBezTo>
                  <a:cubicBezTo>
                    <a:pt x="238276" y="624498"/>
                    <a:pt x="238503" y="624238"/>
                    <a:pt x="238698" y="623947"/>
                  </a:cubicBezTo>
                  <a:cubicBezTo>
                    <a:pt x="238698" y="623947"/>
                    <a:pt x="238698" y="623947"/>
                    <a:pt x="238730" y="623947"/>
                  </a:cubicBezTo>
                  <a:cubicBezTo>
                    <a:pt x="258746" y="625601"/>
                    <a:pt x="323398" y="629104"/>
                    <a:pt x="354248" y="629104"/>
                  </a:cubicBezTo>
                  <a:cubicBezTo>
                    <a:pt x="355481" y="629104"/>
                    <a:pt x="356681" y="629072"/>
                    <a:pt x="357817" y="629072"/>
                  </a:cubicBezTo>
                  <a:cubicBezTo>
                    <a:pt x="398659" y="628650"/>
                    <a:pt x="446767" y="627093"/>
                    <a:pt x="489847" y="624790"/>
                  </a:cubicBezTo>
                  <a:cubicBezTo>
                    <a:pt x="513528" y="623492"/>
                    <a:pt x="528969" y="622487"/>
                    <a:pt x="539058" y="621579"/>
                  </a:cubicBezTo>
                  <a:cubicBezTo>
                    <a:pt x="543762" y="621124"/>
                    <a:pt x="547298" y="620703"/>
                    <a:pt x="549990" y="620281"/>
                  </a:cubicBezTo>
                  <a:cubicBezTo>
                    <a:pt x="552585" y="619859"/>
                    <a:pt x="591059" y="614831"/>
                    <a:pt x="600823" y="605651"/>
                  </a:cubicBezTo>
                  <a:cubicBezTo>
                    <a:pt x="597255" y="607078"/>
                    <a:pt x="593102" y="607467"/>
                    <a:pt x="589632" y="607499"/>
                  </a:cubicBezTo>
                  <a:close/>
                  <a:moveTo>
                    <a:pt x="239931" y="314601"/>
                  </a:moveTo>
                  <a:cubicBezTo>
                    <a:pt x="238763" y="385709"/>
                    <a:pt x="189909" y="418084"/>
                    <a:pt x="144979" y="418084"/>
                  </a:cubicBezTo>
                  <a:cubicBezTo>
                    <a:pt x="100083" y="418084"/>
                    <a:pt x="51229" y="385741"/>
                    <a:pt x="50028" y="314666"/>
                  </a:cubicBezTo>
                  <a:cubicBezTo>
                    <a:pt x="51229" y="243623"/>
                    <a:pt x="100083" y="211248"/>
                    <a:pt x="144979" y="211248"/>
                  </a:cubicBezTo>
                  <a:lnTo>
                    <a:pt x="144979" y="211248"/>
                  </a:lnTo>
                  <a:cubicBezTo>
                    <a:pt x="189876" y="211248"/>
                    <a:pt x="238763" y="243623"/>
                    <a:pt x="239931" y="314601"/>
                  </a:cubicBezTo>
                  <a:close/>
                  <a:moveTo>
                    <a:pt x="10095" y="314795"/>
                  </a:moveTo>
                  <a:cubicBezTo>
                    <a:pt x="10808" y="280799"/>
                    <a:pt x="21935" y="254263"/>
                    <a:pt x="43119" y="235870"/>
                  </a:cubicBezTo>
                  <a:cubicBezTo>
                    <a:pt x="58235" y="222764"/>
                    <a:pt x="77991" y="214459"/>
                    <a:pt x="100764" y="211280"/>
                  </a:cubicBezTo>
                  <a:cubicBezTo>
                    <a:pt x="67838" y="226592"/>
                    <a:pt x="41172" y="260199"/>
                    <a:pt x="40264" y="314601"/>
                  </a:cubicBezTo>
                  <a:lnTo>
                    <a:pt x="40264" y="314763"/>
                  </a:lnTo>
                  <a:cubicBezTo>
                    <a:pt x="41172" y="369164"/>
                    <a:pt x="67870" y="402772"/>
                    <a:pt x="100764" y="418084"/>
                  </a:cubicBezTo>
                  <a:cubicBezTo>
                    <a:pt x="77991" y="414937"/>
                    <a:pt x="58235" y="406600"/>
                    <a:pt x="43119" y="393494"/>
                  </a:cubicBezTo>
                  <a:cubicBezTo>
                    <a:pt x="21903" y="375101"/>
                    <a:pt x="10776" y="348565"/>
                    <a:pt x="10062" y="314795"/>
                  </a:cubicBezTo>
                  <a:close/>
                  <a:moveTo>
                    <a:pt x="10095" y="438002"/>
                  </a:moveTo>
                  <a:cubicBezTo>
                    <a:pt x="10257" y="434596"/>
                    <a:pt x="10354" y="432228"/>
                    <a:pt x="10354" y="430476"/>
                  </a:cubicBezTo>
                  <a:cubicBezTo>
                    <a:pt x="21644" y="428108"/>
                    <a:pt x="65924" y="428140"/>
                    <a:pt x="107933" y="428627"/>
                  </a:cubicBezTo>
                  <a:cubicBezTo>
                    <a:pt x="112604" y="429016"/>
                    <a:pt x="117341" y="429243"/>
                    <a:pt x="122207" y="429243"/>
                  </a:cubicBezTo>
                  <a:cubicBezTo>
                    <a:pt x="125224" y="429243"/>
                    <a:pt x="128273" y="429113"/>
                    <a:pt x="131322" y="428951"/>
                  </a:cubicBezTo>
                  <a:cubicBezTo>
                    <a:pt x="139302" y="429081"/>
                    <a:pt x="146958" y="429211"/>
                    <a:pt x="153933" y="429308"/>
                  </a:cubicBezTo>
                  <a:cubicBezTo>
                    <a:pt x="197597" y="430054"/>
                    <a:pt x="213460" y="430184"/>
                    <a:pt x="219818" y="429665"/>
                  </a:cubicBezTo>
                  <a:cubicBezTo>
                    <a:pt x="220694" y="434368"/>
                    <a:pt x="220175" y="445658"/>
                    <a:pt x="219948" y="450848"/>
                  </a:cubicBezTo>
                  <a:cubicBezTo>
                    <a:pt x="219786" y="454254"/>
                    <a:pt x="219688" y="456622"/>
                    <a:pt x="219688" y="458374"/>
                  </a:cubicBezTo>
                  <a:cubicBezTo>
                    <a:pt x="215893" y="459152"/>
                    <a:pt x="208399" y="459704"/>
                    <a:pt x="198537" y="460028"/>
                  </a:cubicBezTo>
                  <a:cubicBezTo>
                    <a:pt x="188027" y="459898"/>
                    <a:pt x="175992" y="459704"/>
                    <a:pt x="164086" y="459509"/>
                  </a:cubicBezTo>
                  <a:cubicBezTo>
                    <a:pt x="102840" y="458471"/>
                    <a:pt x="65242" y="458244"/>
                    <a:pt x="42632" y="459023"/>
                  </a:cubicBezTo>
                  <a:cubicBezTo>
                    <a:pt x="34716" y="458925"/>
                    <a:pt x="28521" y="458861"/>
                    <a:pt x="23719" y="458861"/>
                  </a:cubicBezTo>
                  <a:cubicBezTo>
                    <a:pt x="16842" y="458861"/>
                    <a:pt x="12755" y="458958"/>
                    <a:pt x="10192" y="459185"/>
                  </a:cubicBezTo>
                  <a:cubicBezTo>
                    <a:pt x="9316" y="454481"/>
                    <a:pt x="9835" y="443192"/>
                    <a:pt x="10062" y="437970"/>
                  </a:cubicBezTo>
                  <a:close/>
                  <a:moveTo>
                    <a:pt x="20086" y="477935"/>
                  </a:moveTo>
                  <a:cubicBezTo>
                    <a:pt x="20248" y="474529"/>
                    <a:pt x="20346" y="472161"/>
                    <a:pt x="20346" y="470409"/>
                  </a:cubicBezTo>
                  <a:cubicBezTo>
                    <a:pt x="24141" y="469598"/>
                    <a:pt x="31667" y="469079"/>
                    <a:pt x="41561" y="468755"/>
                  </a:cubicBezTo>
                  <a:cubicBezTo>
                    <a:pt x="52072" y="468884"/>
                    <a:pt x="64107" y="469079"/>
                    <a:pt x="75980" y="469274"/>
                  </a:cubicBezTo>
                  <a:cubicBezTo>
                    <a:pt x="112604" y="469890"/>
                    <a:pt x="140795" y="470214"/>
                    <a:pt x="162335" y="470214"/>
                  </a:cubicBezTo>
                  <a:cubicBezTo>
                    <a:pt x="176803" y="470214"/>
                    <a:pt x="188287" y="470052"/>
                    <a:pt x="197337" y="469760"/>
                  </a:cubicBezTo>
                  <a:cubicBezTo>
                    <a:pt x="216607" y="470020"/>
                    <a:pt x="225463" y="469955"/>
                    <a:pt x="229842" y="469598"/>
                  </a:cubicBezTo>
                  <a:cubicBezTo>
                    <a:pt x="230718" y="474302"/>
                    <a:pt x="230199" y="485591"/>
                    <a:pt x="229972" y="490781"/>
                  </a:cubicBezTo>
                  <a:cubicBezTo>
                    <a:pt x="229809" y="494187"/>
                    <a:pt x="229712" y="496556"/>
                    <a:pt x="229712" y="498307"/>
                  </a:cubicBezTo>
                  <a:cubicBezTo>
                    <a:pt x="225949" y="499086"/>
                    <a:pt x="218423" y="499637"/>
                    <a:pt x="208594" y="499962"/>
                  </a:cubicBezTo>
                  <a:cubicBezTo>
                    <a:pt x="198083" y="499832"/>
                    <a:pt x="186016" y="499637"/>
                    <a:pt x="174111" y="499443"/>
                  </a:cubicBezTo>
                  <a:cubicBezTo>
                    <a:pt x="112864" y="498404"/>
                    <a:pt x="75266" y="498178"/>
                    <a:pt x="52688" y="498956"/>
                  </a:cubicBezTo>
                  <a:cubicBezTo>
                    <a:pt x="44741" y="498859"/>
                    <a:pt x="38577" y="498794"/>
                    <a:pt x="33744" y="498794"/>
                  </a:cubicBezTo>
                  <a:cubicBezTo>
                    <a:pt x="26899" y="498794"/>
                    <a:pt x="22779" y="498891"/>
                    <a:pt x="20216" y="499118"/>
                  </a:cubicBezTo>
                  <a:cubicBezTo>
                    <a:pt x="19340" y="494414"/>
                    <a:pt x="19859" y="483125"/>
                    <a:pt x="20086" y="477903"/>
                  </a:cubicBezTo>
                  <a:close/>
                  <a:moveTo>
                    <a:pt x="30078" y="517868"/>
                  </a:moveTo>
                  <a:cubicBezTo>
                    <a:pt x="30240" y="514462"/>
                    <a:pt x="30337" y="512094"/>
                    <a:pt x="30337" y="510342"/>
                  </a:cubicBezTo>
                  <a:cubicBezTo>
                    <a:pt x="34133" y="509564"/>
                    <a:pt x="41626" y="509012"/>
                    <a:pt x="51520" y="508688"/>
                  </a:cubicBezTo>
                  <a:cubicBezTo>
                    <a:pt x="62031" y="508818"/>
                    <a:pt x="74066" y="509012"/>
                    <a:pt x="85971" y="509207"/>
                  </a:cubicBezTo>
                  <a:cubicBezTo>
                    <a:pt x="122596" y="509823"/>
                    <a:pt x="150786" y="510148"/>
                    <a:pt x="172359" y="510148"/>
                  </a:cubicBezTo>
                  <a:cubicBezTo>
                    <a:pt x="186827" y="510148"/>
                    <a:pt x="198310" y="509986"/>
                    <a:pt x="207361" y="509694"/>
                  </a:cubicBezTo>
                  <a:cubicBezTo>
                    <a:pt x="226630" y="509953"/>
                    <a:pt x="235486" y="509888"/>
                    <a:pt x="239866" y="509531"/>
                  </a:cubicBezTo>
                  <a:cubicBezTo>
                    <a:pt x="240742" y="514235"/>
                    <a:pt x="240223" y="525524"/>
                    <a:pt x="239996" y="530747"/>
                  </a:cubicBezTo>
                  <a:cubicBezTo>
                    <a:pt x="239834" y="534153"/>
                    <a:pt x="239736" y="536521"/>
                    <a:pt x="239736" y="538273"/>
                  </a:cubicBezTo>
                  <a:cubicBezTo>
                    <a:pt x="236687" y="538922"/>
                    <a:pt x="231140" y="539376"/>
                    <a:pt x="223938" y="539701"/>
                  </a:cubicBezTo>
                  <a:cubicBezTo>
                    <a:pt x="222900" y="539376"/>
                    <a:pt x="221797" y="539279"/>
                    <a:pt x="220694" y="539506"/>
                  </a:cubicBezTo>
                  <a:lnTo>
                    <a:pt x="219396" y="539765"/>
                  </a:lnTo>
                  <a:lnTo>
                    <a:pt x="219396" y="539765"/>
                  </a:lnTo>
                  <a:cubicBezTo>
                    <a:pt x="213103" y="540382"/>
                    <a:pt x="183193" y="539863"/>
                    <a:pt x="154225" y="539376"/>
                  </a:cubicBezTo>
                  <a:cubicBezTo>
                    <a:pt x="90643" y="538306"/>
                    <a:pt x="52558" y="538111"/>
                    <a:pt x="30272" y="538987"/>
                  </a:cubicBezTo>
                  <a:cubicBezTo>
                    <a:pt x="29429" y="534251"/>
                    <a:pt x="29915" y="523059"/>
                    <a:pt x="30143" y="517868"/>
                  </a:cubicBezTo>
                  <a:close/>
                  <a:moveTo>
                    <a:pt x="10127" y="557802"/>
                  </a:moveTo>
                  <a:cubicBezTo>
                    <a:pt x="10290" y="554396"/>
                    <a:pt x="10387" y="552027"/>
                    <a:pt x="10387" y="550276"/>
                  </a:cubicBezTo>
                  <a:cubicBezTo>
                    <a:pt x="13469" y="549627"/>
                    <a:pt x="18983" y="549173"/>
                    <a:pt x="26185" y="548848"/>
                  </a:cubicBezTo>
                  <a:cubicBezTo>
                    <a:pt x="27223" y="549173"/>
                    <a:pt x="28326" y="549270"/>
                    <a:pt x="29429" y="549043"/>
                  </a:cubicBezTo>
                  <a:lnTo>
                    <a:pt x="30726" y="548784"/>
                  </a:lnTo>
                  <a:lnTo>
                    <a:pt x="30726" y="548784"/>
                  </a:lnTo>
                  <a:cubicBezTo>
                    <a:pt x="37020" y="548167"/>
                    <a:pt x="66929" y="548686"/>
                    <a:pt x="95898" y="549173"/>
                  </a:cubicBezTo>
                  <a:cubicBezTo>
                    <a:pt x="132523" y="549789"/>
                    <a:pt x="160713" y="550114"/>
                    <a:pt x="182285" y="550114"/>
                  </a:cubicBezTo>
                  <a:cubicBezTo>
                    <a:pt x="198181" y="550114"/>
                    <a:pt x="210410" y="549919"/>
                    <a:pt x="219851" y="549562"/>
                  </a:cubicBezTo>
                  <a:cubicBezTo>
                    <a:pt x="220694" y="554299"/>
                    <a:pt x="220207" y="565490"/>
                    <a:pt x="219980" y="570680"/>
                  </a:cubicBezTo>
                  <a:cubicBezTo>
                    <a:pt x="219818" y="574087"/>
                    <a:pt x="219721" y="576455"/>
                    <a:pt x="219721" y="578207"/>
                  </a:cubicBezTo>
                  <a:cubicBezTo>
                    <a:pt x="215925" y="579018"/>
                    <a:pt x="208399" y="579536"/>
                    <a:pt x="198505" y="579861"/>
                  </a:cubicBezTo>
                  <a:cubicBezTo>
                    <a:pt x="187994" y="579731"/>
                    <a:pt x="175992" y="579536"/>
                    <a:pt x="164086" y="579342"/>
                  </a:cubicBezTo>
                  <a:cubicBezTo>
                    <a:pt x="102872" y="578304"/>
                    <a:pt x="65275" y="578077"/>
                    <a:pt x="42697" y="578855"/>
                  </a:cubicBezTo>
                  <a:cubicBezTo>
                    <a:pt x="34749" y="578758"/>
                    <a:pt x="28553" y="578693"/>
                    <a:pt x="23752" y="578693"/>
                  </a:cubicBezTo>
                  <a:cubicBezTo>
                    <a:pt x="16907" y="578693"/>
                    <a:pt x="12787" y="578790"/>
                    <a:pt x="10225" y="579018"/>
                  </a:cubicBezTo>
                  <a:cubicBezTo>
                    <a:pt x="9349" y="574314"/>
                    <a:pt x="9868" y="563025"/>
                    <a:pt x="10095" y="557802"/>
                  </a:cubicBezTo>
                  <a:close/>
                  <a:moveTo>
                    <a:pt x="230004" y="610581"/>
                  </a:moveTo>
                  <a:cubicBezTo>
                    <a:pt x="229842" y="613987"/>
                    <a:pt x="229744" y="616356"/>
                    <a:pt x="229744" y="618107"/>
                  </a:cubicBezTo>
                  <a:cubicBezTo>
                    <a:pt x="214044" y="621416"/>
                    <a:pt x="134631" y="620086"/>
                    <a:pt x="86101" y="619243"/>
                  </a:cubicBezTo>
                  <a:cubicBezTo>
                    <a:pt x="60052" y="618821"/>
                    <a:pt x="43897" y="618562"/>
                    <a:pt x="33744" y="618562"/>
                  </a:cubicBezTo>
                  <a:cubicBezTo>
                    <a:pt x="26899" y="618562"/>
                    <a:pt x="22779" y="618659"/>
                    <a:pt x="20216" y="618886"/>
                  </a:cubicBezTo>
                  <a:cubicBezTo>
                    <a:pt x="19340" y="614182"/>
                    <a:pt x="19859" y="602893"/>
                    <a:pt x="20086" y="597670"/>
                  </a:cubicBezTo>
                  <a:cubicBezTo>
                    <a:pt x="20248" y="594264"/>
                    <a:pt x="20346" y="591896"/>
                    <a:pt x="20346" y="590144"/>
                  </a:cubicBezTo>
                  <a:cubicBezTo>
                    <a:pt x="24141" y="589366"/>
                    <a:pt x="31667" y="588814"/>
                    <a:pt x="41561" y="588490"/>
                  </a:cubicBezTo>
                  <a:cubicBezTo>
                    <a:pt x="52072" y="588620"/>
                    <a:pt x="64107" y="588814"/>
                    <a:pt x="75980" y="589009"/>
                  </a:cubicBezTo>
                  <a:cubicBezTo>
                    <a:pt x="112637" y="589625"/>
                    <a:pt x="140795" y="589950"/>
                    <a:pt x="162367" y="589950"/>
                  </a:cubicBezTo>
                  <a:cubicBezTo>
                    <a:pt x="176803" y="589950"/>
                    <a:pt x="188287" y="589787"/>
                    <a:pt x="197370" y="589496"/>
                  </a:cubicBezTo>
                  <a:cubicBezTo>
                    <a:pt x="216672" y="589755"/>
                    <a:pt x="225495" y="589690"/>
                    <a:pt x="229874" y="589333"/>
                  </a:cubicBezTo>
                  <a:cubicBezTo>
                    <a:pt x="230750" y="594037"/>
                    <a:pt x="230231" y="605326"/>
                    <a:pt x="230004" y="610549"/>
                  </a:cubicBezTo>
                  <a:close/>
                </a:path>
              </a:pathLst>
            </a:custGeom>
            <a:grpFill/>
            <a:ln w="3242" cap="flat">
              <a:noFill/>
              <a:prstDash val="solid"/>
              <a:miter/>
            </a:ln>
          </p:spPr>
          <p:txBody>
            <a:bodyPr rtlCol="0" anchor="ctr"/>
            <a:lstStyle/>
            <a:p>
              <a:endParaRPr lang="en-US" dirty="0"/>
            </a:p>
          </p:txBody>
        </p:sp>
        <p:sp>
          <p:nvSpPr>
            <p:cNvPr id="497" name="Freeform: Shape 1149"/>
            <p:cNvSpPr/>
            <p:nvPr/>
          </p:nvSpPr>
          <p:spPr>
            <a:xfrm>
              <a:off x="4492342" y="5434116"/>
              <a:ext cx="169012" cy="279500"/>
            </a:xfrm>
            <a:custGeom>
              <a:avLst/>
              <a:gdLst>
                <a:gd name="connsiteX0" fmla="*/ 29650 w 169012"/>
                <a:gd name="connsiteY0" fmla="*/ 79639 h 279500"/>
                <a:gd name="connsiteX1" fmla="*/ 53201 w 169012"/>
                <a:gd name="connsiteY1" fmla="*/ 49406 h 279500"/>
                <a:gd name="connsiteX2" fmla="*/ 140562 w 169012"/>
                <a:gd name="connsiteY2" fmla="*/ 62641 h 279500"/>
                <a:gd name="connsiteX3" fmla="*/ 148607 w 169012"/>
                <a:gd name="connsiteY3" fmla="*/ 57159 h 279500"/>
                <a:gd name="connsiteX4" fmla="*/ 89566 w 169012"/>
                <a:gd name="connsiteY4" fmla="*/ 35846 h 279500"/>
                <a:gd name="connsiteX5" fmla="*/ 89566 w 169012"/>
                <a:gd name="connsiteY5" fmla="*/ 0 h 279500"/>
                <a:gd name="connsiteX6" fmla="*/ 79834 w 169012"/>
                <a:gd name="connsiteY6" fmla="*/ 0 h 279500"/>
                <a:gd name="connsiteX7" fmla="*/ 79834 w 169012"/>
                <a:gd name="connsiteY7" fmla="*/ 35619 h 279500"/>
                <a:gd name="connsiteX8" fmla="*/ 50120 w 169012"/>
                <a:gd name="connsiteY8" fmla="*/ 40160 h 279500"/>
                <a:gd name="connsiteX9" fmla="*/ 19918 w 169012"/>
                <a:gd name="connsiteY9" fmla="*/ 79867 h 279500"/>
                <a:gd name="connsiteX10" fmla="*/ 83857 w 169012"/>
                <a:gd name="connsiteY10" fmla="*/ 124568 h 279500"/>
                <a:gd name="connsiteX11" fmla="*/ 84343 w 169012"/>
                <a:gd name="connsiteY11" fmla="*/ 124633 h 279500"/>
                <a:gd name="connsiteX12" fmla="*/ 159247 w 169012"/>
                <a:gd name="connsiteY12" fmla="*/ 181500 h 279500"/>
                <a:gd name="connsiteX13" fmla="*/ 84700 w 169012"/>
                <a:gd name="connsiteY13" fmla="*/ 234702 h 279500"/>
                <a:gd name="connsiteX14" fmla="*/ 9732 w 169012"/>
                <a:gd name="connsiteY14" fmla="*/ 179684 h 279500"/>
                <a:gd name="connsiteX15" fmla="*/ 0 w 169012"/>
                <a:gd name="connsiteY15" fmla="*/ 179684 h 279500"/>
                <a:gd name="connsiteX16" fmla="*/ 79867 w 169012"/>
                <a:gd name="connsiteY16" fmla="*/ 244304 h 279500"/>
                <a:gd name="connsiteX17" fmla="*/ 79867 w 169012"/>
                <a:gd name="connsiteY17" fmla="*/ 279501 h 279500"/>
                <a:gd name="connsiteX18" fmla="*/ 89599 w 169012"/>
                <a:gd name="connsiteY18" fmla="*/ 279501 h 279500"/>
                <a:gd name="connsiteX19" fmla="*/ 89599 w 169012"/>
                <a:gd name="connsiteY19" fmla="*/ 244109 h 279500"/>
                <a:gd name="connsiteX20" fmla="*/ 169011 w 169012"/>
                <a:gd name="connsiteY20" fmla="*/ 181565 h 279500"/>
                <a:gd name="connsiteX21" fmla="*/ 85317 w 169012"/>
                <a:gd name="connsiteY21" fmla="*/ 114934 h 279500"/>
                <a:gd name="connsiteX22" fmla="*/ 29715 w 169012"/>
                <a:gd name="connsiteY22" fmla="*/ 79639 h 27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9012" h="279500">
                  <a:moveTo>
                    <a:pt x="29650" y="79639"/>
                  </a:moveTo>
                  <a:cubicBezTo>
                    <a:pt x="28969" y="65009"/>
                    <a:pt x="36884" y="54823"/>
                    <a:pt x="53201" y="49406"/>
                  </a:cubicBezTo>
                  <a:cubicBezTo>
                    <a:pt x="84214" y="39057"/>
                    <a:pt x="132322" y="50574"/>
                    <a:pt x="140562" y="62641"/>
                  </a:cubicBezTo>
                  <a:lnTo>
                    <a:pt x="148607" y="57159"/>
                  </a:lnTo>
                  <a:cubicBezTo>
                    <a:pt x="141113" y="46162"/>
                    <a:pt x="115778" y="37370"/>
                    <a:pt x="89566" y="35846"/>
                  </a:cubicBezTo>
                  <a:lnTo>
                    <a:pt x="89566" y="0"/>
                  </a:lnTo>
                  <a:lnTo>
                    <a:pt x="79834" y="0"/>
                  </a:lnTo>
                  <a:lnTo>
                    <a:pt x="79834" y="35619"/>
                  </a:lnTo>
                  <a:cubicBezTo>
                    <a:pt x="69389" y="35748"/>
                    <a:pt x="59105" y="37143"/>
                    <a:pt x="50120" y="40160"/>
                  </a:cubicBezTo>
                  <a:cubicBezTo>
                    <a:pt x="29780" y="46940"/>
                    <a:pt x="19075" y="61116"/>
                    <a:pt x="19918" y="79867"/>
                  </a:cubicBezTo>
                  <a:cubicBezTo>
                    <a:pt x="19918" y="102217"/>
                    <a:pt x="41426" y="117269"/>
                    <a:pt x="83857" y="124568"/>
                  </a:cubicBezTo>
                  <a:lnTo>
                    <a:pt x="84343" y="124633"/>
                  </a:lnTo>
                  <a:cubicBezTo>
                    <a:pt x="136053" y="128234"/>
                    <a:pt x="159409" y="156619"/>
                    <a:pt x="159247" y="181500"/>
                  </a:cubicBezTo>
                  <a:cubicBezTo>
                    <a:pt x="159052" y="205960"/>
                    <a:pt x="135858" y="231912"/>
                    <a:pt x="84700" y="234702"/>
                  </a:cubicBezTo>
                  <a:cubicBezTo>
                    <a:pt x="43340" y="234702"/>
                    <a:pt x="9732" y="210015"/>
                    <a:pt x="9732" y="179684"/>
                  </a:cubicBezTo>
                  <a:lnTo>
                    <a:pt x="0" y="179684"/>
                  </a:lnTo>
                  <a:cubicBezTo>
                    <a:pt x="0" y="214070"/>
                    <a:pt x="35262" y="242293"/>
                    <a:pt x="79867" y="244304"/>
                  </a:cubicBezTo>
                  <a:lnTo>
                    <a:pt x="79867" y="279501"/>
                  </a:lnTo>
                  <a:lnTo>
                    <a:pt x="89599" y="279501"/>
                  </a:lnTo>
                  <a:lnTo>
                    <a:pt x="89599" y="244109"/>
                  </a:lnTo>
                  <a:cubicBezTo>
                    <a:pt x="144130" y="239633"/>
                    <a:pt x="168817" y="209820"/>
                    <a:pt x="169011" y="181565"/>
                  </a:cubicBezTo>
                  <a:cubicBezTo>
                    <a:pt x="169238" y="152337"/>
                    <a:pt x="143124" y="119054"/>
                    <a:pt x="85317" y="114934"/>
                  </a:cubicBezTo>
                  <a:cubicBezTo>
                    <a:pt x="59884" y="110522"/>
                    <a:pt x="29715" y="100855"/>
                    <a:pt x="29715" y="79639"/>
                  </a:cubicBezTo>
                  <a:close/>
                </a:path>
              </a:pathLst>
            </a:custGeom>
            <a:grpFill/>
            <a:ln w="3242" cap="flat">
              <a:noFill/>
              <a:prstDash val="solid"/>
              <a:miter/>
            </a:ln>
          </p:spPr>
          <p:txBody>
            <a:bodyPr rtlCol="0" anchor="ctr"/>
            <a:lstStyle/>
            <a:p>
              <a:endParaRPr lang="en-US"/>
            </a:p>
          </p:txBody>
        </p:sp>
        <p:sp>
          <p:nvSpPr>
            <p:cNvPr id="498" name="Freeform: Shape 830"/>
            <p:cNvSpPr/>
            <p:nvPr/>
          </p:nvSpPr>
          <p:spPr>
            <a:xfrm>
              <a:off x="4606044" y="5204864"/>
              <a:ext cx="256065" cy="634424"/>
            </a:xfrm>
            <a:custGeom>
              <a:avLst/>
              <a:gdLst>
                <a:gd name="connsiteX0" fmla="*/ 248716 w 256065"/>
                <a:gd name="connsiteY0" fmla="*/ 615253 h 634424"/>
                <a:gd name="connsiteX1" fmla="*/ 205182 w 256065"/>
                <a:gd name="connsiteY1" fmla="*/ 634425 h 634424"/>
                <a:gd name="connsiteX2" fmla="*/ 179165 w 256065"/>
                <a:gd name="connsiteY2" fmla="*/ 630110 h 634424"/>
                <a:gd name="connsiteX3" fmla="*/ 155905 w 256065"/>
                <a:gd name="connsiteY3" fmla="*/ 617004 h 634424"/>
                <a:gd name="connsiteX4" fmla="*/ 155062 w 256065"/>
                <a:gd name="connsiteY4" fmla="*/ 616032 h 634424"/>
                <a:gd name="connsiteX5" fmla="*/ 165994 w 256065"/>
                <a:gd name="connsiteY5" fmla="*/ 614734 h 634424"/>
                <a:gd name="connsiteX6" fmla="*/ 216827 w 256065"/>
                <a:gd name="connsiteY6" fmla="*/ 600103 h 634424"/>
                <a:gd name="connsiteX7" fmla="*/ 222213 w 256065"/>
                <a:gd name="connsiteY7" fmla="*/ 596470 h 634424"/>
                <a:gd name="connsiteX8" fmla="*/ 222602 w 256065"/>
                <a:gd name="connsiteY8" fmla="*/ 596016 h 634424"/>
                <a:gd name="connsiteX9" fmla="*/ 209366 w 256065"/>
                <a:gd name="connsiteY9" fmla="*/ 570583 h 634424"/>
                <a:gd name="connsiteX10" fmla="*/ 205279 w 256065"/>
                <a:gd name="connsiteY10" fmla="*/ 566723 h 634424"/>
                <a:gd name="connsiteX11" fmla="*/ 204436 w 256065"/>
                <a:gd name="connsiteY11" fmla="*/ 561176 h 634424"/>
                <a:gd name="connsiteX12" fmla="*/ 202294 w 256065"/>
                <a:gd name="connsiteY12" fmla="*/ 516830 h 634424"/>
                <a:gd name="connsiteX13" fmla="*/ 30234 w 256065"/>
                <a:gd name="connsiteY13" fmla="*/ 125088 h 634424"/>
                <a:gd name="connsiteX14" fmla="*/ 14046 w 256065"/>
                <a:gd name="connsiteY14" fmla="*/ 124277 h 634424"/>
                <a:gd name="connsiteX15" fmla="*/ 13981 w 256065"/>
                <a:gd name="connsiteY15" fmla="*/ 124277 h 634424"/>
                <a:gd name="connsiteX16" fmla="*/ 14500 w 256065"/>
                <a:gd name="connsiteY16" fmla="*/ 114513 h 634424"/>
                <a:gd name="connsiteX17" fmla="*/ 14857 w 256065"/>
                <a:gd name="connsiteY17" fmla="*/ 108025 h 634424"/>
                <a:gd name="connsiteX18" fmla="*/ 13981 w 256065"/>
                <a:gd name="connsiteY18" fmla="*/ 93881 h 634424"/>
                <a:gd name="connsiteX19" fmla="*/ 11548 w 256065"/>
                <a:gd name="connsiteY19" fmla="*/ 91026 h 634424"/>
                <a:gd name="connsiteX20" fmla="*/ 0 w 256065"/>
                <a:gd name="connsiteY20" fmla="*/ 84441 h 634424"/>
                <a:gd name="connsiteX21" fmla="*/ 0 w 256065"/>
                <a:gd name="connsiteY21" fmla="*/ 84441 h 634424"/>
                <a:gd name="connsiteX22" fmla="*/ 4444 w 256065"/>
                <a:gd name="connsiteY22" fmla="*/ 74676 h 634424"/>
                <a:gd name="connsiteX23" fmla="*/ 6001 w 256065"/>
                <a:gd name="connsiteY23" fmla="*/ 71270 h 634424"/>
                <a:gd name="connsiteX24" fmla="*/ 32894 w 256065"/>
                <a:gd name="connsiteY24" fmla="*/ 8986 h 634424"/>
                <a:gd name="connsiteX25" fmla="*/ 36754 w 256065"/>
                <a:gd name="connsiteY25" fmla="*/ 0 h 634424"/>
                <a:gd name="connsiteX26" fmla="*/ 67799 w 256065"/>
                <a:gd name="connsiteY26" fmla="*/ 10154 h 634424"/>
                <a:gd name="connsiteX27" fmla="*/ 40031 w 256065"/>
                <a:gd name="connsiteY27" fmla="*/ 74255 h 634424"/>
                <a:gd name="connsiteX28" fmla="*/ 47330 w 256065"/>
                <a:gd name="connsiteY28" fmla="*/ 94075 h 634424"/>
                <a:gd name="connsiteX29" fmla="*/ 206220 w 256065"/>
                <a:gd name="connsiteY29" fmla="*/ 274408 h 634424"/>
                <a:gd name="connsiteX30" fmla="*/ 234734 w 256065"/>
                <a:gd name="connsiteY30" fmla="*/ 516084 h 634424"/>
                <a:gd name="connsiteX31" fmla="*/ 235967 w 256065"/>
                <a:gd name="connsiteY31" fmla="*/ 551249 h 634424"/>
                <a:gd name="connsiteX32" fmla="*/ 248716 w 256065"/>
                <a:gd name="connsiteY32" fmla="*/ 615253 h 63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6065" h="634424">
                  <a:moveTo>
                    <a:pt x="248716" y="615253"/>
                  </a:moveTo>
                  <a:cubicBezTo>
                    <a:pt x="239373" y="627904"/>
                    <a:pt x="223218" y="634425"/>
                    <a:pt x="205182" y="634425"/>
                  </a:cubicBezTo>
                  <a:cubicBezTo>
                    <a:pt x="196358" y="634425"/>
                    <a:pt x="187534" y="632900"/>
                    <a:pt x="179165" y="630110"/>
                  </a:cubicBezTo>
                  <a:cubicBezTo>
                    <a:pt x="170796" y="627353"/>
                    <a:pt x="161907" y="623720"/>
                    <a:pt x="155905" y="617004"/>
                  </a:cubicBezTo>
                  <a:cubicBezTo>
                    <a:pt x="155614" y="616680"/>
                    <a:pt x="155354" y="616356"/>
                    <a:pt x="155062" y="616032"/>
                  </a:cubicBezTo>
                  <a:cubicBezTo>
                    <a:pt x="159766" y="615577"/>
                    <a:pt x="163302" y="615156"/>
                    <a:pt x="165994" y="614734"/>
                  </a:cubicBezTo>
                  <a:cubicBezTo>
                    <a:pt x="168589" y="614312"/>
                    <a:pt x="207063" y="609284"/>
                    <a:pt x="216827" y="600103"/>
                  </a:cubicBezTo>
                  <a:cubicBezTo>
                    <a:pt x="218904" y="599292"/>
                    <a:pt x="220785" y="598125"/>
                    <a:pt x="222213" y="596470"/>
                  </a:cubicBezTo>
                  <a:cubicBezTo>
                    <a:pt x="222342" y="596340"/>
                    <a:pt x="222472" y="596178"/>
                    <a:pt x="222602" y="596016"/>
                  </a:cubicBezTo>
                  <a:cubicBezTo>
                    <a:pt x="226008" y="591377"/>
                    <a:pt x="220688" y="581159"/>
                    <a:pt x="209366" y="570583"/>
                  </a:cubicBezTo>
                  <a:lnTo>
                    <a:pt x="205279" y="566723"/>
                  </a:lnTo>
                  <a:lnTo>
                    <a:pt x="204436" y="561176"/>
                  </a:lnTo>
                  <a:cubicBezTo>
                    <a:pt x="203105" y="552579"/>
                    <a:pt x="202781" y="537592"/>
                    <a:pt x="202294" y="516830"/>
                  </a:cubicBezTo>
                  <a:cubicBezTo>
                    <a:pt x="199699" y="405205"/>
                    <a:pt x="194282" y="133230"/>
                    <a:pt x="30234" y="125088"/>
                  </a:cubicBezTo>
                  <a:lnTo>
                    <a:pt x="14046" y="124277"/>
                  </a:lnTo>
                  <a:lnTo>
                    <a:pt x="13981" y="124277"/>
                  </a:lnTo>
                  <a:lnTo>
                    <a:pt x="14500" y="114513"/>
                  </a:lnTo>
                  <a:lnTo>
                    <a:pt x="14857" y="108025"/>
                  </a:lnTo>
                  <a:cubicBezTo>
                    <a:pt x="15247" y="99947"/>
                    <a:pt x="14695" y="95957"/>
                    <a:pt x="13981" y="93881"/>
                  </a:cubicBezTo>
                  <a:cubicBezTo>
                    <a:pt x="13560" y="92680"/>
                    <a:pt x="12684" y="91675"/>
                    <a:pt x="11548" y="91026"/>
                  </a:cubicBezTo>
                  <a:lnTo>
                    <a:pt x="0" y="84441"/>
                  </a:lnTo>
                  <a:lnTo>
                    <a:pt x="0" y="84441"/>
                  </a:lnTo>
                  <a:cubicBezTo>
                    <a:pt x="0" y="84441"/>
                    <a:pt x="4444" y="74676"/>
                    <a:pt x="4444" y="74676"/>
                  </a:cubicBezTo>
                  <a:lnTo>
                    <a:pt x="6001" y="71270"/>
                  </a:lnTo>
                  <a:lnTo>
                    <a:pt x="32894" y="8986"/>
                  </a:lnTo>
                  <a:lnTo>
                    <a:pt x="36754" y="0"/>
                  </a:lnTo>
                  <a:lnTo>
                    <a:pt x="67799" y="10154"/>
                  </a:lnTo>
                  <a:lnTo>
                    <a:pt x="40031" y="74255"/>
                  </a:lnTo>
                  <a:cubicBezTo>
                    <a:pt x="45416" y="82559"/>
                    <a:pt x="46810" y="85187"/>
                    <a:pt x="47330" y="94075"/>
                  </a:cubicBezTo>
                  <a:cubicBezTo>
                    <a:pt x="123563" y="104262"/>
                    <a:pt x="176570" y="171866"/>
                    <a:pt x="206220" y="274408"/>
                  </a:cubicBezTo>
                  <a:cubicBezTo>
                    <a:pt x="231133" y="360406"/>
                    <a:pt x="233372" y="457855"/>
                    <a:pt x="234734" y="516084"/>
                  </a:cubicBezTo>
                  <a:cubicBezTo>
                    <a:pt x="235059" y="530455"/>
                    <a:pt x="235350" y="543301"/>
                    <a:pt x="235967" y="551249"/>
                  </a:cubicBezTo>
                  <a:cubicBezTo>
                    <a:pt x="267433" y="583819"/>
                    <a:pt x="253841" y="608311"/>
                    <a:pt x="248716" y="615253"/>
                  </a:cubicBezTo>
                  <a:close/>
                </a:path>
              </a:pathLst>
            </a:custGeom>
            <a:grpFill/>
            <a:ln w="3242" cap="flat">
              <a:noFill/>
              <a:prstDash val="solid"/>
              <a:miter/>
            </a:ln>
          </p:spPr>
          <p:txBody>
            <a:bodyPr rtlCol="0" anchor="ctr"/>
            <a:lstStyle/>
            <a:p>
              <a:endParaRPr lang="en-US"/>
            </a:p>
          </p:txBody>
        </p:sp>
      </p:grpSp>
      <p:grpSp>
        <p:nvGrpSpPr>
          <p:cNvPr id="499" name="Group 87"/>
          <p:cNvGrpSpPr/>
          <p:nvPr/>
        </p:nvGrpSpPr>
        <p:grpSpPr>
          <a:xfrm>
            <a:off x="6081553" y="1834041"/>
            <a:ext cx="437755" cy="422893"/>
            <a:chOff x="4220605" y="2607078"/>
            <a:chExt cx="650540" cy="628454"/>
          </a:xfrm>
          <a:solidFill>
            <a:schemeClr val="tx1"/>
          </a:solidFill>
        </p:grpSpPr>
        <p:sp>
          <p:nvSpPr>
            <p:cNvPr id="500" name="Freeform: Shape 809"/>
            <p:cNvSpPr/>
            <p:nvPr/>
          </p:nvSpPr>
          <p:spPr>
            <a:xfrm>
              <a:off x="4508253" y="3172450"/>
              <a:ext cx="54098" cy="63082"/>
            </a:xfrm>
            <a:custGeom>
              <a:avLst/>
              <a:gdLst>
                <a:gd name="connsiteX0" fmla="*/ 9730 w 54098"/>
                <a:gd name="connsiteY0" fmla="*/ 16411 h 63082"/>
                <a:gd name="connsiteX1" fmla="*/ 21438 w 54098"/>
                <a:gd name="connsiteY1" fmla="*/ 10800 h 63082"/>
                <a:gd name="connsiteX2" fmla="*/ 21406 w 54098"/>
                <a:gd name="connsiteY2" fmla="*/ 10768 h 63082"/>
                <a:gd name="connsiteX3" fmla="*/ 21406 w 54098"/>
                <a:gd name="connsiteY3" fmla="*/ 0 h 63082"/>
                <a:gd name="connsiteX4" fmla="*/ 0 w 54098"/>
                <a:gd name="connsiteY4" fmla="*/ 10314 h 63082"/>
                <a:gd name="connsiteX5" fmla="*/ 0 w 54098"/>
                <a:gd name="connsiteY5" fmla="*/ 63082 h 63082"/>
                <a:gd name="connsiteX6" fmla="*/ 54098 w 54098"/>
                <a:gd name="connsiteY6" fmla="*/ 63082 h 63082"/>
                <a:gd name="connsiteX7" fmla="*/ 54098 w 54098"/>
                <a:gd name="connsiteY7" fmla="*/ 53352 h 63082"/>
                <a:gd name="connsiteX8" fmla="*/ 9730 w 54098"/>
                <a:gd name="connsiteY8" fmla="*/ 53352 h 63082"/>
                <a:gd name="connsiteX9" fmla="*/ 9730 w 54098"/>
                <a:gd name="connsiteY9" fmla="*/ 16411 h 63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8" h="63082">
                  <a:moveTo>
                    <a:pt x="9730" y="16411"/>
                  </a:moveTo>
                  <a:lnTo>
                    <a:pt x="21438" y="10800"/>
                  </a:lnTo>
                  <a:lnTo>
                    <a:pt x="21406" y="10768"/>
                  </a:lnTo>
                  <a:lnTo>
                    <a:pt x="21406" y="0"/>
                  </a:lnTo>
                  <a:lnTo>
                    <a:pt x="0" y="10314"/>
                  </a:lnTo>
                  <a:lnTo>
                    <a:pt x="0" y="63082"/>
                  </a:lnTo>
                  <a:lnTo>
                    <a:pt x="54098" y="63082"/>
                  </a:lnTo>
                  <a:lnTo>
                    <a:pt x="54098" y="53352"/>
                  </a:lnTo>
                  <a:lnTo>
                    <a:pt x="9730" y="53352"/>
                  </a:lnTo>
                  <a:lnTo>
                    <a:pt x="9730" y="16411"/>
                  </a:lnTo>
                  <a:close/>
                </a:path>
              </a:pathLst>
            </a:custGeom>
            <a:grpFill/>
            <a:ln w="3243" cap="flat">
              <a:noFill/>
              <a:prstDash val="solid"/>
              <a:miter/>
            </a:ln>
          </p:spPr>
          <p:txBody>
            <a:bodyPr rtlCol="0" anchor="ctr"/>
            <a:lstStyle/>
            <a:p>
              <a:endParaRPr lang="en-US"/>
            </a:p>
          </p:txBody>
        </p:sp>
        <p:sp>
          <p:nvSpPr>
            <p:cNvPr id="501" name="Freeform: Shape 810"/>
            <p:cNvSpPr/>
            <p:nvPr/>
          </p:nvSpPr>
          <p:spPr>
            <a:xfrm>
              <a:off x="4220605" y="2607078"/>
              <a:ext cx="650540" cy="526516"/>
            </a:xfrm>
            <a:custGeom>
              <a:avLst/>
              <a:gdLst>
                <a:gd name="connsiteX0" fmla="*/ 625988 w 650540"/>
                <a:gd name="connsiteY0" fmla="*/ 0 h 526516"/>
                <a:gd name="connsiteX1" fmla="*/ 25525 w 650540"/>
                <a:gd name="connsiteY1" fmla="*/ 0 h 526516"/>
                <a:gd name="connsiteX2" fmla="*/ 0 w 650540"/>
                <a:gd name="connsiteY2" fmla="*/ 25525 h 526516"/>
                <a:gd name="connsiteX3" fmla="*/ 0 w 650540"/>
                <a:gd name="connsiteY3" fmla="*/ 66877 h 526516"/>
                <a:gd name="connsiteX4" fmla="*/ 25525 w 650540"/>
                <a:gd name="connsiteY4" fmla="*/ 92401 h 526516"/>
                <a:gd name="connsiteX5" fmla="*/ 31006 w 650540"/>
                <a:gd name="connsiteY5" fmla="*/ 92401 h 526516"/>
                <a:gd name="connsiteX6" fmla="*/ 31006 w 650540"/>
                <a:gd name="connsiteY6" fmla="*/ 526517 h 526516"/>
                <a:gd name="connsiteX7" fmla="*/ 309053 w 650540"/>
                <a:gd name="connsiteY7" fmla="*/ 526517 h 526516"/>
                <a:gd name="connsiteX8" fmla="*/ 309053 w 650540"/>
                <a:gd name="connsiteY8" fmla="*/ 516787 h 526516"/>
                <a:gd name="connsiteX9" fmla="*/ 40736 w 650540"/>
                <a:gd name="connsiteY9" fmla="*/ 516787 h 526516"/>
                <a:gd name="connsiteX10" fmla="*/ 40736 w 650540"/>
                <a:gd name="connsiteY10" fmla="*/ 92401 h 526516"/>
                <a:gd name="connsiteX11" fmla="*/ 625015 w 650540"/>
                <a:gd name="connsiteY11" fmla="*/ 92401 h 526516"/>
                <a:gd name="connsiteX12" fmla="*/ 630886 w 650540"/>
                <a:gd name="connsiteY12" fmla="*/ 91720 h 526516"/>
                <a:gd name="connsiteX13" fmla="*/ 650540 w 650540"/>
                <a:gd name="connsiteY13" fmla="*/ 66877 h 526516"/>
                <a:gd name="connsiteX14" fmla="*/ 650540 w 650540"/>
                <a:gd name="connsiteY14" fmla="*/ 24552 h 526516"/>
                <a:gd name="connsiteX15" fmla="*/ 625988 w 650540"/>
                <a:gd name="connsiteY15" fmla="*/ 0 h 526516"/>
                <a:gd name="connsiteX16" fmla="*/ 640810 w 650540"/>
                <a:gd name="connsiteY16" fmla="*/ 66877 h 526516"/>
                <a:gd name="connsiteX17" fmla="*/ 625015 w 650540"/>
                <a:gd name="connsiteY17" fmla="*/ 82672 h 526516"/>
                <a:gd name="connsiteX18" fmla="*/ 25525 w 650540"/>
                <a:gd name="connsiteY18" fmla="*/ 82672 h 526516"/>
                <a:gd name="connsiteX19" fmla="*/ 9730 w 650540"/>
                <a:gd name="connsiteY19" fmla="*/ 66877 h 526516"/>
                <a:gd name="connsiteX20" fmla="*/ 9730 w 650540"/>
                <a:gd name="connsiteY20" fmla="*/ 25525 h 526516"/>
                <a:gd name="connsiteX21" fmla="*/ 25525 w 650540"/>
                <a:gd name="connsiteY21" fmla="*/ 9730 h 526516"/>
                <a:gd name="connsiteX22" fmla="*/ 625988 w 650540"/>
                <a:gd name="connsiteY22" fmla="*/ 9730 h 526516"/>
                <a:gd name="connsiteX23" fmla="*/ 640810 w 650540"/>
                <a:gd name="connsiteY23" fmla="*/ 24552 h 526516"/>
                <a:gd name="connsiteX24" fmla="*/ 640810 w 650540"/>
                <a:gd name="connsiteY24" fmla="*/ 66877 h 52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0540" h="526516">
                  <a:moveTo>
                    <a:pt x="625988" y="0"/>
                  </a:moveTo>
                  <a:lnTo>
                    <a:pt x="25525" y="0"/>
                  </a:lnTo>
                  <a:cubicBezTo>
                    <a:pt x="11449" y="0"/>
                    <a:pt x="0" y="11449"/>
                    <a:pt x="0" y="25525"/>
                  </a:cubicBezTo>
                  <a:lnTo>
                    <a:pt x="0" y="66877"/>
                  </a:lnTo>
                  <a:cubicBezTo>
                    <a:pt x="0" y="80953"/>
                    <a:pt x="11449" y="92401"/>
                    <a:pt x="25525" y="92401"/>
                  </a:cubicBezTo>
                  <a:lnTo>
                    <a:pt x="31006" y="92401"/>
                  </a:lnTo>
                  <a:lnTo>
                    <a:pt x="31006" y="526517"/>
                  </a:lnTo>
                  <a:lnTo>
                    <a:pt x="309053" y="526517"/>
                  </a:lnTo>
                  <a:lnTo>
                    <a:pt x="309053" y="516787"/>
                  </a:lnTo>
                  <a:lnTo>
                    <a:pt x="40736" y="516787"/>
                  </a:lnTo>
                  <a:lnTo>
                    <a:pt x="40736" y="92401"/>
                  </a:lnTo>
                  <a:lnTo>
                    <a:pt x="625015" y="92401"/>
                  </a:lnTo>
                  <a:cubicBezTo>
                    <a:pt x="627026" y="92401"/>
                    <a:pt x="629005" y="92174"/>
                    <a:pt x="630886" y="91720"/>
                  </a:cubicBezTo>
                  <a:cubicBezTo>
                    <a:pt x="642140" y="89061"/>
                    <a:pt x="650540" y="78942"/>
                    <a:pt x="650540" y="66877"/>
                  </a:cubicBezTo>
                  <a:lnTo>
                    <a:pt x="650540" y="24552"/>
                  </a:lnTo>
                  <a:cubicBezTo>
                    <a:pt x="650540" y="10995"/>
                    <a:pt x="639513" y="0"/>
                    <a:pt x="625988" y="0"/>
                  </a:cubicBezTo>
                  <a:close/>
                  <a:moveTo>
                    <a:pt x="640810" y="66877"/>
                  </a:moveTo>
                  <a:cubicBezTo>
                    <a:pt x="640810" y="75569"/>
                    <a:pt x="633707" y="82672"/>
                    <a:pt x="625015" y="82672"/>
                  </a:cubicBezTo>
                  <a:lnTo>
                    <a:pt x="25525" y="82672"/>
                  </a:lnTo>
                  <a:cubicBezTo>
                    <a:pt x="16833" y="82672"/>
                    <a:pt x="9730" y="75569"/>
                    <a:pt x="9730" y="66877"/>
                  </a:cubicBezTo>
                  <a:lnTo>
                    <a:pt x="9730" y="25525"/>
                  </a:lnTo>
                  <a:cubicBezTo>
                    <a:pt x="9730" y="16800"/>
                    <a:pt x="16833" y="9730"/>
                    <a:pt x="25525" y="9730"/>
                  </a:cubicBezTo>
                  <a:lnTo>
                    <a:pt x="625988" y="9730"/>
                  </a:lnTo>
                  <a:cubicBezTo>
                    <a:pt x="634161" y="9730"/>
                    <a:pt x="640810" y="16379"/>
                    <a:pt x="640810" y="24552"/>
                  </a:cubicBezTo>
                  <a:lnTo>
                    <a:pt x="640810" y="66877"/>
                  </a:lnTo>
                  <a:close/>
                </a:path>
              </a:pathLst>
            </a:custGeom>
            <a:grpFill/>
            <a:ln w="3243" cap="flat">
              <a:noFill/>
              <a:prstDash val="solid"/>
              <a:miter/>
            </a:ln>
          </p:spPr>
          <p:txBody>
            <a:bodyPr rtlCol="0" anchor="ctr"/>
            <a:lstStyle/>
            <a:p>
              <a:endParaRPr lang="en-US"/>
            </a:p>
          </p:txBody>
        </p:sp>
        <p:sp>
          <p:nvSpPr>
            <p:cNvPr id="502" name="Freeform: Shape 811"/>
            <p:cNvSpPr/>
            <p:nvPr/>
          </p:nvSpPr>
          <p:spPr>
            <a:xfrm>
              <a:off x="4349558" y="2777287"/>
              <a:ext cx="392763" cy="273571"/>
            </a:xfrm>
            <a:custGeom>
              <a:avLst/>
              <a:gdLst>
                <a:gd name="connsiteX0" fmla="*/ 366557 w 392763"/>
                <a:gd name="connsiteY0" fmla="*/ 77839 h 273571"/>
                <a:gd name="connsiteX1" fmla="*/ 294816 w 392763"/>
                <a:gd name="connsiteY1" fmla="*/ 77839 h 273571"/>
                <a:gd name="connsiteX2" fmla="*/ 294816 w 392763"/>
                <a:gd name="connsiteY2" fmla="*/ 263875 h 273571"/>
                <a:gd name="connsiteX3" fmla="*/ 252880 w 392763"/>
                <a:gd name="connsiteY3" fmla="*/ 263875 h 273571"/>
                <a:gd name="connsiteX4" fmla="*/ 252880 w 392763"/>
                <a:gd name="connsiteY4" fmla="*/ 139851 h 273571"/>
                <a:gd name="connsiteX5" fmla="*/ 181138 w 392763"/>
                <a:gd name="connsiteY5" fmla="*/ 139851 h 273571"/>
                <a:gd name="connsiteX6" fmla="*/ 181138 w 392763"/>
                <a:gd name="connsiteY6" fmla="*/ 263875 h 273571"/>
                <a:gd name="connsiteX7" fmla="*/ 139202 w 392763"/>
                <a:gd name="connsiteY7" fmla="*/ 263875 h 273571"/>
                <a:gd name="connsiteX8" fmla="*/ 139202 w 392763"/>
                <a:gd name="connsiteY8" fmla="*/ 201863 h 273571"/>
                <a:gd name="connsiteX9" fmla="*/ 67461 w 392763"/>
                <a:gd name="connsiteY9" fmla="*/ 201863 h 273571"/>
                <a:gd name="connsiteX10" fmla="*/ 67461 w 392763"/>
                <a:gd name="connsiteY10" fmla="*/ 263875 h 273571"/>
                <a:gd name="connsiteX11" fmla="*/ 25525 w 392763"/>
                <a:gd name="connsiteY11" fmla="*/ 263875 h 273571"/>
                <a:gd name="connsiteX12" fmla="*/ 25525 w 392763"/>
                <a:gd name="connsiteY12" fmla="*/ 0 h 273571"/>
                <a:gd name="connsiteX13" fmla="*/ 15795 w 392763"/>
                <a:gd name="connsiteY13" fmla="*/ 0 h 273571"/>
                <a:gd name="connsiteX14" fmla="*/ 15795 w 392763"/>
                <a:gd name="connsiteY14" fmla="*/ 15795 h 273571"/>
                <a:gd name="connsiteX15" fmla="*/ 0 w 392763"/>
                <a:gd name="connsiteY15" fmla="*/ 15795 h 273571"/>
                <a:gd name="connsiteX16" fmla="*/ 0 w 392763"/>
                <a:gd name="connsiteY16" fmla="*/ 25525 h 273571"/>
                <a:gd name="connsiteX17" fmla="*/ 15795 w 392763"/>
                <a:gd name="connsiteY17" fmla="*/ 25525 h 273571"/>
                <a:gd name="connsiteX18" fmla="*/ 15795 w 392763"/>
                <a:gd name="connsiteY18" fmla="*/ 139818 h 273571"/>
                <a:gd name="connsiteX19" fmla="*/ 0 w 392763"/>
                <a:gd name="connsiteY19" fmla="*/ 139818 h 273571"/>
                <a:gd name="connsiteX20" fmla="*/ 0 w 392763"/>
                <a:gd name="connsiteY20" fmla="*/ 149548 h 273571"/>
                <a:gd name="connsiteX21" fmla="*/ 15795 w 392763"/>
                <a:gd name="connsiteY21" fmla="*/ 149548 h 273571"/>
                <a:gd name="connsiteX22" fmla="*/ 15795 w 392763"/>
                <a:gd name="connsiteY22" fmla="*/ 263842 h 273571"/>
                <a:gd name="connsiteX23" fmla="*/ 0 w 392763"/>
                <a:gd name="connsiteY23" fmla="*/ 263842 h 273571"/>
                <a:gd name="connsiteX24" fmla="*/ 0 w 392763"/>
                <a:gd name="connsiteY24" fmla="*/ 273572 h 273571"/>
                <a:gd name="connsiteX25" fmla="*/ 392763 w 392763"/>
                <a:gd name="connsiteY25" fmla="*/ 273572 h 273571"/>
                <a:gd name="connsiteX26" fmla="*/ 392763 w 392763"/>
                <a:gd name="connsiteY26" fmla="*/ 263842 h 273571"/>
                <a:gd name="connsiteX27" fmla="*/ 366622 w 392763"/>
                <a:gd name="connsiteY27" fmla="*/ 263842 h 273571"/>
                <a:gd name="connsiteX28" fmla="*/ 366622 w 392763"/>
                <a:gd name="connsiteY28" fmla="*/ 77807 h 273571"/>
                <a:gd name="connsiteX29" fmla="*/ 77158 w 392763"/>
                <a:gd name="connsiteY29" fmla="*/ 263875 h 273571"/>
                <a:gd name="connsiteX30" fmla="*/ 77158 w 392763"/>
                <a:gd name="connsiteY30" fmla="*/ 211593 h 273571"/>
                <a:gd name="connsiteX31" fmla="*/ 129440 w 392763"/>
                <a:gd name="connsiteY31" fmla="*/ 211593 h 273571"/>
                <a:gd name="connsiteX32" fmla="*/ 129440 w 392763"/>
                <a:gd name="connsiteY32" fmla="*/ 263875 h 273571"/>
                <a:gd name="connsiteX33" fmla="*/ 77158 w 392763"/>
                <a:gd name="connsiteY33" fmla="*/ 263875 h 273571"/>
                <a:gd name="connsiteX34" fmla="*/ 190836 w 392763"/>
                <a:gd name="connsiteY34" fmla="*/ 263875 h 273571"/>
                <a:gd name="connsiteX35" fmla="*/ 190836 w 392763"/>
                <a:gd name="connsiteY35" fmla="*/ 149581 h 273571"/>
                <a:gd name="connsiteX36" fmla="*/ 243118 w 392763"/>
                <a:gd name="connsiteY36" fmla="*/ 149581 h 273571"/>
                <a:gd name="connsiteX37" fmla="*/ 243118 w 392763"/>
                <a:gd name="connsiteY37" fmla="*/ 263875 h 273571"/>
                <a:gd name="connsiteX38" fmla="*/ 190836 w 392763"/>
                <a:gd name="connsiteY38" fmla="*/ 263875 h 273571"/>
                <a:gd name="connsiteX39" fmla="*/ 304513 w 392763"/>
                <a:gd name="connsiteY39" fmla="*/ 263875 h 273571"/>
                <a:gd name="connsiteX40" fmla="*/ 304513 w 392763"/>
                <a:gd name="connsiteY40" fmla="*/ 87569 h 273571"/>
                <a:gd name="connsiteX41" fmla="*/ 356795 w 392763"/>
                <a:gd name="connsiteY41" fmla="*/ 87569 h 273571"/>
                <a:gd name="connsiteX42" fmla="*/ 356795 w 392763"/>
                <a:gd name="connsiteY42" fmla="*/ 263875 h 273571"/>
                <a:gd name="connsiteX43" fmla="*/ 304513 w 392763"/>
                <a:gd name="connsiteY43" fmla="*/ 263875 h 273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92763" h="273571">
                  <a:moveTo>
                    <a:pt x="366557" y="77839"/>
                  </a:moveTo>
                  <a:lnTo>
                    <a:pt x="294816" y="77839"/>
                  </a:lnTo>
                  <a:lnTo>
                    <a:pt x="294816" y="263875"/>
                  </a:lnTo>
                  <a:lnTo>
                    <a:pt x="252880" y="263875"/>
                  </a:lnTo>
                  <a:lnTo>
                    <a:pt x="252880" y="139851"/>
                  </a:lnTo>
                  <a:lnTo>
                    <a:pt x="181138" y="139851"/>
                  </a:lnTo>
                  <a:lnTo>
                    <a:pt x="181138" y="263875"/>
                  </a:lnTo>
                  <a:lnTo>
                    <a:pt x="139202" y="263875"/>
                  </a:lnTo>
                  <a:lnTo>
                    <a:pt x="139202" y="201863"/>
                  </a:lnTo>
                  <a:lnTo>
                    <a:pt x="67461" y="201863"/>
                  </a:lnTo>
                  <a:lnTo>
                    <a:pt x="67461" y="263875"/>
                  </a:lnTo>
                  <a:lnTo>
                    <a:pt x="25525" y="263875"/>
                  </a:lnTo>
                  <a:lnTo>
                    <a:pt x="25525" y="0"/>
                  </a:lnTo>
                  <a:lnTo>
                    <a:pt x="15795" y="0"/>
                  </a:lnTo>
                  <a:lnTo>
                    <a:pt x="15795" y="15795"/>
                  </a:lnTo>
                  <a:lnTo>
                    <a:pt x="0" y="15795"/>
                  </a:lnTo>
                  <a:lnTo>
                    <a:pt x="0" y="25525"/>
                  </a:lnTo>
                  <a:lnTo>
                    <a:pt x="15795" y="25525"/>
                  </a:lnTo>
                  <a:lnTo>
                    <a:pt x="15795" y="139818"/>
                  </a:lnTo>
                  <a:lnTo>
                    <a:pt x="0" y="139818"/>
                  </a:lnTo>
                  <a:lnTo>
                    <a:pt x="0" y="149548"/>
                  </a:lnTo>
                  <a:lnTo>
                    <a:pt x="15795" y="149548"/>
                  </a:lnTo>
                  <a:lnTo>
                    <a:pt x="15795" y="263842"/>
                  </a:lnTo>
                  <a:lnTo>
                    <a:pt x="0" y="263842"/>
                  </a:lnTo>
                  <a:lnTo>
                    <a:pt x="0" y="273572"/>
                  </a:lnTo>
                  <a:lnTo>
                    <a:pt x="392763" y="273572"/>
                  </a:lnTo>
                  <a:lnTo>
                    <a:pt x="392763" y="263842"/>
                  </a:lnTo>
                  <a:lnTo>
                    <a:pt x="366622" y="263842"/>
                  </a:lnTo>
                  <a:lnTo>
                    <a:pt x="366622" y="77807"/>
                  </a:lnTo>
                  <a:close/>
                  <a:moveTo>
                    <a:pt x="77158" y="263875"/>
                  </a:moveTo>
                  <a:lnTo>
                    <a:pt x="77158" y="211593"/>
                  </a:lnTo>
                  <a:lnTo>
                    <a:pt x="129440" y="211593"/>
                  </a:lnTo>
                  <a:lnTo>
                    <a:pt x="129440" y="263875"/>
                  </a:lnTo>
                  <a:lnTo>
                    <a:pt x="77158" y="263875"/>
                  </a:lnTo>
                  <a:close/>
                  <a:moveTo>
                    <a:pt x="190836" y="263875"/>
                  </a:moveTo>
                  <a:lnTo>
                    <a:pt x="190836" y="149581"/>
                  </a:lnTo>
                  <a:lnTo>
                    <a:pt x="243118" y="149581"/>
                  </a:lnTo>
                  <a:lnTo>
                    <a:pt x="243118" y="263875"/>
                  </a:lnTo>
                  <a:lnTo>
                    <a:pt x="190836" y="263875"/>
                  </a:lnTo>
                  <a:close/>
                  <a:moveTo>
                    <a:pt x="304513" y="263875"/>
                  </a:moveTo>
                  <a:lnTo>
                    <a:pt x="304513" y="87569"/>
                  </a:lnTo>
                  <a:lnTo>
                    <a:pt x="356795" y="87569"/>
                  </a:lnTo>
                  <a:lnTo>
                    <a:pt x="356795" y="263875"/>
                  </a:lnTo>
                  <a:lnTo>
                    <a:pt x="304513" y="263875"/>
                  </a:lnTo>
                  <a:close/>
                </a:path>
              </a:pathLst>
            </a:custGeom>
            <a:grpFill/>
            <a:ln w="3243" cap="flat">
              <a:noFill/>
              <a:prstDash val="solid"/>
              <a:miter/>
            </a:ln>
          </p:spPr>
          <p:txBody>
            <a:bodyPr rtlCol="0" anchor="ctr"/>
            <a:lstStyle/>
            <a:p>
              <a:endParaRPr lang="en-US"/>
            </a:p>
          </p:txBody>
        </p:sp>
        <p:sp>
          <p:nvSpPr>
            <p:cNvPr id="503" name="Freeform: Shape 1060"/>
            <p:cNvSpPr/>
            <p:nvPr/>
          </p:nvSpPr>
          <p:spPr>
            <a:xfrm>
              <a:off x="4529691" y="2698799"/>
              <a:ext cx="321832" cy="536733"/>
            </a:xfrm>
            <a:custGeom>
              <a:avLst/>
              <a:gdLst>
                <a:gd name="connsiteX0" fmla="*/ 32400 w 321832"/>
                <a:gd name="connsiteY0" fmla="*/ 457499 h 536733"/>
                <a:gd name="connsiteX1" fmla="*/ 32400 w 321832"/>
                <a:gd name="connsiteY1" fmla="*/ 464018 h 536733"/>
                <a:gd name="connsiteX2" fmla="*/ 65158 w 321832"/>
                <a:gd name="connsiteY2" fmla="*/ 476829 h 536733"/>
                <a:gd name="connsiteX3" fmla="*/ 65093 w 321832"/>
                <a:gd name="connsiteY3" fmla="*/ 536733 h 536733"/>
                <a:gd name="connsiteX4" fmla="*/ 32660 w 321832"/>
                <a:gd name="connsiteY4" fmla="*/ 536733 h 536733"/>
                <a:gd name="connsiteX5" fmla="*/ 32660 w 321832"/>
                <a:gd name="connsiteY5" fmla="*/ 497197 h 536733"/>
                <a:gd name="connsiteX6" fmla="*/ 0 w 321832"/>
                <a:gd name="connsiteY6" fmla="*/ 484451 h 536733"/>
                <a:gd name="connsiteX7" fmla="*/ 0 w 321832"/>
                <a:gd name="connsiteY7" fmla="*/ 484451 h 536733"/>
                <a:gd name="connsiteX8" fmla="*/ 0 w 321832"/>
                <a:gd name="connsiteY8" fmla="*/ 425066 h 536733"/>
                <a:gd name="connsiteX9" fmla="*/ 289399 w 321832"/>
                <a:gd name="connsiteY9" fmla="*/ 425066 h 536733"/>
                <a:gd name="connsiteX10" fmla="*/ 289399 w 321832"/>
                <a:gd name="connsiteY10" fmla="*/ 681 h 536733"/>
                <a:gd name="connsiteX11" fmla="*/ 315962 w 321832"/>
                <a:gd name="connsiteY11" fmla="*/ 681 h 536733"/>
                <a:gd name="connsiteX12" fmla="*/ 321832 w 321832"/>
                <a:gd name="connsiteY12" fmla="*/ 0 h 536733"/>
                <a:gd name="connsiteX13" fmla="*/ 321832 w 321832"/>
                <a:gd name="connsiteY13" fmla="*/ 457499 h 536733"/>
                <a:gd name="connsiteX14" fmla="*/ 32433 w 321832"/>
                <a:gd name="connsiteY14" fmla="*/ 457499 h 53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1832" h="536733">
                  <a:moveTo>
                    <a:pt x="32400" y="457499"/>
                  </a:moveTo>
                  <a:lnTo>
                    <a:pt x="32400" y="464018"/>
                  </a:lnTo>
                  <a:lnTo>
                    <a:pt x="65158" y="476829"/>
                  </a:lnTo>
                  <a:lnTo>
                    <a:pt x="65093" y="536733"/>
                  </a:lnTo>
                  <a:lnTo>
                    <a:pt x="32660" y="536733"/>
                  </a:lnTo>
                  <a:lnTo>
                    <a:pt x="32660" y="497197"/>
                  </a:lnTo>
                  <a:cubicBezTo>
                    <a:pt x="32660" y="497197"/>
                    <a:pt x="0" y="484451"/>
                    <a:pt x="0" y="484451"/>
                  </a:cubicBezTo>
                  <a:lnTo>
                    <a:pt x="0" y="484451"/>
                  </a:lnTo>
                  <a:lnTo>
                    <a:pt x="0" y="425066"/>
                  </a:lnTo>
                  <a:lnTo>
                    <a:pt x="289399" y="425066"/>
                  </a:lnTo>
                  <a:lnTo>
                    <a:pt x="289399" y="681"/>
                  </a:lnTo>
                  <a:lnTo>
                    <a:pt x="315962" y="681"/>
                  </a:lnTo>
                  <a:cubicBezTo>
                    <a:pt x="317973" y="681"/>
                    <a:pt x="319951" y="454"/>
                    <a:pt x="321832" y="0"/>
                  </a:cubicBezTo>
                  <a:lnTo>
                    <a:pt x="321832" y="457499"/>
                  </a:lnTo>
                  <a:lnTo>
                    <a:pt x="32433" y="457499"/>
                  </a:lnTo>
                  <a:close/>
                </a:path>
              </a:pathLst>
            </a:custGeom>
            <a:solidFill>
              <a:srgbClr val="CAB481"/>
            </a:solidFill>
            <a:ln w="3243" cap="flat">
              <a:noFill/>
              <a:prstDash val="solid"/>
              <a:miter/>
            </a:ln>
          </p:spPr>
          <p:txBody>
            <a:bodyPr rtlCol="0" anchor="ctr"/>
            <a:lstStyle/>
            <a:p>
              <a:endParaRPr lang="en-US"/>
            </a:p>
          </p:txBody>
        </p:sp>
      </p:grpSp>
      <p:grpSp>
        <p:nvGrpSpPr>
          <p:cNvPr id="504" name="Group 101"/>
          <p:cNvGrpSpPr/>
          <p:nvPr/>
        </p:nvGrpSpPr>
        <p:grpSpPr>
          <a:xfrm>
            <a:off x="6114219" y="2726296"/>
            <a:ext cx="413079" cy="420704"/>
            <a:chOff x="3114074" y="6497834"/>
            <a:chExt cx="617602" cy="629003"/>
          </a:xfrm>
          <a:solidFill>
            <a:schemeClr val="tx1"/>
          </a:solidFill>
        </p:grpSpPr>
        <p:sp>
          <p:nvSpPr>
            <p:cNvPr id="505" name="Freeform: Shape 800"/>
            <p:cNvSpPr/>
            <p:nvPr/>
          </p:nvSpPr>
          <p:spPr>
            <a:xfrm>
              <a:off x="3114074" y="6497834"/>
              <a:ext cx="579527" cy="628972"/>
            </a:xfrm>
            <a:custGeom>
              <a:avLst/>
              <a:gdLst>
                <a:gd name="connsiteX0" fmla="*/ 576252 w 579527"/>
                <a:gd name="connsiteY0" fmla="*/ 32 h 628972"/>
                <a:gd name="connsiteX1" fmla="*/ 322334 w 579527"/>
                <a:gd name="connsiteY1" fmla="*/ 27795 h 628972"/>
                <a:gd name="connsiteX2" fmla="*/ 275047 w 579527"/>
                <a:gd name="connsiteY2" fmla="*/ 584 h 628972"/>
                <a:gd name="connsiteX3" fmla="*/ 220300 w 579527"/>
                <a:gd name="connsiteY3" fmla="*/ 55330 h 628972"/>
                <a:gd name="connsiteX4" fmla="*/ 220300 w 579527"/>
                <a:gd name="connsiteY4" fmla="*/ 75277 h 628972"/>
                <a:gd name="connsiteX5" fmla="*/ 251922 w 579527"/>
                <a:gd name="connsiteY5" fmla="*/ 124834 h 628972"/>
                <a:gd name="connsiteX6" fmla="*/ 205576 w 579527"/>
                <a:gd name="connsiteY6" fmla="*/ 134110 h 628972"/>
                <a:gd name="connsiteX7" fmla="*/ 158515 w 579527"/>
                <a:gd name="connsiteY7" fmla="*/ 172641 h 628972"/>
                <a:gd name="connsiteX8" fmla="*/ 81001 w 579527"/>
                <a:gd name="connsiteY8" fmla="*/ 353389 h 628972"/>
                <a:gd name="connsiteX9" fmla="*/ 42308 w 579527"/>
                <a:gd name="connsiteY9" fmla="*/ 343011 h 628972"/>
                <a:gd name="connsiteX10" fmla="*/ 23465 w 579527"/>
                <a:gd name="connsiteY10" fmla="*/ 345476 h 628972"/>
                <a:gd name="connsiteX11" fmla="*/ 11886 w 579527"/>
                <a:gd name="connsiteY11" fmla="*/ 360557 h 628972"/>
                <a:gd name="connsiteX12" fmla="*/ 6729 w 579527"/>
                <a:gd name="connsiteY12" fmla="*/ 379822 h 628972"/>
                <a:gd name="connsiteX13" fmla="*/ 9226 w 579527"/>
                <a:gd name="connsiteY13" fmla="*/ 398666 h 628972"/>
                <a:gd name="connsiteX14" fmla="*/ 11335 w 579527"/>
                <a:gd name="connsiteY14" fmla="*/ 401715 h 628972"/>
                <a:gd name="connsiteX15" fmla="*/ 11205 w 579527"/>
                <a:gd name="connsiteY15" fmla="*/ 401715 h 628972"/>
                <a:gd name="connsiteX16" fmla="*/ 859 w 579527"/>
                <a:gd name="connsiteY16" fmla="*/ 440245 h 628972"/>
                <a:gd name="connsiteX17" fmla="*/ 3356 w 579527"/>
                <a:gd name="connsiteY17" fmla="*/ 459088 h 628972"/>
                <a:gd name="connsiteX18" fmla="*/ 18438 w 579527"/>
                <a:gd name="connsiteY18" fmla="*/ 470667 h 628972"/>
                <a:gd name="connsiteX19" fmla="*/ 95563 w 579527"/>
                <a:gd name="connsiteY19" fmla="*/ 491327 h 628972"/>
                <a:gd name="connsiteX20" fmla="*/ 101985 w 579527"/>
                <a:gd name="connsiteY20" fmla="*/ 492170 h 628972"/>
                <a:gd name="connsiteX21" fmla="*/ 125985 w 579527"/>
                <a:gd name="connsiteY21" fmla="*/ 473781 h 628972"/>
                <a:gd name="connsiteX22" fmla="*/ 136331 w 579527"/>
                <a:gd name="connsiteY22" fmla="*/ 435218 h 628972"/>
                <a:gd name="connsiteX23" fmla="*/ 136234 w 579527"/>
                <a:gd name="connsiteY23" fmla="*/ 435218 h 628972"/>
                <a:gd name="connsiteX24" fmla="*/ 139575 w 579527"/>
                <a:gd name="connsiteY24" fmla="*/ 433596 h 628972"/>
                <a:gd name="connsiteX25" fmla="*/ 151121 w 579527"/>
                <a:gd name="connsiteY25" fmla="*/ 418515 h 628972"/>
                <a:gd name="connsiteX26" fmla="*/ 156278 w 579527"/>
                <a:gd name="connsiteY26" fmla="*/ 399250 h 628972"/>
                <a:gd name="connsiteX27" fmla="*/ 153813 w 579527"/>
                <a:gd name="connsiteY27" fmla="*/ 380406 h 628972"/>
                <a:gd name="connsiteX28" fmla="*/ 138731 w 579527"/>
                <a:gd name="connsiteY28" fmla="*/ 368828 h 628972"/>
                <a:gd name="connsiteX29" fmla="*/ 132504 w 579527"/>
                <a:gd name="connsiteY29" fmla="*/ 367141 h 628972"/>
                <a:gd name="connsiteX30" fmla="*/ 201943 w 579527"/>
                <a:gd name="connsiteY30" fmla="*/ 214252 h 628972"/>
                <a:gd name="connsiteX31" fmla="*/ 210279 w 579527"/>
                <a:gd name="connsiteY31" fmla="*/ 314405 h 628972"/>
                <a:gd name="connsiteX32" fmla="*/ 139250 w 579527"/>
                <a:gd name="connsiteY32" fmla="*/ 628972 h 628972"/>
                <a:gd name="connsiteX33" fmla="*/ 198830 w 579527"/>
                <a:gd name="connsiteY33" fmla="*/ 628972 h 628972"/>
                <a:gd name="connsiteX34" fmla="*/ 270215 w 579527"/>
                <a:gd name="connsiteY34" fmla="*/ 397012 h 628972"/>
                <a:gd name="connsiteX35" fmla="*/ 270215 w 579527"/>
                <a:gd name="connsiteY35" fmla="*/ 628972 h 628972"/>
                <a:gd name="connsiteX36" fmla="*/ 308583 w 579527"/>
                <a:gd name="connsiteY36" fmla="*/ 628972 h 628972"/>
                <a:gd name="connsiteX37" fmla="*/ 308907 w 579527"/>
                <a:gd name="connsiteY37" fmla="*/ 619242 h 628972"/>
                <a:gd name="connsiteX38" fmla="*/ 279945 w 579527"/>
                <a:gd name="connsiteY38" fmla="*/ 619242 h 628972"/>
                <a:gd name="connsiteX39" fmla="*/ 279945 w 579527"/>
                <a:gd name="connsiteY39" fmla="*/ 332308 h 628972"/>
                <a:gd name="connsiteX40" fmla="*/ 191630 w 579527"/>
                <a:gd name="connsiteY40" fmla="*/ 619242 h 628972"/>
                <a:gd name="connsiteX41" fmla="*/ 151413 w 579527"/>
                <a:gd name="connsiteY41" fmla="*/ 619242 h 628972"/>
                <a:gd name="connsiteX42" fmla="*/ 220106 w 579527"/>
                <a:gd name="connsiteY42" fmla="*/ 315086 h 628972"/>
                <a:gd name="connsiteX43" fmla="*/ 210311 w 579527"/>
                <a:gd name="connsiteY43" fmla="*/ 197679 h 628972"/>
                <a:gd name="connsiteX44" fmla="*/ 199057 w 579527"/>
                <a:gd name="connsiteY44" fmla="*/ 197063 h 628972"/>
                <a:gd name="connsiteX45" fmla="*/ 122969 w 579527"/>
                <a:gd name="connsiteY45" fmla="*/ 364611 h 628972"/>
                <a:gd name="connsiteX46" fmla="*/ 90536 w 579527"/>
                <a:gd name="connsiteY46" fmla="*/ 355919 h 628972"/>
                <a:gd name="connsiteX47" fmla="*/ 167499 w 579527"/>
                <a:gd name="connsiteY47" fmla="*/ 176435 h 628972"/>
                <a:gd name="connsiteX48" fmla="*/ 207489 w 579527"/>
                <a:gd name="connsiteY48" fmla="*/ 143645 h 628972"/>
                <a:gd name="connsiteX49" fmla="*/ 275534 w 579527"/>
                <a:gd name="connsiteY49" fmla="*/ 130024 h 628972"/>
                <a:gd name="connsiteX50" fmla="*/ 320097 w 579527"/>
                <a:gd name="connsiteY50" fmla="*/ 130024 h 628972"/>
                <a:gd name="connsiteX51" fmla="*/ 358984 w 579527"/>
                <a:gd name="connsiteY51" fmla="*/ 146143 h 628972"/>
                <a:gd name="connsiteX52" fmla="*/ 395633 w 579527"/>
                <a:gd name="connsiteY52" fmla="*/ 182792 h 628972"/>
                <a:gd name="connsiteX53" fmla="*/ 468445 w 579527"/>
                <a:gd name="connsiteY53" fmla="*/ 68369 h 628972"/>
                <a:gd name="connsiteX54" fmla="*/ 579528 w 579527"/>
                <a:gd name="connsiteY54" fmla="*/ 70217 h 628972"/>
                <a:gd name="connsiteX55" fmla="*/ 576252 w 579527"/>
                <a:gd name="connsiteY55" fmla="*/ 0 h 628972"/>
                <a:gd name="connsiteX56" fmla="*/ 116547 w 579527"/>
                <a:gd name="connsiteY56" fmla="*/ 471283 h 628972"/>
                <a:gd name="connsiteX57" fmla="*/ 98060 w 579527"/>
                <a:gd name="connsiteY57" fmla="*/ 481954 h 628972"/>
                <a:gd name="connsiteX58" fmla="*/ 20935 w 579527"/>
                <a:gd name="connsiteY58" fmla="*/ 461294 h 628972"/>
                <a:gd name="connsiteX59" fmla="*/ 11756 w 579527"/>
                <a:gd name="connsiteY59" fmla="*/ 454256 h 628972"/>
                <a:gd name="connsiteX60" fmla="*/ 10232 w 579527"/>
                <a:gd name="connsiteY60" fmla="*/ 442807 h 628972"/>
                <a:gd name="connsiteX61" fmla="*/ 19443 w 579527"/>
                <a:gd name="connsiteY61" fmla="*/ 408428 h 628972"/>
                <a:gd name="connsiteX62" fmla="*/ 24243 w 579527"/>
                <a:gd name="connsiteY62" fmla="*/ 410277 h 628972"/>
                <a:gd name="connsiteX63" fmla="*/ 48470 w 579527"/>
                <a:gd name="connsiteY63" fmla="*/ 416764 h 628972"/>
                <a:gd name="connsiteX64" fmla="*/ 44578 w 579527"/>
                <a:gd name="connsiteY64" fmla="*/ 431358 h 628972"/>
                <a:gd name="connsiteX65" fmla="*/ 53984 w 579527"/>
                <a:gd name="connsiteY65" fmla="*/ 433888 h 628972"/>
                <a:gd name="connsiteX66" fmla="*/ 57876 w 579527"/>
                <a:gd name="connsiteY66" fmla="*/ 419325 h 628972"/>
                <a:gd name="connsiteX67" fmla="*/ 87033 w 579527"/>
                <a:gd name="connsiteY67" fmla="*/ 427142 h 628972"/>
                <a:gd name="connsiteX68" fmla="*/ 83141 w 579527"/>
                <a:gd name="connsiteY68" fmla="*/ 441737 h 628972"/>
                <a:gd name="connsiteX69" fmla="*/ 92547 w 579527"/>
                <a:gd name="connsiteY69" fmla="*/ 444267 h 628972"/>
                <a:gd name="connsiteX70" fmla="*/ 96439 w 579527"/>
                <a:gd name="connsiteY70" fmla="*/ 429672 h 628972"/>
                <a:gd name="connsiteX71" fmla="*/ 120666 w 579527"/>
                <a:gd name="connsiteY71" fmla="*/ 436158 h 628972"/>
                <a:gd name="connsiteX72" fmla="*/ 125758 w 579527"/>
                <a:gd name="connsiteY72" fmla="*/ 436937 h 628972"/>
                <a:gd name="connsiteX73" fmla="*/ 116547 w 579527"/>
                <a:gd name="connsiteY73" fmla="*/ 471348 h 628972"/>
                <a:gd name="connsiteX74" fmla="*/ 145348 w 579527"/>
                <a:gd name="connsiteY74" fmla="*/ 385303 h 628972"/>
                <a:gd name="connsiteX75" fmla="*/ 146840 w 579527"/>
                <a:gd name="connsiteY75" fmla="*/ 396752 h 628972"/>
                <a:gd name="connsiteX76" fmla="*/ 141683 w 579527"/>
                <a:gd name="connsiteY76" fmla="*/ 416018 h 628972"/>
                <a:gd name="connsiteX77" fmla="*/ 141683 w 579527"/>
                <a:gd name="connsiteY77" fmla="*/ 416018 h 628972"/>
                <a:gd name="connsiteX78" fmla="*/ 134645 w 579527"/>
                <a:gd name="connsiteY78" fmla="*/ 425196 h 628972"/>
                <a:gd name="connsiteX79" fmla="*/ 123196 w 579527"/>
                <a:gd name="connsiteY79" fmla="*/ 426688 h 628972"/>
                <a:gd name="connsiteX80" fmla="*/ 26805 w 579527"/>
                <a:gd name="connsiteY80" fmla="*/ 400871 h 628972"/>
                <a:gd name="connsiteX81" fmla="*/ 17627 w 579527"/>
                <a:gd name="connsiteY81" fmla="*/ 393833 h 628972"/>
                <a:gd name="connsiteX82" fmla="*/ 16102 w 579527"/>
                <a:gd name="connsiteY82" fmla="*/ 382384 h 628972"/>
                <a:gd name="connsiteX83" fmla="*/ 21259 w 579527"/>
                <a:gd name="connsiteY83" fmla="*/ 363119 h 628972"/>
                <a:gd name="connsiteX84" fmla="*/ 28297 w 579527"/>
                <a:gd name="connsiteY84" fmla="*/ 353973 h 628972"/>
                <a:gd name="connsiteX85" fmla="*/ 35822 w 579527"/>
                <a:gd name="connsiteY85" fmla="*/ 351930 h 628972"/>
                <a:gd name="connsiteX86" fmla="*/ 39746 w 579527"/>
                <a:gd name="connsiteY86" fmla="*/ 352449 h 628972"/>
                <a:gd name="connsiteX87" fmla="*/ 136137 w 579527"/>
                <a:gd name="connsiteY87" fmla="*/ 378266 h 628972"/>
                <a:gd name="connsiteX88" fmla="*/ 145315 w 579527"/>
                <a:gd name="connsiteY88" fmla="*/ 385303 h 628972"/>
                <a:gd name="connsiteX89" fmla="*/ 229998 w 579527"/>
                <a:gd name="connsiteY89" fmla="*/ 75309 h 628972"/>
                <a:gd name="connsiteX90" fmla="*/ 229998 w 579527"/>
                <a:gd name="connsiteY90" fmla="*/ 55363 h 628972"/>
                <a:gd name="connsiteX91" fmla="*/ 275015 w 579527"/>
                <a:gd name="connsiteY91" fmla="*/ 10346 h 628972"/>
                <a:gd name="connsiteX92" fmla="*/ 315394 w 579527"/>
                <a:gd name="connsiteY92" fmla="*/ 35449 h 628972"/>
                <a:gd name="connsiteX93" fmla="*/ 316529 w 579527"/>
                <a:gd name="connsiteY93" fmla="*/ 38044 h 628972"/>
                <a:gd name="connsiteX94" fmla="*/ 317145 w 579527"/>
                <a:gd name="connsiteY94" fmla="*/ 39503 h 628972"/>
                <a:gd name="connsiteX95" fmla="*/ 317988 w 579527"/>
                <a:gd name="connsiteY95" fmla="*/ 42065 h 628972"/>
                <a:gd name="connsiteX96" fmla="*/ 318507 w 579527"/>
                <a:gd name="connsiteY96" fmla="*/ 43655 h 628972"/>
                <a:gd name="connsiteX97" fmla="*/ 319934 w 579527"/>
                <a:gd name="connsiteY97" fmla="*/ 52347 h 628972"/>
                <a:gd name="connsiteX98" fmla="*/ 319837 w 579527"/>
                <a:gd name="connsiteY98" fmla="*/ 61104 h 628972"/>
                <a:gd name="connsiteX99" fmla="*/ 319837 w 579527"/>
                <a:gd name="connsiteY99" fmla="*/ 65936 h 628972"/>
                <a:gd name="connsiteX100" fmla="*/ 319837 w 579527"/>
                <a:gd name="connsiteY100" fmla="*/ 65936 h 628972"/>
                <a:gd name="connsiteX101" fmla="*/ 319967 w 579527"/>
                <a:gd name="connsiteY101" fmla="*/ 78520 h 628972"/>
                <a:gd name="connsiteX102" fmla="*/ 316075 w 579527"/>
                <a:gd name="connsiteY102" fmla="*/ 93861 h 628972"/>
                <a:gd name="connsiteX103" fmla="*/ 275015 w 579527"/>
                <a:gd name="connsiteY103" fmla="*/ 120391 h 628972"/>
                <a:gd name="connsiteX104" fmla="*/ 229998 w 579527"/>
                <a:gd name="connsiteY104" fmla="*/ 75374 h 628972"/>
                <a:gd name="connsiteX105" fmla="*/ 393946 w 579527"/>
                <a:gd name="connsiteY105" fmla="*/ 167386 h 628972"/>
                <a:gd name="connsiteX106" fmla="*/ 365859 w 579527"/>
                <a:gd name="connsiteY106" fmla="*/ 139299 h 628972"/>
                <a:gd name="connsiteX107" fmla="*/ 320097 w 579527"/>
                <a:gd name="connsiteY107" fmla="*/ 120326 h 628972"/>
                <a:gd name="connsiteX108" fmla="*/ 306085 w 579527"/>
                <a:gd name="connsiteY108" fmla="*/ 120326 h 628972"/>
                <a:gd name="connsiteX109" fmla="*/ 325091 w 579527"/>
                <a:gd name="connsiteY109" fmla="*/ 97526 h 628972"/>
                <a:gd name="connsiteX110" fmla="*/ 329697 w 579527"/>
                <a:gd name="connsiteY110" fmla="*/ 78001 h 628972"/>
                <a:gd name="connsiteX111" fmla="*/ 329599 w 579527"/>
                <a:gd name="connsiteY111" fmla="*/ 66033 h 628972"/>
                <a:gd name="connsiteX112" fmla="*/ 457061 w 579527"/>
                <a:gd name="connsiteY112" fmla="*/ 68174 h 628972"/>
                <a:gd name="connsiteX113" fmla="*/ 393946 w 579527"/>
                <a:gd name="connsiteY113" fmla="*/ 167322 h 628972"/>
                <a:gd name="connsiteX114" fmla="*/ 329664 w 579527"/>
                <a:gd name="connsiteY114" fmla="*/ 56369 h 628972"/>
                <a:gd name="connsiteX115" fmla="*/ 329697 w 579527"/>
                <a:gd name="connsiteY115" fmla="*/ 52282 h 628972"/>
                <a:gd name="connsiteX116" fmla="*/ 329697 w 579527"/>
                <a:gd name="connsiteY116" fmla="*/ 52087 h 628972"/>
                <a:gd name="connsiteX117" fmla="*/ 329697 w 579527"/>
                <a:gd name="connsiteY117" fmla="*/ 51893 h 628972"/>
                <a:gd name="connsiteX118" fmla="*/ 329599 w 579527"/>
                <a:gd name="connsiteY118" fmla="*/ 50952 h 628972"/>
                <a:gd name="connsiteX119" fmla="*/ 329178 w 579527"/>
                <a:gd name="connsiteY119" fmla="*/ 47255 h 628972"/>
                <a:gd name="connsiteX120" fmla="*/ 328918 w 579527"/>
                <a:gd name="connsiteY120" fmla="*/ 45698 h 628972"/>
                <a:gd name="connsiteX121" fmla="*/ 328172 w 579527"/>
                <a:gd name="connsiteY121" fmla="*/ 42130 h 628972"/>
                <a:gd name="connsiteX122" fmla="*/ 327913 w 579527"/>
                <a:gd name="connsiteY122" fmla="*/ 41092 h 628972"/>
                <a:gd name="connsiteX123" fmla="*/ 326680 w 579527"/>
                <a:gd name="connsiteY123" fmla="*/ 37038 h 628972"/>
                <a:gd name="connsiteX124" fmla="*/ 567009 w 579527"/>
                <a:gd name="connsiteY124" fmla="*/ 10768 h 628972"/>
                <a:gd name="connsiteX125" fmla="*/ 569311 w 579527"/>
                <a:gd name="connsiteY125" fmla="*/ 60293 h 628972"/>
                <a:gd name="connsiteX126" fmla="*/ 329632 w 579527"/>
                <a:gd name="connsiteY126" fmla="*/ 56271 h 628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79527" h="628972">
                  <a:moveTo>
                    <a:pt x="576252" y="32"/>
                  </a:moveTo>
                  <a:lnTo>
                    <a:pt x="322334" y="27795"/>
                  </a:lnTo>
                  <a:cubicBezTo>
                    <a:pt x="312799" y="11481"/>
                    <a:pt x="295091" y="584"/>
                    <a:pt x="275047" y="584"/>
                  </a:cubicBezTo>
                  <a:cubicBezTo>
                    <a:pt x="244852" y="584"/>
                    <a:pt x="220300" y="25136"/>
                    <a:pt x="220300" y="55330"/>
                  </a:cubicBezTo>
                  <a:lnTo>
                    <a:pt x="220300" y="75277"/>
                  </a:lnTo>
                  <a:cubicBezTo>
                    <a:pt x="220300" y="97201"/>
                    <a:pt x="233273" y="116110"/>
                    <a:pt x="251922" y="124834"/>
                  </a:cubicBezTo>
                  <a:lnTo>
                    <a:pt x="205576" y="134110"/>
                  </a:lnTo>
                  <a:cubicBezTo>
                    <a:pt x="184397" y="138359"/>
                    <a:pt x="166818" y="152759"/>
                    <a:pt x="158515" y="172641"/>
                  </a:cubicBezTo>
                  <a:lnTo>
                    <a:pt x="81001" y="353389"/>
                  </a:lnTo>
                  <a:lnTo>
                    <a:pt x="42308" y="343011"/>
                  </a:lnTo>
                  <a:cubicBezTo>
                    <a:pt x="35919" y="341292"/>
                    <a:pt x="29205" y="342168"/>
                    <a:pt x="23465" y="345476"/>
                  </a:cubicBezTo>
                  <a:cubicBezTo>
                    <a:pt x="17724" y="348784"/>
                    <a:pt x="13605" y="354135"/>
                    <a:pt x="11886" y="360557"/>
                  </a:cubicBezTo>
                  <a:lnTo>
                    <a:pt x="6729" y="379822"/>
                  </a:lnTo>
                  <a:cubicBezTo>
                    <a:pt x="5010" y="386212"/>
                    <a:pt x="5886" y="392925"/>
                    <a:pt x="9226" y="398666"/>
                  </a:cubicBezTo>
                  <a:cubicBezTo>
                    <a:pt x="9843" y="399736"/>
                    <a:pt x="10589" y="400774"/>
                    <a:pt x="11335" y="401715"/>
                  </a:cubicBezTo>
                  <a:lnTo>
                    <a:pt x="11205" y="401715"/>
                  </a:lnTo>
                  <a:cubicBezTo>
                    <a:pt x="11205" y="401715"/>
                    <a:pt x="859" y="440245"/>
                    <a:pt x="859" y="440245"/>
                  </a:cubicBezTo>
                  <a:cubicBezTo>
                    <a:pt x="-860" y="446634"/>
                    <a:pt x="16" y="453348"/>
                    <a:pt x="3356" y="459088"/>
                  </a:cubicBezTo>
                  <a:cubicBezTo>
                    <a:pt x="6664" y="464829"/>
                    <a:pt x="12016" y="468948"/>
                    <a:pt x="18438" y="470667"/>
                  </a:cubicBezTo>
                  <a:lnTo>
                    <a:pt x="95563" y="491327"/>
                  </a:lnTo>
                  <a:cubicBezTo>
                    <a:pt x="97704" y="491910"/>
                    <a:pt x="99844" y="492170"/>
                    <a:pt x="101985" y="492170"/>
                  </a:cubicBezTo>
                  <a:cubicBezTo>
                    <a:pt x="112947" y="492170"/>
                    <a:pt x="123001" y="484840"/>
                    <a:pt x="125985" y="473781"/>
                  </a:cubicBezTo>
                  <a:lnTo>
                    <a:pt x="136331" y="435218"/>
                  </a:lnTo>
                  <a:lnTo>
                    <a:pt x="136234" y="435218"/>
                  </a:lnTo>
                  <a:cubicBezTo>
                    <a:pt x="137369" y="434731"/>
                    <a:pt x="138504" y="434212"/>
                    <a:pt x="139575" y="433596"/>
                  </a:cubicBezTo>
                  <a:cubicBezTo>
                    <a:pt x="145315" y="430288"/>
                    <a:pt x="149434" y="424937"/>
                    <a:pt x="151121" y="418515"/>
                  </a:cubicBezTo>
                  <a:lnTo>
                    <a:pt x="156278" y="399250"/>
                  </a:lnTo>
                  <a:cubicBezTo>
                    <a:pt x="157996" y="392860"/>
                    <a:pt x="157121" y="386147"/>
                    <a:pt x="153813" y="380406"/>
                  </a:cubicBezTo>
                  <a:cubicBezTo>
                    <a:pt x="150504" y="374666"/>
                    <a:pt x="145153" y="370547"/>
                    <a:pt x="138731" y="368828"/>
                  </a:cubicBezTo>
                  <a:lnTo>
                    <a:pt x="132504" y="367141"/>
                  </a:lnTo>
                  <a:lnTo>
                    <a:pt x="201943" y="214252"/>
                  </a:lnTo>
                  <a:lnTo>
                    <a:pt x="210279" y="314405"/>
                  </a:lnTo>
                  <a:lnTo>
                    <a:pt x="139250" y="628972"/>
                  </a:lnTo>
                  <a:lnTo>
                    <a:pt x="198830" y="628972"/>
                  </a:lnTo>
                  <a:lnTo>
                    <a:pt x="270215" y="397012"/>
                  </a:lnTo>
                  <a:lnTo>
                    <a:pt x="270215" y="628972"/>
                  </a:lnTo>
                  <a:lnTo>
                    <a:pt x="308583" y="628972"/>
                  </a:lnTo>
                  <a:lnTo>
                    <a:pt x="308907" y="619242"/>
                  </a:lnTo>
                  <a:lnTo>
                    <a:pt x="279945" y="619242"/>
                  </a:lnTo>
                  <a:lnTo>
                    <a:pt x="279945" y="332308"/>
                  </a:lnTo>
                  <a:lnTo>
                    <a:pt x="191630" y="619242"/>
                  </a:lnTo>
                  <a:lnTo>
                    <a:pt x="151413" y="619242"/>
                  </a:lnTo>
                  <a:lnTo>
                    <a:pt x="220106" y="315086"/>
                  </a:lnTo>
                  <a:lnTo>
                    <a:pt x="210311" y="197679"/>
                  </a:lnTo>
                  <a:lnTo>
                    <a:pt x="199057" y="197063"/>
                  </a:lnTo>
                  <a:lnTo>
                    <a:pt x="122969" y="364611"/>
                  </a:lnTo>
                  <a:lnTo>
                    <a:pt x="90536" y="355919"/>
                  </a:lnTo>
                  <a:lnTo>
                    <a:pt x="167499" y="176435"/>
                  </a:lnTo>
                  <a:cubicBezTo>
                    <a:pt x="174570" y="159505"/>
                    <a:pt x="189521" y="147245"/>
                    <a:pt x="207489" y="143645"/>
                  </a:cubicBezTo>
                  <a:lnTo>
                    <a:pt x="275534" y="130024"/>
                  </a:lnTo>
                  <a:lnTo>
                    <a:pt x="320097" y="130024"/>
                  </a:lnTo>
                  <a:cubicBezTo>
                    <a:pt x="334789" y="130024"/>
                    <a:pt x="348605" y="135732"/>
                    <a:pt x="358984" y="146143"/>
                  </a:cubicBezTo>
                  <a:lnTo>
                    <a:pt x="395633" y="182792"/>
                  </a:lnTo>
                  <a:lnTo>
                    <a:pt x="468445" y="68369"/>
                  </a:lnTo>
                  <a:lnTo>
                    <a:pt x="579528" y="70217"/>
                  </a:lnTo>
                  <a:lnTo>
                    <a:pt x="576252" y="0"/>
                  </a:lnTo>
                  <a:close/>
                  <a:moveTo>
                    <a:pt x="116547" y="471283"/>
                  </a:moveTo>
                  <a:cubicBezTo>
                    <a:pt x="114407" y="479326"/>
                    <a:pt x="106104" y="484127"/>
                    <a:pt x="98060" y="481954"/>
                  </a:cubicBezTo>
                  <a:lnTo>
                    <a:pt x="20935" y="461294"/>
                  </a:lnTo>
                  <a:cubicBezTo>
                    <a:pt x="17043" y="460256"/>
                    <a:pt x="13800" y="457759"/>
                    <a:pt x="11756" y="454256"/>
                  </a:cubicBezTo>
                  <a:cubicBezTo>
                    <a:pt x="9746" y="450753"/>
                    <a:pt x="9194" y="446699"/>
                    <a:pt x="10232" y="442807"/>
                  </a:cubicBezTo>
                  <a:lnTo>
                    <a:pt x="19443" y="408428"/>
                  </a:lnTo>
                  <a:cubicBezTo>
                    <a:pt x="20967" y="409206"/>
                    <a:pt x="22557" y="409823"/>
                    <a:pt x="24243" y="410277"/>
                  </a:cubicBezTo>
                  <a:lnTo>
                    <a:pt x="48470" y="416764"/>
                  </a:lnTo>
                  <a:lnTo>
                    <a:pt x="44578" y="431358"/>
                  </a:lnTo>
                  <a:lnTo>
                    <a:pt x="53984" y="433888"/>
                  </a:lnTo>
                  <a:lnTo>
                    <a:pt x="57876" y="419325"/>
                  </a:lnTo>
                  <a:lnTo>
                    <a:pt x="87033" y="427142"/>
                  </a:lnTo>
                  <a:lnTo>
                    <a:pt x="83141" y="441737"/>
                  </a:lnTo>
                  <a:lnTo>
                    <a:pt x="92547" y="444267"/>
                  </a:lnTo>
                  <a:lnTo>
                    <a:pt x="96439" y="429672"/>
                  </a:lnTo>
                  <a:lnTo>
                    <a:pt x="120666" y="436158"/>
                  </a:lnTo>
                  <a:cubicBezTo>
                    <a:pt x="122353" y="436612"/>
                    <a:pt x="124039" y="436839"/>
                    <a:pt x="125758" y="436937"/>
                  </a:cubicBezTo>
                  <a:lnTo>
                    <a:pt x="116547" y="471348"/>
                  </a:lnTo>
                  <a:close/>
                  <a:moveTo>
                    <a:pt x="145348" y="385303"/>
                  </a:moveTo>
                  <a:cubicBezTo>
                    <a:pt x="147359" y="388806"/>
                    <a:pt x="147910" y="392860"/>
                    <a:pt x="146840" y="396752"/>
                  </a:cubicBezTo>
                  <a:lnTo>
                    <a:pt x="141683" y="416018"/>
                  </a:lnTo>
                  <a:lnTo>
                    <a:pt x="141683" y="416018"/>
                  </a:lnTo>
                  <a:cubicBezTo>
                    <a:pt x="140645" y="419909"/>
                    <a:pt x="138148" y="423153"/>
                    <a:pt x="134645" y="425196"/>
                  </a:cubicBezTo>
                  <a:cubicBezTo>
                    <a:pt x="131142" y="427239"/>
                    <a:pt x="127088" y="427758"/>
                    <a:pt x="123196" y="426688"/>
                  </a:cubicBezTo>
                  <a:lnTo>
                    <a:pt x="26805" y="400871"/>
                  </a:lnTo>
                  <a:cubicBezTo>
                    <a:pt x="22913" y="399833"/>
                    <a:pt x="19670" y="397336"/>
                    <a:pt x="17627" y="393833"/>
                  </a:cubicBezTo>
                  <a:cubicBezTo>
                    <a:pt x="15616" y="390331"/>
                    <a:pt x="15065" y="386276"/>
                    <a:pt x="16102" y="382384"/>
                  </a:cubicBezTo>
                  <a:lnTo>
                    <a:pt x="21259" y="363119"/>
                  </a:lnTo>
                  <a:cubicBezTo>
                    <a:pt x="22297" y="359228"/>
                    <a:pt x="24794" y="355984"/>
                    <a:pt x="28297" y="353973"/>
                  </a:cubicBezTo>
                  <a:cubicBezTo>
                    <a:pt x="30632" y="352644"/>
                    <a:pt x="33194" y="351930"/>
                    <a:pt x="35822" y="351930"/>
                  </a:cubicBezTo>
                  <a:cubicBezTo>
                    <a:pt x="37119" y="351930"/>
                    <a:pt x="38449" y="352092"/>
                    <a:pt x="39746" y="352449"/>
                  </a:cubicBezTo>
                  <a:lnTo>
                    <a:pt x="136137" y="378266"/>
                  </a:lnTo>
                  <a:cubicBezTo>
                    <a:pt x="140029" y="379303"/>
                    <a:pt x="143304" y="381801"/>
                    <a:pt x="145315" y="385303"/>
                  </a:cubicBezTo>
                  <a:close/>
                  <a:moveTo>
                    <a:pt x="229998" y="75309"/>
                  </a:moveTo>
                  <a:lnTo>
                    <a:pt x="229998" y="55363"/>
                  </a:lnTo>
                  <a:cubicBezTo>
                    <a:pt x="229998" y="30519"/>
                    <a:pt x="250204" y="10346"/>
                    <a:pt x="275015" y="10346"/>
                  </a:cubicBezTo>
                  <a:cubicBezTo>
                    <a:pt x="292593" y="10346"/>
                    <a:pt x="307999" y="20530"/>
                    <a:pt x="315394" y="35449"/>
                  </a:cubicBezTo>
                  <a:cubicBezTo>
                    <a:pt x="315815" y="36292"/>
                    <a:pt x="316172" y="37168"/>
                    <a:pt x="316529" y="38044"/>
                  </a:cubicBezTo>
                  <a:cubicBezTo>
                    <a:pt x="316723" y="38530"/>
                    <a:pt x="316983" y="39017"/>
                    <a:pt x="317145" y="39503"/>
                  </a:cubicBezTo>
                  <a:cubicBezTo>
                    <a:pt x="317469" y="40346"/>
                    <a:pt x="317729" y="41190"/>
                    <a:pt x="317988" y="42065"/>
                  </a:cubicBezTo>
                  <a:cubicBezTo>
                    <a:pt x="318150" y="42584"/>
                    <a:pt x="318345" y="43103"/>
                    <a:pt x="318507" y="43655"/>
                  </a:cubicBezTo>
                  <a:cubicBezTo>
                    <a:pt x="319253" y="46476"/>
                    <a:pt x="319740" y="49395"/>
                    <a:pt x="319934" y="52347"/>
                  </a:cubicBezTo>
                  <a:cubicBezTo>
                    <a:pt x="319934" y="53190"/>
                    <a:pt x="319869" y="56790"/>
                    <a:pt x="319837" y="61104"/>
                  </a:cubicBezTo>
                  <a:lnTo>
                    <a:pt x="319837" y="65936"/>
                  </a:lnTo>
                  <a:cubicBezTo>
                    <a:pt x="319837" y="65936"/>
                    <a:pt x="319837" y="65936"/>
                    <a:pt x="319837" y="65936"/>
                  </a:cubicBezTo>
                  <a:cubicBezTo>
                    <a:pt x="319837" y="70996"/>
                    <a:pt x="319837" y="76055"/>
                    <a:pt x="319967" y="78520"/>
                  </a:cubicBezTo>
                  <a:cubicBezTo>
                    <a:pt x="320097" y="81666"/>
                    <a:pt x="317729" y="89547"/>
                    <a:pt x="316075" y="93861"/>
                  </a:cubicBezTo>
                  <a:cubicBezTo>
                    <a:pt x="308810" y="109980"/>
                    <a:pt x="292691" y="120391"/>
                    <a:pt x="275015" y="120391"/>
                  </a:cubicBezTo>
                  <a:cubicBezTo>
                    <a:pt x="250171" y="120391"/>
                    <a:pt x="229998" y="100185"/>
                    <a:pt x="229998" y="75374"/>
                  </a:cubicBezTo>
                  <a:close/>
                  <a:moveTo>
                    <a:pt x="393946" y="167386"/>
                  </a:moveTo>
                  <a:lnTo>
                    <a:pt x="365859" y="139299"/>
                  </a:lnTo>
                  <a:cubicBezTo>
                    <a:pt x="353632" y="127072"/>
                    <a:pt x="337383" y="120326"/>
                    <a:pt x="320097" y="120326"/>
                  </a:cubicBezTo>
                  <a:lnTo>
                    <a:pt x="306085" y="120326"/>
                  </a:lnTo>
                  <a:cubicBezTo>
                    <a:pt x="314194" y="114715"/>
                    <a:pt x="320842" y="106964"/>
                    <a:pt x="325091" y="97526"/>
                  </a:cubicBezTo>
                  <a:cubicBezTo>
                    <a:pt x="325902" y="95353"/>
                    <a:pt x="329989" y="84293"/>
                    <a:pt x="329697" y="78001"/>
                  </a:cubicBezTo>
                  <a:cubicBezTo>
                    <a:pt x="329599" y="75763"/>
                    <a:pt x="329567" y="70931"/>
                    <a:pt x="329599" y="66033"/>
                  </a:cubicBezTo>
                  <a:lnTo>
                    <a:pt x="457061" y="68174"/>
                  </a:lnTo>
                  <a:lnTo>
                    <a:pt x="393946" y="167322"/>
                  </a:lnTo>
                  <a:close/>
                  <a:moveTo>
                    <a:pt x="329664" y="56369"/>
                  </a:moveTo>
                  <a:cubicBezTo>
                    <a:pt x="329664" y="53968"/>
                    <a:pt x="329697" y="52347"/>
                    <a:pt x="329697" y="52282"/>
                  </a:cubicBezTo>
                  <a:lnTo>
                    <a:pt x="329697" y="52087"/>
                  </a:lnTo>
                  <a:cubicBezTo>
                    <a:pt x="329697" y="52087"/>
                    <a:pt x="329697" y="51893"/>
                    <a:pt x="329697" y="51893"/>
                  </a:cubicBezTo>
                  <a:cubicBezTo>
                    <a:pt x="329697" y="51568"/>
                    <a:pt x="329632" y="51276"/>
                    <a:pt x="329599" y="50952"/>
                  </a:cubicBezTo>
                  <a:cubicBezTo>
                    <a:pt x="329502" y="49720"/>
                    <a:pt x="329372" y="48487"/>
                    <a:pt x="329178" y="47255"/>
                  </a:cubicBezTo>
                  <a:cubicBezTo>
                    <a:pt x="329113" y="46736"/>
                    <a:pt x="329016" y="46217"/>
                    <a:pt x="328918" y="45698"/>
                  </a:cubicBezTo>
                  <a:cubicBezTo>
                    <a:pt x="328724" y="44498"/>
                    <a:pt x="328464" y="43330"/>
                    <a:pt x="328172" y="42130"/>
                  </a:cubicBezTo>
                  <a:cubicBezTo>
                    <a:pt x="328075" y="41774"/>
                    <a:pt x="328010" y="41449"/>
                    <a:pt x="327913" y="41092"/>
                  </a:cubicBezTo>
                  <a:cubicBezTo>
                    <a:pt x="327556" y="39730"/>
                    <a:pt x="327134" y="38368"/>
                    <a:pt x="326680" y="37038"/>
                  </a:cubicBezTo>
                  <a:lnTo>
                    <a:pt x="567009" y="10768"/>
                  </a:lnTo>
                  <a:lnTo>
                    <a:pt x="569311" y="60293"/>
                  </a:lnTo>
                  <a:lnTo>
                    <a:pt x="329632" y="56271"/>
                  </a:lnTo>
                  <a:close/>
                </a:path>
              </a:pathLst>
            </a:custGeom>
            <a:grpFill/>
            <a:ln w="3243" cap="flat">
              <a:noFill/>
              <a:prstDash val="solid"/>
              <a:miter/>
            </a:ln>
          </p:spPr>
          <p:txBody>
            <a:bodyPr rtlCol="0" anchor="ctr"/>
            <a:lstStyle/>
            <a:p>
              <a:endParaRPr lang="en-US"/>
            </a:p>
          </p:txBody>
        </p:sp>
        <p:sp>
          <p:nvSpPr>
            <p:cNvPr id="506" name="Freeform: Shape 801"/>
            <p:cNvSpPr/>
            <p:nvPr/>
          </p:nvSpPr>
          <p:spPr>
            <a:xfrm rot="21434400">
              <a:off x="3721947" y="6503322"/>
              <a:ext cx="9729" cy="59936"/>
            </a:xfrm>
            <a:custGeom>
              <a:avLst/>
              <a:gdLst>
                <a:gd name="connsiteX0" fmla="*/ 0 w 9729"/>
                <a:gd name="connsiteY0" fmla="*/ 0 h 59936"/>
                <a:gd name="connsiteX1" fmla="*/ 9730 w 9729"/>
                <a:gd name="connsiteY1" fmla="*/ 0 h 59936"/>
                <a:gd name="connsiteX2" fmla="*/ 9730 w 9729"/>
                <a:gd name="connsiteY2" fmla="*/ 59936 h 59936"/>
                <a:gd name="connsiteX3" fmla="*/ 0 w 9729"/>
                <a:gd name="connsiteY3" fmla="*/ 59936 h 59936"/>
              </a:gdLst>
              <a:ahLst/>
              <a:cxnLst>
                <a:cxn ang="0">
                  <a:pos x="connsiteX0" y="connsiteY0"/>
                </a:cxn>
                <a:cxn ang="0">
                  <a:pos x="connsiteX1" y="connsiteY1"/>
                </a:cxn>
                <a:cxn ang="0">
                  <a:pos x="connsiteX2" y="connsiteY2"/>
                </a:cxn>
                <a:cxn ang="0">
                  <a:pos x="connsiteX3" y="connsiteY3"/>
                </a:cxn>
              </a:cxnLst>
              <a:rect l="l" t="t" r="r" b="b"/>
              <a:pathLst>
                <a:path w="9729" h="59936">
                  <a:moveTo>
                    <a:pt x="0" y="0"/>
                  </a:moveTo>
                  <a:lnTo>
                    <a:pt x="9730" y="0"/>
                  </a:lnTo>
                  <a:lnTo>
                    <a:pt x="9730" y="59936"/>
                  </a:lnTo>
                  <a:lnTo>
                    <a:pt x="0" y="59936"/>
                  </a:lnTo>
                  <a:close/>
                </a:path>
              </a:pathLst>
            </a:custGeom>
            <a:grpFill/>
            <a:ln w="3243" cap="flat">
              <a:noFill/>
              <a:prstDash val="solid"/>
              <a:miter/>
            </a:ln>
          </p:spPr>
          <p:txBody>
            <a:bodyPr rtlCol="0" anchor="ctr"/>
            <a:lstStyle/>
            <a:p>
              <a:endParaRPr lang="en-US"/>
            </a:p>
          </p:txBody>
        </p:sp>
        <p:sp>
          <p:nvSpPr>
            <p:cNvPr id="507" name="Freeform: Shape 1082"/>
            <p:cNvSpPr/>
            <p:nvPr/>
          </p:nvSpPr>
          <p:spPr>
            <a:xfrm>
              <a:off x="3422625" y="6566461"/>
              <a:ext cx="211592" cy="560376"/>
            </a:xfrm>
            <a:custGeom>
              <a:avLst/>
              <a:gdLst>
                <a:gd name="connsiteX0" fmla="*/ 211593 w 211592"/>
                <a:gd name="connsiteY0" fmla="*/ 616 h 560376"/>
                <a:gd name="connsiteX1" fmla="*/ 129602 w 211592"/>
                <a:gd name="connsiteY1" fmla="*/ 158143 h 560376"/>
                <a:gd name="connsiteX2" fmla="*/ 95612 w 211592"/>
                <a:gd name="connsiteY2" fmla="*/ 182209 h 560376"/>
                <a:gd name="connsiteX3" fmla="*/ 56174 w 211592"/>
                <a:gd name="connsiteY3" fmla="*/ 169170 h 560376"/>
                <a:gd name="connsiteX4" fmla="*/ 42584 w 211592"/>
                <a:gd name="connsiteY4" fmla="*/ 155581 h 560376"/>
                <a:gd name="connsiteX5" fmla="*/ 42584 w 211592"/>
                <a:gd name="connsiteY5" fmla="*/ 246685 h 560376"/>
                <a:gd name="connsiteX6" fmla="*/ 32465 w 211592"/>
                <a:gd name="connsiteY6" fmla="*/ 560377 h 560376"/>
                <a:gd name="connsiteX7" fmla="*/ 0 w 211592"/>
                <a:gd name="connsiteY7" fmla="*/ 560377 h 560376"/>
                <a:gd name="connsiteX8" fmla="*/ 324 w 211592"/>
                <a:gd name="connsiteY8" fmla="*/ 550647 h 560376"/>
                <a:gd name="connsiteX9" fmla="*/ 10152 w 211592"/>
                <a:gd name="connsiteY9" fmla="*/ 245907 h 560376"/>
                <a:gd name="connsiteX10" fmla="*/ 10152 w 211592"/>
                <a:gd name="connsiteY10" fmla="*/ 102261 h 560376"/>
                <a:gd name="connsiteX11" fmla="*/ 36228 w 211592"/>
                <a:gd name="connsiteY11" fmla="*/ 103364 h 560376"/>
                <a:gd name="connsiteX12" fmla="*/ 79104 w 211592"/>
                <a:gd name="connsiteY12" fmla="*/ 146241 h 560376"/>
                <a:gd name="connsiteX13" fmla="*/ 90845 w 211592"/>
                <a:gd name="connsiteY13" fmla="*/ 150132 h 560376"/>
                <a:gd name="connsiteX14" fmla="*/ 100931 w 211592"/>
                <a:gd name="connsiteY14" fmla="*/ 142997 h 560376"/>
                <a:gd name="connsiteX15" fmla="*/ 175430 w 211592"/>
                <a:gd name="connsiteY15" fmla="*/ 0 h 560376"/>
                <a:gd name="connsiteX16" fmla="*/ 211593 w 211592"/>
                <a:gd name="connsiteY16" fmla="*/ 616 h 56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1592" h="560376">
                  <a:moveTo>
                    <a:pt x="211593" y="616"/>
                  </a:moveTo>
                  <a:lnTo>
                    <a:pt x="129602" y="158143"/>
                  </a:lnTo>
                  <a:cubicBezTo>
                    <a:pt x="122597" y="171311"/>
                    <a:pt x="110207" y="180035"/>
                    <a:pt x="95612" y="182209"/>
                  </a:cubicBezTo>
                  <a:cubicBezTo>
                    <a:pt x="80985" y="184382"/>
                    <a:pt x="66617" y="179614"/>
                    <a:pt x="56174" y="169170"/>
                  </a:cubicBezTo>
                  <a:lnTo>
                    <a:pt x="42584" y="155581"/>
                  </a:lnTo>
                  <a:lnTo>
                    <a:pt x="42584" y="246685"/>
                  </a:lnTo>
                  <a:cubicBezTo>
                    <a:pt x="42584" y="246685"/>
                    <a:pt x="32465" y="560377"/>
                    <a:pt x="32465" y="560377"/>
                  </a:cubicBezTo>
                  <a:lnTo>
                    <a:pt x="0" y="560377"/>
                  </a:lnTo>
                  <a:lnTo>
                    <a:pt x="324" y="550647"/>
                  </a:lnTo>
                  <a:lnTo>
                    <a:pt x="10152" y="245907"/>
                  </a:lnTo>
                  <a:lnTo>
                    <a:pt x="10152" y="102261"/>
                  </a:lnTo>
                  <a:lnTo>
                    <a:pt x="36228" y="103364"/>
                  </a:lnTo>
                  <a:lnTo>
                    <a:pt x="79104" y="146241"/>
                  </a:lnTo>
                  <a:cubicBezTo>
                    <a:pt x="82217" y="149354"/>
                    <a:pt x="86499" y="150781"/>
                    <a:pt x="90845" y="150132"/>
                  </a:cubicBezTo>
                  <a:cubicBezTo>
                    <a:pt x="95191" y="149484"/>
                    <a:pt x="98856" y="146889"/>
                    <a:pt x="100931" y="142997"/>
                  </a:cubicBezTo>
                  <a:lnTo>
                    <a:pt x="175430" y="0"/>
                  </a:lnTo>
                  <a:lnTo>
                    <a:pt x="211593" y="616"/>
                  </a:lnTo>
                  <a:close/>
                </a:path>
              </a:pathLst>
            </a:custGeom>
            <a:solidFill>
              <a:srgbClr val="FF0000"/>
            </a:solidFill>
            <a:ln w="3243" cap="flat">
              <a:noFill/>
              <a:prstDash val="solid"/>
              <a:miter/>
            </a:ln>
          </p:spPr>
          <p:txBody>
            <a:bodyPr rtlCol="0" anchor="ctr"/>
            <a:lstStyle/>
            <a:p>
              <a:endParaRPr lang="en-US" dirty="0"/>
            </a:p>
          </p:txBody>
        </p:sp>
      </p:grpSp>
      <p:grpSp>
        <p:nvGrpSpPr>
          <p:cNvPr id="508" name="Group 51"/>
          <p:cNvGrpSpPr/>
          <p:nvPr/>
        </p:nvGrpSpPr>
        <p:grpSpPr>
          <a:xfrm>
            <a:off x="4899911" y="4605762"/>
            <a:ext cx="430305" cy="440788"/>
            <a:chOff x="816523" y="1297953"/>
            <a:chExt cx="628919" cy="644240"/>
          </a:xfrm>
          <a:solidFill>
            <a:schemeClr val="bg1"/>
          </a:solidFill>
        </p:grpSpPr>
        <p:sp>
          <p:nvSpPr>
            <p:cNvPr id="509" name="Freeform: Shape 770"/>
            <p:cNvSpPr/>
            <p:nvPr/>
          </p:nvSpPr>
          <p:spPr>
            <a:xfrm>
              <a:off x="816523" y="1297953"/>
              <a:ext cx="628919" cy="613372"/>
            </a:xfrm>
            <a:custGeom>
              <a:avLst/>
              <a:gdLst>
                <a:gd name="connsiteX0" fmla="*/ 544170 w 628919"/>
                <a:gd name="connsiteY0" fmla="*/ 239708 h 613372"/>
                <a:gd name="connsiteX1" fmla="*/ 523169 w 628919"/>
                <a:gd name="connsiteY1" fmla="*/ 242467 h 613372"/>
                <a:gd name="connsiteX2" fmla="*/ 529077 w 628919"/>
                <a:gd name="connsiteY2" fmla="*/ 204620 h 613372"/>
                <a:gd name="connsiteX3" fmla="*/ 404338 w 628919"/>
                <a:gd name="connsiteY3" fmla="*/ 79913 h 613372"/>
                <a:gd name="connsiteX4" fmla="*/ 370192 w 628919"/>
                <a:gd name="connsiteY4" fmla="*/ 84652 h 613372"/>
                <a:gd name="connsiteX5" fmla="*/ 204587 w 628919"/>
                <a:gd name="connsiteY5" fmla="*/ 0 h 613372"/>
                <a:gd name="connsiteX6" fmla="*/ 0 w 628919"/>
                <a:gd name="connsiteY6" fmla="*/ 204620 h 613372"/>
                <a:gd name="connsiteX7" fmla="*/ 204587 w 628919"/>
                <a:gd name="connsiteY7" fmla="*/ 409239 h 613372"/>
                <a:gd name="connsiteX8" fmla="*/ 209456 w 628919"/>
                <a:gd name="connsiteY8" fmla="*/ 409239 h 613372"/>
                <a:gd name="connsiteX9" fmla="*/ 209456 w 628919"/>
                <a:gd name="connsiteY9" fmla="*/ 329586 h 613372"/>
                <a:gd name="connsiteX10" fmla="*/ 163754 w 628919"/>
                <a:gd name="connsiteY10" fmla="*/ 329586 h 613372"/>
                <a:gd name="connsiteX11" fmla="*/ 247725 w 628919"/>
                <a:gd name="connsiteY11" fmla="*/ 203678 h 613372"/>
                <a:gd name="connsiteX12" fmla="*/ 241850 w 628919"/>
                <a:gd name="connsiteY12" fmla="*/ 194915 h 613372"/>
                <a:gd name="connsiteX13" fmla="*/ 145577 w 628919"/>
                <a:gd name="connsiteY13" fmla="*/ 339323 h 613372"/>
                <a:gd name="connsiteX14" fmla="*/ 199718 w 628919"/>
                <a:gd name="connsiteY14" fmla="*/ 339323 h 613372"/>
                <a:gd name="connsiteX15" fmla="*/ 199718 w 628919"/>
                <a:gd name="connsiteY15" fmla="*/ 399437 h 613372"/>
                <a:gd name="connsiteX16" fmla="*/ 9738 w 628919"/>
                <a:gd name="connsiteY16" fmla="*/ 204620 h 613372"/>
                <a:gd name="connsiteX17" fmla="*/ 204587 w 628919"/>
                <a:gd name="connsiteY17" fmla="*/ 9738 h 613372"/>
                <a:gd name="connsiteX18" fmla="*/ 362661 w 628919"/>
                <a:gd name="connsiteY18" fmla="*/ 90819 h 613372"/>
                <a:gd name="connsiteX19" fmla="*/ 365096 w 628919"/>
                <a:gd name="connsiteY19" fmla="*/ 94293 h 613372"/>
                <a:gd name="connsiteX20" fmla="*/ 369413 w 628919"/>
                <a:gd name="connsiteY20" fmla="*/ 95039 h 613372"/>
                <a:gd name="connsiteX21" fmla="*/ 371879 w 628919"/>
                <a:gd name="connsiteY21" fmla="*/ 94293 h 613372"/>
                <a:gd name="connsiteX22" fmla="*/ 404338 w 628919"/>
                <a:gd name="connsiteY22" fmla="*/ 89651 h 613372"/>
                <a:gd name="connsiteX23" fmla="*/ 519339 w 628919"/>
                <a:gd name="connsiteY23" fmla="*/ 204620 h 613372"/>
                <a:gd name="connsiteX24" fmla="*/ 510705 w 628919"/>
                <a:gd name="connsiteY24" fmla="*/ 248212 h 613372"/>
                <a:gd name="connsiteX25" fmla="*/ 509732 w 628919"/>
                <a:gd name="connsiteY25" fmla="*/ 250873 h 613372"/>
                <a:gd name="connsiteX26" fmla="*/ 513627 w 628919"/>
                <a:gd name="connsiteY26" fmla="*/ 256034 h 613372"/>
                <a:gd name="connsiteX27" fmla="*/ 517067 w 628919"/>
                <a:gd name="connsiteY27" fmla="*/ 254704 h 613372"/>
                <a:gd name="connsiteX28" fmla="*/ 544170 w 628919"/>
                <a:gd name="connsiteY28" fmla="*/ 249445 h 613372"/>
                <a:gd name="connsiteX29" fmla="*/ 619182 w 628919"/>
                <a:gd name="connsiteY29" fmla="*/ 324457 h 613372"/>
                <a:gd name="connsiteX30" fmla="*/ 544170 w 628919"/>
                <a:gd name="connsiteY30" fmla="*/ 399502 h 613372"/>
                <a:gd name="connsiteX31" fmla="*/ 399469 w 628919"/>
                <a:gd name="connsiteY31" fmla="*/ 399502 h 613372"/>
                <a:gd name="connsiteX32" fmla="*/ 399469 w 628919"/>
                <a:gd name="connsiteY32" fmla="*/ 469158 h 613372"/>
                <a:gd name="connsiteX33" fmla="*/ 445496 w 628919"/>
                <a:gd name="connsiteY33" fmla="*/ 469158 h 613372"/>
                <a:gd name="connsiteX34" fmla="*/ 361103 w 628919"/>
                <a:gd name="connsiteY34" fmla="*/ 604187 h 613372"/>
                <a:gd name="connsiteX35" fmla="*/ 366848 w 628919"/>
                <a:gd name="connsiteY35" fmla="*/ 613372 h 613372"/>
                <a:gd name="connsiteX36" fmla="*/ 463056 w 628919"/>
                <a:gd name="connsiteY36" fmla="*/ 459421 h 613372"/>
                <a:gd name="connsiteX37" fmla="*/ 409207 w 628919"/>
                <a:gd name="connsiteY37" fmla="*/ 459421 h 613372"/>
                <a:gd name="connsiteX38" fmla="*/ 409207 w 628919"/>
                <a:gd name="connsiteY38" fmla="*/ 409239 h 613372"/>
                <a:gd name="connsiteX39" fmla="*/ 544170 w 628919"/>
                <a:gd name="connsiteY39" fmla="*/ 409239 h 613372"/>
                <a:gd name="connsiteX40" fmla="*/ 628920 w 628919"/>
                <a:gd name="connsiteY40" fmla="*/ 324457 h 613372"/>
                <a:gd name="connsiteX41" fmla="*/ 544170 w 628919"/>
                <a:gd name="connsiteY41" fmla="*/ 239708 h 6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8919" h="613372">
                  <a:moveTo>
                    <a:pt x="544170" y="239708"/>
                  </a:moveTo>
                  <a:cubicBezTo>
                    <a:pt x="537159" y="239708"/>
                    <a:pt x="530116" y="240616"/>
                    <a:pt x="523169" y="242467"/>
                  </a:cubicBezTo>
                  <a:cubicBezTo>
                    <a:pt x="527064" y="230262"/>
                    <a:pt x="529077" y="217571"/>
                    <a:pt x="529077" y="204620"/>
                  </a:cubicBezTo>
                  <a:cubicBezTo>
                    <a:pt x="529077" y="135840"/>
                    <a:pt x="473118" y="79913"/>
                    <a:pt x="404338" y="79913"/>
                  </a:cubicBezTo>
                  <a:cubicBezTo>
                    <a:pt x="392783" y="79913"/>
                    <a:pt x="381292" y="81504"/>
                    <a:pt x="370192" y="84652"/>
                  </a:cubicBezTo>
                  <a:cubicBezTo>
                    <a:pt x="331760" y="31647"/>
                    <a:pt x="269894" y="0"/>
                    <a:pt x="204587" y="0"/>
                  </a:cubicBezTo>
                  <a:cubicBezTo>
                    <a:pt x="91761" y="0"/>
                    <a:pt x="0" y="91793"/>
                    <a:pt x="0" y="204620"/>
                  </a:cubicBezTo>
                  <a:cubicBezTo>
                    <a:pt x="0" y="317446"/>
                    <a:pt x="91761" y="409239"/>
                    <a:pt x="204587" y="409239"/>
                  </a:cubicBezTo>
                  <a:lnTo>
                    <a:pt x="209456" y="409239"/>
                  </a:lnTo>
                  <a:lnTo>
                    <a:pt x="209456" y="329586"/>
                  </a:lnTo>
                  <a:lnTo>
                    <a:pt x="163754" y="329586"/>
                  </a:lnTo>
                  <a:lnTo>
                    <a:pt x="247725" y="203678"/>
                  </a:lnTo>
                  <a:lnTo>
                    <a:pt x="241850" y="194915"/>
                  </a:lnTo>
                  <a:lnTo>
                    <a:pt x="145577" y="339323"/>
                  </a:lnTo>
                  <a:lnTo>
                    <a:pt x="199718" y="339323"/>
                  </a:lnTo>
                  <a:lnTo>
                    <a:pt x="199718" y="399437"/>
                  </a:lnTo>
                  <a:cubicBezTo>
                    <a:pt x="94520" y="396840"/>
                    <a:pt x="9738" y="310468"/>
                    <a:pt x="9738" y="204620"/>
                  </a:cubicBezTo>
                  <a:cubicBezTo>
                    <a:pt x="9738" y="98772"/>
                    <a:pt x="97149" y="9738"/>
                    <a:pt x="204587" y="9738"/>
                  </a:cubicBezTo>
                  <a:cubicBezTo>
                    <a:pt x="266973" y="9738"/>
                    <a:pt x="326048" y="40054"/>
                    <a:pt x="362661" y="90819"/>
                  </a:cubicBezTo>
                  <a:lnTo>
                    <a:pt x="365096" y="94293"/>
                  </a:lnTo>
                  <a:lnTo>
                    <a:pt x="369413" y="95039"/>
                  </a:lnTo>
                  <a:lnTo>
                    <a:pt x="371879" y="94293"/>
                  </a:lnTo>
                  <a:cubicBezTo>
                    <a:pt x="382396" y="91209"/>
                    <a:pt x="393335" y="89651"/>
                    <a:pt x="404338" y="89651"/>
                  </a:cubicBezTo>
                  <a:cubicBezTo>
                    <a:pt x="467730" y="89651"/>
                    <a:pt x="519339" y="141228"/>
                    <a:pt x="519339" y="204620"/>
                  </a:cubicBezTo>
                  <a:cubicBezTo>
                    <a:pt x="519339" y="219648"/>
                    <a:pt x="516418" y="234319"/>
                    <a:pt x="510705" y="248212"/>
                  </a:cubicBezTo>
                  <a:lnTo>
                    <a:pt x="509732" y="250873"/>
                  </a:lnTo>
                  <a:lnTo>
                    <a:pt x="513627" y="256034"/>
                  </a:lnTo>
                  <a:lnTo>
                    <a:pt x="517067" y="254704"/>
                  </a:lnTo>
                  <a:cubicBezTo>
                    <a:pt x="525993" y="251198"/>
                    <a:pt x="535114" y="249445"/>
                    <a:pt x="544170" y="249445"/>
                  </a:cubicBezTo>
                  <a:cubicBezTo>
                    <a:pt x="585555" y="249445"/>
                    <a:pt x="619182" y="283105"/>
                    <a:pt x="619182" y="324457"/>
                  </a:cubicBezTo>
                  <a:cubicBezTo>
                    <a:pt x="619182" y="365810"/>
                    <a:pt x="585555" y="399502"/>
                    <a:pt x="544170" y="399502"/>
                  </a:cubicBezTo>
                  <a:lnTo>
                    <a:pt x="399469" y="399502"/>
                  </a:lnTo>
                  <a:lnTo>
                    <a:pt x="399469" y="469158"/>
                  </a:lnTo>
                  <a:lnTo>
                    <a:pt x="445496" y="469158"/>
                  </a:lnTo>
                  <a:lnTo>
                    <a:pt x="361103" y="604187"/>
                  </a:lnTo>
                  <a:lnTo>
                    <a:pt x="366848" y="613372"/>
                  </a:lnTo>
                  <a:lnTo>
                    <a:pt x="463056" y="459421"/>
                  </a:lnTo>
                  <a:lnTo>
                    <a:pt x="409207" y="459421"/>
                  </a:lnTo>
                  <a:lnTo>
                    <a:pt x="409207" y="409239"/>
                  </a:lnTo>
                  <a:lnTo>
                    <a:pt x="544170" y="409239"/>
                  </a:lnTo>
                  <a:cubicBezTo>
                    <a:pt x="590911" y="409239"/>
                    <a:pt x="628920" y="371198"/>
                    <a:pt x="628920" y="324457"/>
                  </a:cubicBezTo>
                  <a:cubicBezTo>
                    <a:pt x="628920" y="277717"/>
                    <a:pt x="590911" y="239708"/>
                    <a:pt x="544170" y="239708"/>
                  </a:cubicBezTo>
                  <a:close/>
                </a:path>
              </a:pathLst>
            </a:custGeom>
            <a:grpFill/>
            <a:ln w="3246" cap="flat">
              <a:noFill/>
              <a:prstDash val="solid"/>
              <a:miter/>
            </a:ln>
          </p:spPr>
          <p:txBody>
            <a:bodyPr rtlCol="0" anchor="ctr"/>
            <a:lstStyle/>
            <a:p>
              <a:endParaRPr lang="en-US"/>
            </a:p>
          </p:txBody>
        </p:sp>
        <p:sp>
          <p:nvSpPr>
            <p:cNvPr id="510" name="Freeform: Shape 368"/>
            <p:cNvSpPr/>
            <p:nvPr/>
          </p:nvSpPr>
          <p:spPr>
            <a:xfrm>
              <a:off x="1041786" y="1463363"/>
              <a:ext cx="159469" cy="478830"/>
            </a:xfrm>
            <a:custGeom>
              <a:avLst/>
              <a:gdLst>
                <a:gd name="connsiteX0" fmla="*/ 122597 w 159469"/>
                <a:gd name="connsiteY0" fmla="*/ 478831 h 478830"/>
                <a:gd name="connsiteX1" fmla="*/ 0 w 159469"/>
                <a:gd name="connsiteY1" fmla="*/ 282650 h 478830"/>
                <a:gd name="connsiteX2" fmla="*/ 62970 w 159469"/>
                <a:gd name="connsiteY2" fmla="*/ 282650 h 478830"/>
                <a:gd name="connsiteX3" fmla="*/ 62970 w 159469"/>
                <a:gd name="connsiteY3" fmla="*/ 152816 h 478830"/>
                <a:gd name="connsiteX4" fmla="*/ 98804 w 159469"/>
                <a:gd name="connsiteY4" fmla="*/ 152816 h 478830"/>
                <a:gd name="connsiteX5" fmla="*/ 16586 w 159469"/>
                <a:gd name="connsiteY5" fmla="*/ 29473 h 478830"/>
                <a:gd name="connsiteX6" fmla="*/ 35932 w 159469"/>
                <a:gd name="connsiteY6" fmla="*/ 0 h 478830"/>
                <a:gd name="connsiteX7" fmla="*/ 159470 w 159469"/>
                <a:gd name="connsiteY7" fmla="*/ 185274 h 478830"/>
                <a:gd name="connsiteX8" fmla="*/ 95429 w 159469"/>
                <a:gd name="connsiteY8" fmla="*/ 185274 h 478830"/>
                <a:gd name="connsiteX9" fmla="*/ 95429 w 159469"/>
                <a:gd name="connsiteY9" fmla="*/ 315109 h 478830"/>
                <a:gd name="connsiteX10" fmla="*/ 58556 w 159469"/>
                <a:gd name="connsiteY10" fmla="*/ 315109 h 478830"/>
                <a:gd name="connsiteX11" fmla="*/ 141585 w 159469"/>
                <a:gd name="connsiteY11" fmla="*/ 447963 h 478830"/>
                <a:gd name="connsiteX12" fmla="*/ 122597 w 159469"/>
                <a:gd name="connsiteY12" fmla="*/ 478831 h 47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69" h="478830">
                  <a:moveTo>
                    <a:pt x="122597" y="478831"/>
                  </a:moveTo>
                  <a:lnTo>
                    <a:pt x="0" y="282650"/>
                  </a:lnTo>
                  <a:lnTo>
                    <a:pt x="62970" y="282650"/>
                  </a:lnTo>
                  <a:lnTo>
                    <a:pt x="62970" y="152816"/>
                  </a:lnTo>
                  <a:lnTo>
                    <a:pt x="98804" y="152816"/>
                  </a:lnTo>
                  <a:lnTo>
                    <a:pt x="16586" y="29473"/>
                  </a:lnTo>
                  <a:lnTo>
                    <a:pt x="35932" y="0"/>
                  </a:lnTo>
                  <a:lnTo>
                    <a:pt x="159470" y="185274"/>
                  </a:lnTo>
                  <a:lnTo>
                    <a:pt x="95429" y="185274"/>
                  </a:lnTo>
                  <a:lnTo>
                    <a:pt x="95429" y="315109"/>
                  </a:lnTo>
                  <a:lnTo>
                    <a:pt x="58556" y="315109"/>
                  </a:lnTo>
                  <a:lnTo>
                    <a:pt x="141585" y="447963"/>
                  </a:lnTo>
                  <a:lnTo>
                    <a:pt x="122597" y="478831"/>
                  </a:lnTo>
                  <a:close/>
                </a:path>
              </a:pathLst>
            </a:custGeom>
            <a:grpFill/>
            <a:ln w="3246" cap="flat">
              <a:noFill/>
              <a:prstDash val="solid"/>
              <a:miter/>
            </a:ln>
          </p:spPr>
          <p:txBody>
            <a:bodyPr rtlCol="0" anchor="ctr"/>
            <a:lstStyle/>
            <a:p>
              <a:endParaRPr lang="en-US" dirty="0"/>
            </a:p>
          </p:txBody>
        </p:sp>
      </p:grpSp>
      <p:grpSp>
        <p:nvGrpSpPr>
          <p:cNvPr id="511" name="Group 57"/>
          <p:cNvGrpSpPr/>
          <p:nvPr/>
        </p:nvGrpSpPr>
        <p:grpSpPr>
          <a:xfrm>
            <a:off x="7300208" y="4587880"/>
            <a:ext cx="444050" cy="437550"/>
            <a:chOff x="1920995" y="2568295"/>
            <a:chExt cx="692149" cy="682017"/>
          </a:xfrm>
          <a:solidFill>
            <a:schemeClr val="bg1"/>
          </a:solidFill>
        </p:grpSpPr>
        <p:sp>
          <p:nvSpPr>
            <p:cNvPr id="512" name="Freeform: Shape 361"/>
            <p:cNvSpPr/>
            <p:nvPr/>
          </p:nvSpPr>
          <p:spPr>
            <a:xfrm>
              <a:off x="1920995" y="2568295"/>
              <a:ext cx="403753" cy="682017"/>
            </a:xfrm>
            <a:custGeom>
              <a:avLst/>
              <a:gdLst>
                <a:gd name="connsiteX0" fmla="*/ 309624 w 403753"/>
                <a:gd name="connsiteY0" fmla="*/ 178485 h 682017"/>
                <a:gd name="connsiteX1" fmla="*/ 129121 w 403753"/>
                <a:gd name="connsiteY1" fmla="*/ 314195 h 682017"/>
                <a:gd name="connsiteX2" fmla="*/ 26129 w 403753"/>
                <a:gd name="connsiteY2" fmla="*/ 341688 h 682017"/>
                <a:gd name="connsiteX3" fmla="*/ 10159 w 403753"/>
                <a:gd name="connsiteY3" fmla="*/ 351133 h 682017"/>
                <a:gd name="connsiteX4" fmla="*/ 10711 w 403753"/>
                <a:gd name="connsiteY4" fmla="*/ 350516 h 682017"/>
                <a:gd name="connsiteX5" fmla="*/ 10517 w 403753"/>
                <a:gd name="connsiteY5" fmla="*/ 339967 h 682017"/>
                <a:gd name="connsiteX6" fmla="*/ 15937 w 403753"/>
                <a:gd name="connsiteY6" fmla="*/ 280438 h 682017"/>
                <a:gd name="connsiteX7" fmla="*/ 59951 w 403753"/>
                <a:gd name="connsiteY7" fmla="*/ 280438 h 682017"/>
                <a:gd name="connsiteX8" fmla="*/ 60892 w 403753"/>
                <a:gd name="connsiteY8" fmla="*/ 276348 h 682017"/>
                <a:gd name="connsiteX9" fmla="*/ 97668 w 403753"/>
                <a:gd name="connsiteY9" fmla="*/ 187639 h 682017"/>
                <a:gd name="connsiteX10" fmla="*/ 99908 w 403753"/>
                <a:gd name="connsiteY10" fmla="*/ 184068 h 682017"/>
                <a:gd name="connsiteX11" fmla="*/ 68748 w 403753"/>
                <a:gd name="connsiteY11" fmla="*/ 152940 h 682017"/>
                <a:gd name="connsiteX12" fmla="*/ 152913 w 403753"/>
                <a:gd name="connsiteY12" fmla="*/ 68742 h 682017"/>
                <a:gd name="connsiteX13" fmla="*/ 184041 w 403753"/>
                <a:gd name="connsiteY13" fmla="*/ 99903 h 682017"/>
                <a:gd name="connsiteX14" fmla="*/ 187611 w 403753"/>
                <a:gd name="connsiteY14" fmla="*/ 97663 h 682017"/>
                <a:gd name="connsiteX15" fmla="*/ 276321 w 403753"/>
                <a:gd name="connsiteY15" fmla="*/ 60887 h 682017"/>
                <a:gd name="connsiteX16" fmla="*/ 280443 w 403753"/>
                <a:gd name="connsiteY16" fmla="*/ 59946 h 682017"/>
                <a:gd name="connsiteX17" fmla="*/ 280443 w 403753"/>
                <a:gd name="connsiteY17" fmla="*/ 15932 h 682017"/>
                <a:gd name="connsiteX18" fmla="*/ 387200 w 403753"/>
                <a:gd name="connsiteY18" fmla="*/ 13920 h 682017"/>
                <a:gd name="connsiteX19" fmla="*/ 387200 w 403753"/>
                <a:gd name="connsiteY19" fmla="*/ 3305 h 682017"/>
                <a:gd name="connsiteX20" fmla="*/ 274146 w 403753"/>
                <a:gd name="connsiteY20" fmla="*/ 6389 h 682017"/>
                <a:gd name="connsiteX21" fmla="*/ 269927 w 403753"/>
                <a:gd name="connsiteY21" fmla="*/ 7233 h 682017"/>
                <a:gd name="connsiteX22" fmla="*/ 269927 w 403753"/>
                <a:gd name="connsiteY22" fmla="*/ 51572 h 682017"/>
                <a:gd name="connsiteX23" fmla="*/ 185599 w 403753"/>
                <a:gd name="connsiteY23" fmla="*/ 86530 h 682017"/>
                <a:gd name="connsiteX24" fmla="*/ 154211 w 403753"/>
                <a:gd name="connsiteY24" fmla="*/ 55142 h 682017"/>
                <a:gd name="connsiteX25" fmla="*/ 150608 w 403753"/>
                <a:gd name="connsiteY25" fmla="*/ 57544 h 682017"/>
                <a:gd name="connsiteX26" fmla="*/ 57549 w 403753"/>
                <a:gd name="connsiteY26" fmla="*/ 150603 h 682017"/>
                <a:gd name="connsiteX27" fmla="*/ 55147 w 403753"/>
                <a:gd name="connsiteY27" fmla="*/ 154239 h 682017"/>
                <a:gd name="connsiteX28" fmla="*/ 86535 w 403753"/>
                <a:gd name="connsiteY28" fmla="*/ 185594 h 682017"/>
                <a:gd name="connsiteX29" fmla="*/ 51577 w 403753"/>
                <a:gd name="connsiteY29" fmla="*/ 269921 h 682017"/>
                <a:gd name="connsiteX30" fmla="*/ 7238 w 403753"/>
                <a:gd name="connsiteY30" fmla="*/ 269921 h 682017"/>
                <a:gd name="connsiteX31" fmla="*/ 6427 w 403753"/>
                <a:gd name="connsiteY31" fmla="*/ 274173 h 682017"/>
                <a:gd name="connsiteX32" fmla="*/ 0 w 403753"/>
                <a:gd name="connsiteY32" fmla="*/ 339967 h 682017"/>
                <a:gd name="connsiteX33" fmla="*/ 1201 w 403753"/>
                <a:gd name="connsiteY33" fmla="*/ 368141 h 682017"/>
                <a:gd name="connsiteX34" fmla="*/ 1363 w 403753"/>
                <a:gd name="connsiteY34" fmla="*/ 367427 h 682017"/>
                <a:gd name="connsiteX35" fmla="*/ 1720 w 403753"/>
                <a:gd name="connsiteY35" fmla="*/ 383851 h 682017"/>
                <a:gd name="connsiteX36" fmla="*/ 20352 w 403753"/>
                <a:gd name="connsiteY36" fmla="*/ 453183 h 682017"/>
                <a:gd name="connsiteX37" fmla="*/ 62418 w 403753"/>
                <a:gd name="connsiteY37" fmla="*/ 477560 h 682017"/>
                <a:gd name="connsiteX38" fmla="*/ 196440 w 403753"/>
                <a:gd name="connsiteY38" fmla="*/ 668385 h 682017"/>
                <a:gd name="connsiteX39" fmla="*/ 222797 w 403753"/>
                <a:gd name="connsiteY39" fmla="*/ 682017 h 682017"/>
                <a:gd name="connsiteX40" fmla="*/ 231041 w 403753"/>
                <a:gd name="connsiteY40" fmla="*/ 680946 h 682017"/>
                <a:gd name="connsiteX41" fmla="*/ 252431 w 403753"/>
                <a:gd name="connsiteY41" fmla="*/ 662152 h 682017"/>
                <a:gd name="connsiteX42" fmla="*/ 250451 w 403753"/>
                <a:gd name="connsiteY42" fmla="*/ 633881 h 682017"/>
                <a:gd name="connsiteX43" fmla="*/ 242499 w 403753"/>
                <a:gd name="connsiteY43" fmla="*/ 620313 h 682017"/>
                <a:gd name="connsiteX44" fmla="*/ 269894 w 403753"/>
                <a:gd name="connsiteY44" fmla="*/ 628330 h 682017"/>
                <a:gd name="connsiteX45" fmla="*/ 269894 w 403753"/>
                <a:gd name="connsiteY45" fmla="*/ 672669 h 682017"/>
                <a:gd name="connsiteX46" fmla="*/ 274114 w 403753"/>
                <a:gd name="connsiteY46" fmla="*/ 673481 h 682017"/>
                <a:gd name="connsiteX47" fmla="*/ 339908 w 403753"/>
                <a:gd name="connsiteY47" fmla="*/ 679907 h 682017"/>
                <a:gd name="connsiteX48" fmla="*/ 387167 w 403753"/>
                <a:gd name="connsiteY48" fmla="*/ 676629 h 682017"/>
                <a:gd name="connsiteX49" fmla="*/ 387167 w 403753"/>
                <a:gd name="connsiteY49" fmla="*/ 665983 h 682017"/>
                <a:gd name="connsiteX50" fmla="*/ 280411 w 403753"/>
                <a:gd name="connsiteY50" fmla="*/ 664003 h 682017"/>
                <a:gd name="connsiteX51" fmla="*/ 280411 w 403753"/>
                <a:gd name="connsiteY51" fmla="*/ 619956 h 682017"/>
                <a:gd name="connsiteX52" fmla="*/ 276289 w 403753"/>
                <a:gd name="connsiteY52" fmla="*/ 619047 h 682017"/>
                <a:gd name="connsiteX53" fmla="*/ 234092 w 403753"/>
                <a:gd name="connsiteY53" fmla="*/ 605902 h 682017"/>
                <a:gd name="connsiteX54" fmla="*/ 174466 w 403753"/>
                <a:gd name="connsiteY54" fmla="*/ 504079 h 682017"/>
                <a:gd name="connsiteX55" fmla="*/ 175017 w 403753"/>
                <a:gd name="connsiteY55" fmla="*/ 503949 h 682017"/>
                <a:gd name="connsiteX56" fmla="*/ 185599 w 403753"/>
                <a:gd name="connsiteY56" fmla="*/ 501125 h 682017"/>
                <a:gd name="connsiteX57" fmla="*/ 201861 w 403753"/>
                <a:gd name="connsiteY57" fmla="*/ 488661 h 682017"/>
                <a:gd name="connsiteX58" fmla="*/ 204522 w 403753"/>
                <a:gd name="connsiteY58" fmla="*/ 468439 h 682017"/>
                <a:gd name="connsiteX59" fmla="*/ 197609 w 403753"/>
                <a:gd name="connsiteY59" fmla="*/ 442732 h 682017"/>
                <a:gd name="connsiteX60" fmla="*/ 390089 w 403753"/>
                <a:gd name="connsiteY60" fmla="*/ 477625 h 682017"/>
                <a:gd name="connsiteX61" fmla="*/ 403754 w 403753"/>
                <a:gd name="connsiteY61" fmla="*/ 492978 h 682017"/>
                <a:gd name="connsiteX62" fmla="*/ 313746 w 403753"/>
                <a:gd name="connsiteY62" fmla="*/ 158361 h 682017"/>
                <a:gd name="connsiteX63" fmla="*/ 309591 w 403753"/>
                <a:gd name="connsiteY63" fmla="*/ 178453 h 682017"/>
                <a:gd name="connsiteX64" fmla="*/ 8147 w 403753"/>
                <a:gd name="connsiteY64" fmla="*/ 353405 h 682017"/>
                <a:gd name="connsiteX65" fmla="*/ 7401 w 403753"/>
                <a:gd name="connsiteY65" fmla="*/ 354347 h 682017"/>
                <a:gd name="connsiteX66" fmla="*/ 8147 w 403753"/>
                <a:gd name="connsiteY66" fmla="*/ 353405 h 682017"/>
                <a:gd name="connsiteX67" fmla="*/ 1461 w 403753"/>
                <a:gd name="connsiteY67" fmla="*/ 366843 h 682017"/>
                <a:gd name="connsiteX68" fmla="*/ 2207 w 403753"/>
                <a:gd name="connsiteY68" fmla="*/ 364246 h 682017"/>
                <a:gd name="connsiteX69" fmla="*/ 1461 w 403753"/>
                <a:gd name="connsiteY69" fmla="*/ 366843 h 682017"/>
                <a:gd name="connsiteX70" fmla="*/ 4934 w 403753"/>
                <a:gd name="connsiteY70" fmla="*/ 358079 h 682017"/>
                <a:gd name="connsiteX71" fmla="*/ 3603 w 403753"/>
                <a:gd name="connsiteY71" fmla="*/ 360708 h 682017"/>
                <a:gd name="connsiteX72" fmla="*/ 4934 w 403753"/>
                <a:gd name="connsiteY72" fmla="*/ 358079 h 682017"/>
                <a:gd name="connsiteX73" fmla="*/ 3408 w 403753"/>
                <a:gd name="connsiteY73" fmla="*/ 361130 h 682017"/>
                <a:gd name="connsiteX74" fmla="*/ 2369 w 403753"/>
                <a:gd name="connsiteY74" fmla="*/ 363727 h 682017"/>
                <a:gd name="connsiteX75" fmla="*/ 3408 w 403753"/>
                <a:gd name="connsiteY75" fmla="*/ 361130 h 682017"/>
                <a:gd name="connsiteX76" fmla="*/ 29732 w 403753"/>
                <a:gd name="connsiteY76" fmla="*/ 450651 h 682017"/>
                <a:gd name="connsiteX77" fmla="*/ 11101 w 403753"/>
                <a:gd name="connsiteY77" fmla="*/ 381320 h 682017"/>
                <a:gd name="connsiteX78" fmla="*/ 13568 w 403753"/>
                <a:gd name="connsiteY78" fmla="*/ 362656 h 682017"/>
                <a:gd name="connsiteX79" fmla="*/ 28629 w 403753"/>
                <a:gd name="connsiteY79" fmla="*/ 351101 h 682017"/>
                <a:gd name="connsiteX80" fmla="*/ 132724 w 403753"/>
                <a:gd name="connsiteY80" fmla="*/ 323316 h 682017"/>
                <a:gd name="connsiteX81" fmla="*/ 164176 w 403753"/>
                <a:gd name="connsiteY81" fmla="*/ 440330 h 682017"/>
                <a:gd name="connsiteX82" fmla="*/ 60081 w 403753"/>
                <a:gd name="connsiteY82" fmla="*/ 468114 h 682017"/>
                <a:gd name="connsiteX83" fmla="*/ 29700 w 403753"/>
                <a:gd name="connsiteY83" fmla="*/ 450651 h 682017"/>
                <a:gd name="connsiteX84" fmla="*/ 243408 w 403753"/>
                <a:gd name="connsiteY84" fmla="*/ 658452 h 682017"/>
                <a:gd name="connsiteX85" fmla="*/ 228509 w 403753"/>
                <a:gd name="connsiteY85" fmla="*/ 671533 h 682017"/>
                <a:gd name="connsiteX86" fmla="*/ 204392 w 403753"/>
                <a:gd name="connsiteY86" fmla="*/ 662769 h 682017"/>
                <a:gd name="connsiteX87" fmla="*/ 72415 w 403753"/>
                <a:gd name="connsiteY87" fmla="*/ 474898 h 682017"/>
                <a:gd name="connsiteX88" fmla="*/ 136099 w 403753"/>
                <a:gd name="connsiteY88" fmla="*/ 457890 h 682017"/>
                <a:gd name="connsiteX89" fmla="*/ 242012 w 403753"/>
                <a:gd name="connsiteY89" fmla="*/ 638815 h 682017"/>
                <a:gd name="connsiteX90" fmla="*/ 243375 w 403753"/>
                <a:gd name="connsiteY90" fmla="*/ 658452 h 682017"/>
                <a:gd name="connsiteX91" fmla="*/ 195109 w 403753"/>
                <a:gd name="connsiteY91" fmla="*/ 470971 h 682017"/>
                <a:gd name="connsiteX92" fmla="*/ 193421 w 403753"/>
                <a:gd name="connsiteY92" fmla="*/ 483792 h 682017"/>
                <a:gd name="connsiteX93" fmla="*/ 183067 w 403753"/>
                <a:gd name="connsiteY93" fmla="*/ 491712 h 682017"/>
                <a:gd name="connsiteX94" fmla="*/ 172680 w 403753"/>
                <a:gd name="connsiteY94" fmla="*/ 494471 h 682017"/>
                <a:gd name="connsiteX95" fmla="*/ 169272 w 403753"/>
                <a:gd name="connsiteY95" fmla="*/ 495217 h 682017"/>
                <a:gd name="connsiteX96" fmla="*/ 145869 w 403753"/>
                <a:gd name="connsiteY96" fmla="*/ 455228 h 682017"/>
                <a:gd name="connsiteX97" fmla="*/ 171414 w 403753"/>
                <a:gd name="connsiteY97" fmla="*/ 448412 h 682017"/>
                <a:gd name="connsiteX98" fmla="*/ 188001 w 403753"/>
                <a:gd name="connsiteY98" fmla="*/ 444517 h 682017"/>
                <a:gd name="connsiteX99" fmla="*/ 195109 w 403753"/>
                <a:gd name="connsiteY99" fmla="*/ 470938 h 682017"/>
                <a:gd name="connsiteX100" fmla="*/ 384830 w 403753"/>
                <a:gd name="connsiteY100" fmla="*/ 460065 h 682017"/>
                <a:gd name="connsiteX101" fmla="*/ 254768 w 403753"/>
                <a:gd name="connsiteY101" fmla="*/ 428255 h 682017"/>
                <a:gd name="connsiteX102" fmla="*/ 173622 w 403753"/>
                <a:gd name="connsiteY102" fmla="*/ 437830 h 682017"/>
                <a:gd name="connsiteX103" fmla="*/ 142104 w 403753"/>
                <a:gd name="connsiteY103" fmla="*/ 320589 h 682017"/>
                <a:gd name="connsiteX104" fmla="*/ 313843 w 403753"/>
                <a:gd name="connsiteY104" fmla="*/ 196045 h 682017"/>
                <a:gd name="connsiteX105" fmla="*/ 384830 w 403753"/>
                <a:gd name="connsiteY105" fmla="*/ 460032 h 682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03753" h="682017">
                  <a:moveTo>
                    <a:pt x="309624" y="178485"/>
                  </a:moveTo>
                  <a:cubicBezTo>
                    <a:pt x="299821" y="226102"/>
                    <a:pt x="212085" y="292058"/>
                    <a:pt x="129121" y="314195"/>
                  </a:cubicBezTo>
                  <a:lnTo>
                    <a:pt x="26129" y="341688"/>
                  </a:lnTo>
                  <a:cubicBezTo>
                    <a:pt x="19930" y="343343"/>
                    <a:pt x="14477" y="346621"/>
                    <a:pt x="10159" y="351133"/>
                  </a:cubicBezTo>
                  <a:cubicBezTo>
                    <a:pt x="10354" y="350938"/>
                    <a:pt x="10517" y="350711"/>
                    <a:pt x="10711" y="350516"/>
                  </a:cubicBezTo>
                  <a:cubicBezTo>
                    <a:pt x="10581" y="347011"/>
                    <a:pt x="10517" y="343473"/>
                    <a:pt x="10517" y="339967"/>
                  </a:cubicBezTo>
                  <a:cubicBezTo>
                    <a:pt x="10517" y="320135"/>
                    <a:pt x="12302" y="300140"/>
                    <a:pt x="15937" y="280438"/>
                  </a:cubicBezTo>
                  <a:lnTo>
                    <a:pt x="59951" y="280438"/>
                  </a:lnTo>
                  <a:lnTo>
                    <a:pt x="60892" y="276348"/>
                  </a:lnTo>
                  <a:cubicBezTo>
                    <a:pt x="68033" y="244831"/>
                    <a:pt x="80400" y="214969"/>
                    <a:pt x="97668" y="187639"/>
                  </a:cubicBezTo>
                  <a:lnTo>
                    <a:pt x="99908" y="184068"/>
                  </a:lnTo>
                  <a:lnTo>
                    <a:pt x="68748" y="152940"/>
                  </a:lnTo>
                  <a:cubicBezTo>
                    <a:pt x="91566" y="119865"/>
                    <a:pt x="119870" y="91561"/>
                    <a:pt x="152913" y="68742"/>
                  </a:cubicBezTo>
                  <a:lnTo>
                    <a:pt x="184041" y="99903"/>
                  </a:lnTo>
                  <a:lnTo>
                    <a:pt x="187611" y="97663"/>
                  </a:lnTo>
                  <a:cubicBezTo>
                    <a:pt x="214974" y="80395"/>
                    <a:pt x="244836" y="68061"/>
                    <a:pt x="276321" y="60887"/>
                  </a:cubicBezTo>
                  <a:lnTo>
                    <a:pt x="280443" y="59946"/>
                  </a:lnTo>
                  <a:lnTo>
                    <a:pt x="280443" y="15932"/>
                  </a:lnTo>
                  <a:cubicBezTo>
                    <a:pt x="315726" y="9473"/>
                    <a:pt x="351787" y="8824"/>
                    <a:pt x="387200" y="13920"/>
                  </a:cubicBezTo>
                  <a:lnTo>
                    <a:pt x="387200" y="3305"/>
                  </a:lnTo>
                  <a:cubicBezTo>
                    <a:pt x="349645" y="-1953"/>
                    <a:pt x="311474" y="-947"/>
                    <a:pt x="274146" y="6389"/>
                  </a:cubicBezTo>
                  <a:lnTo>
                    <a:pt x="269927" y="7233"/>
                  </a:lnTo>
                  <a:lnTo>
                    <a:pt x="269927" y="51572"/>
                  </a:lnTo>
                  <a:cubicBezTo>
                    <a:pt x="240097" y="58777"/>
                    <a:pt x="211761" y="70528"/>
                    <a:pt x="185599" y="86530"/>
                  </a:cubicBezTo>
                  <a:lnTo>
                    <a:pt x="154211" y="55142"/>
                  </a:lnTo>
                  <a:lnTo>
                    <a:pt x="150608" y="57544"/>
                  </a:lnTo>
                  <a:cubicBezTo>
                    <a:pt x="113703" y="82407"/>
                    <a:pt x="82380" y="113698"/>
                    <a:pt x="57549" y="150603"/>
                  </a:cubicBezTo>
                  <a:lnTo>
                    <a:pt x="55147" y="154239"/>
                  </a:lnTo>
                  <a:lnTo>
                    <a:pt x="86535" y="185594"/>
                  </a:lnTo>
                  <a:cubicBezTo>
                    <a:pt x="70533" y="211788"/>
                    <a:pt x="58783" y="240092"/>
                    <a:pt x="51577" y="269921"/>
                  </a:cubicBezTo>
                  <a:lnTo>
                    <a:pt x="7238" y="269921"/>
                  </a:lnTo>
                  <a:lnTo>
                    <a:pt x="6427" y="274173"/>
                  </a:lnTo>
                  <a:cubicBezTo>
                    <a:pt x="2142" y="295888"/>
                    <a:pt x="0" y="318025"/>
                    <a:pt x="0" y="339967"/>
                  </a:cubicBezTo>
                  <a:cubicBezTo>
                    <a:pt x="0" y="349315"/>
                    <a:pt x="389" y="358728"/>
                    <a:pt x="1201" y="368141"/>
                  </a:cubicBezTo>
                  <a:cubicBezTo>
                    <a:pt x="1233" y="367914"/>
                    <a:pt x="1331" y="367655"/>
                    <a:pt x="1363" y="367427"/>
                  </a:cubicBezTo>
                  <a:cubicBezTo>
                    <a:pt x="162" y="372783"/>
                    <a:pt x="260" y="378398"/>
                    <a:pt x="1720" y="383851"/>
                  </a:cubicBezTo>
                  <a:lnTo>
                    <a:pt x="20352" y="453183"/>
                  </a:lnTo>
                  <a:cubicBezTo>
                    <a:pt x="25253" y="471425"/>
                    <a:pt x="44111" y="482331"/>
                    <a:pt x="62418" y="477560"/>
                  </a:cubicBezTo>
                  <a:lnTo>
                    <a:pt x="196440" y="668385"/>
                  </a:lnTo>
                  <a:cubicBezTo>
                    <a:pt x="202542" y="677051"/>
                    <a:pt x="212475" y="682017"/>
                    <a:pt x="222797" y="682017"/>
                  </a:cubicBezTo>
                  <a:cubicBezTo>
                    <a:pt x="225556" y="682017"/>
                    <a:pt x="228315" y="681660"/>
                    <a:pt x="231041" y="680946"/>
                  </a:cubicBezTo>
                  <a:cubicBezTo>
                    <a:pt x="240811" y="678349"/>
                    <a:pt x="248601" y="671501"/>
                    <a:pt x="252431" y="662152"/>
                  </a:cubicBezTo>
                  <a:cubicBezTo>
                    <a:pt x="256261" y="652869"/>
                    <a:pt x="255515" y="642547"/>
                    <a:pt x="250451" y="633881"/>
                  </a:cubicBezTo>
                  <a:lnTo>
                    <a:pt x="242499" y="620313"/>
                  </a:lnTo>
                  <a:cubicBezTo>
                    <a:pt x="251490" y="623429"/>
                    <a:pt x="260611" y="626091"/>
                    <a:pt x="269894" y="628330"/>
                  </a:cubicBezTo>
                  <a:lnTo>
                    <a:pt x="269894" y="672669"/>
                  </a:lnTo>
                  <a:lnTo>
                    <a:pt x="274114" y="673481"/>
                  </a:lnTo>
                  <a:cubicBezTo>
                    <a:pt x="295861" y="677765"/>
                    <a:pt x="317998" y="679907"/>
                    <a:pt x="339908" y="679907"/>
                  </a:cubicBezTo>
                  <a:cubicBezTo>
                    <a:pt x="355650" y="679907"/>
                    <a:pt x="371457" y="678836"/>
                    <a:pt x="387167" y="676629"/>
                  </a:cubicBezTo>
                  <a:lnTo>
                    <a:pt x="387167" y="665983"/>
                  </a:lnTo>
                  <a:cubicBezTo>
                    <a:pt x="351755" y="671079"/>
                    <a:pt x="315693" y="670397"/>
                    <a:pt x="280411" y="664003"/>
                  </a:cubicBezTo>
                  <a:lnTo>
                    <a:pt x="280411" y="619956"/>
                  </a:lnTo>
                  <a:lnTo>
                    <a:pt x="276289" y="619047"/>
                  </a:lnTo>
                  <a:cubicBezTo>
                    <a:pt x="261844" y="615769"/>
                    <a:pt x="247725" y="611355"/>
                    <a:pt x="234092" y="605902"/>
                  </a:cubicBezTo>
                  <a:lnTo>
                    <a:pt x="174466" y="504079"/>
                  </a:lnTo>
                  <a:lnTo>
                    <a:pt x="175017" y="503949"/>
                  </a:lnTo>
                  <a:lnTo>
                    <a:pt x="185599" y="501125"/>
                  </a:lnTo>
                  <a:cubicBezTo>
                    <a:pt x="192513" y="499275"/>
                    <a:pt x="198290" y="494860"/>
                    <a:pt x="201861" y="488661"/>
                  </a:cubicBezTo>
                  <a:cubicBezTo>
                    <a:pt x="205431" y="482493"/>
                    <a:pt x="206372" y="475320"/>
                    <a:pt x="204522" y="468439"/>
                  </a:cubicBezTo>
                  <a:lnTo>
                    <a:pt x="197609" y="442732"/>
                  </a:lnTo>
                  <a:cubicBezTo>
                    <a:pt x="279242" y="428612"/>
                    <a:pt x="363245" y="447471"/>
                    <a:pt x="390089" y="477625"/>
                  </a:cubicBezTo>
                  <a:lnTo>
                    <a:pt x="403754" y="492978"/>
                  </a:lnTo>
                  <a:lnTo>
                    <a:pt x="313746" y="158361"/>
                  </a:lnTo>
                  <a:lnTo>
                    <a:pt x="309591" y="178453"/>
                  </a:lnTo>
                  <a:close/>
                  <a:moveTo>
                    <a:pt x="8147" y="353405"/>
                  </a:moveTo>
                  <a:cubicBezTo>
                    <a:pt x="7887" y="353697"/>
                    <a:pt x="7660" y="354022"/>
                    <a:pt x="7401" y="354347"/>
                  </a:cubicBezTo>
                  <a:cubicBezTo>
                    <a:pt x="7628" y="354022"/>
                    <a:pt x="7887" y="353730"/>
                    <a:pt x="8147" y="353405"/>
                  </a:cubicBezTo>
                  <a:close/>
                  <a:moveTo>
                    <a:pt x="1461" y="366843"/>
                  </a:moveTo>
                  <a:cubicBezTo>
                    <a:pt x="1688" y="365967"/>
                    <a:pt x="1915" y="365123"/>
                    <a:pt x="2207" y="364246"/>
                  </a:cubicBezTo>
                  <a:cubicBezTo>
                    <a:pt x="1915" y="365090"/>
                    <a:pt x="1688" y="365967"/>
                    <a:pt x="1461" y="366843"/>
                  </a:cubicBezTo>
                  <a:close/>
                  <a:moveTo>
                    <a:pt x="4934" y="358079"/>
                  </a:moveTo>
                  <a:cubicBezTo>
                    <a:pt x="4447" y="358923"/>
                    <a:pt x="3992" y="359800"/>
                    <a:pt x="3603" y="360708"/>
                  </a:cubicBezTo>
                  <a:cubicBezTo>
                    <a:pt x="4025" y="359832"/>
                    <a:pt x="4447" y="358956"/>
                    <a:pt x="4934" y="358079"/>
                  </a:cubicBezTo>
                  <a:close/>
                  <a:moveTo>
                    <a:pt x="3408" y="361130"/>
                  </a:moveTo>
                  <a:cubicBezTo>
                    <a:pt x="3019" y="361974"/>
                    <a:pt x="2694" y="362851"/>
                    <a:pt x="2369" y="363727"/>
                  </a:cubicBezTo>
                  <a:cubicBezTo>
                    <a:pt x="2662" y="362851"/>
                    <a:pt x="3019" y="361974"/>
                    <a:pt x="3408" y="361130"/>
                  </a:cubicBezTo>
                  <a:close/>
                  <a:moveTo>
                    <a:pt x="29732" y="450651"/>
                  </a:moveTo>
                  <a:lnTo>
                    <a:pt x="11101" y="381320"/>
                  </a:lnTo>
                  <a:cubicBezTo>
                    <a:pt x="9381" y="374958"/>
                    <a:pt x="10257" y="368336"/>
                    <a:pt x="13568" y="362656"/>
                  </a:cubicBezTo>
                  <a:cubicBezTo>
                    <a:pt x="16878" y="356911"/>
                    <a:pt x="22234" y="352821"/>
                    <a:pt x="28629" y="351101"/>
                  </a:cubicBezTo>
                  <a:lnTo>
                    <a:pt x="132724" y="323316"/>
                  </a:lnTo>
                  <a:lnTo>
                    <a:pt x="164176" y="440330"/>
                  </a:lnTo>
                  <a:lnTo>
                    <a:pt x="60081" y="468114"/>
                  </a:lnTo>
                  <a:cubicBezTo>
                    <a:pt x="46870" y="471620"/>
                    <a:pt x="33238" y="463797"/>
                    <a:pt x="29700" y="450651"/>
                  </a:cubicBezTo>
                  <a:close/>
                  <a:moveTo>
                    <a:pt x="243408" y="658452"/>
                  </a:moveTo>
                  <a:cubicBezTo>
                    <a:pt x="240746" y="664944"/>
                    <a:pt x="235293" y="669715"/>
                    <a:pt x="228509" y="671533"/>
                  </a:cubicBezTo>
                  <a:cubicBezTo>
                    <a:pt x="219453" y="673935"/>
                    <a:pt x="209748" y="670430"/>
                    <a:pt x="204392" y="662769"/>
                  </a:cubicBezTo>
                  <a:lnTo>
                    <a:pt x="72415" y="474898"/>
                  </a:lnTo>
                  <a:lnTo>
                    <a:pt x="136099" y="457890"/>
                  </a:lnTo>
                  <a:lnTo>
                    <a:pt x="242012" y="638815"/>
                  </a:lnTo>
                  <a:cubicBezTo>
                    <a:pt x="245550" y="644852"/>
                    <a:pt x="246037" y="651993"/>
                    <a:pt x="243375" y="658452"/>
                  </a:cubicBezTo>
                  <a:close/>
                  <a:moveTo>
                    <a:pt x="195109" y="470971"/>
                  </a:moveTo>
                  <a:cubicBezTo>
                    <a:pt x="196278" y="475320"/>
                    <a:pt x="195693" y="479897"/>
                    <a:pt x="193421" y="483792"/>
                  </a:cubicBezTo>
                  <a:cubicBezTo>
                    <a:pt x="191149" y="487719"/>
                    <a:pt x="187481" y="490543"/>
                    <a:pt x="183067" y="491712"/>
                  </a:cubicBezTo>
                  <a:lnTo>
                    <a:pt x="172680" y="494471"/>
                  </a:lnTo>
                  <a:lnTo>
                    <a:pt x="169272" y="495217"/>
                  </a:lnTo>
                  <a:lnTo>
                    <a:pt x="145869" y="455228"/>
                  </a:lnTo>
                  <a:lnTo>
                    <a:pt x="171414" y="448412"/>
                  </a:lnTo>
                  <a:cubicBezTo>
                    <a:pt x="176900" y="446951"/>
                    <a:pt x="182450" y="445653"/>
                    <a:pt x="188001" y="444517"/>
                  </a:cubicBezTo>
                  <a:lnTo>
                    <a:pt x="195109" y="470938"/>
                  </a:lnTo>
                  <a:close/>
                  <a:moveTo>
                    <a:pt x="384830" y="460065"/>
                  </a:moveTo>
                  <a:cubicBezTo>
                    <a:pt x="356429" y="439713"/>
                    <a:pt x="307059" y="428255"/>
                    <a:pt x="254768" y="428255"/>
                  </a:cubicBezTo>
                  <a:cubicBezTo>
                    <a:pt x="227665" y="428255"/>
                    <a:pt x="199751" y="431339"/>
                    <a:pt x="173622" y="437830"/>
                  </a:cubicBezTo>
                  <a:lnTo>
                    <a:pt x="142104" y="320589"/>
                  </a:lnTo>
                  <a:cubicBezTo>
                    <a:pt x="217571" y="297446"/>
                    <a:pt x="291999" y="242818"/>
                    <a:pt x="313843" y="196045"/>
                  </a:cubicBezTo>
                  <a:lnTo>
                    <a:pt x="384830" y="460032"/>
                  </a:lnTo>
                  <a:close/>
                </a:path>
              </a:pathLst>
            </a:custGeom>
            <a:grpFill/>
            <a:ln w="3246" cap="flat">
              <a:noFill/>
              <a:prstDash val="solid"/>
              <a:miter/>
            </a:ln>
          </p:spPr>
          <p:txBody>
            <a:bodyPr rtlCol="0" anchor="ctr"/>
            <a:lstStyle/>
            <a:p>
              <a:endParaRPr lang="en-US"/>
            </a:p>
          </p:txBody>
        </p:sp>
        <p:sp>
          <p:nvSpPr>
            <p:cNvPr id="513" name="Freeform: Shape 363"/>
            <p:cNvSpPr/>
            <p:nvPr/>
          </p:nvSpPr>
          <p:spPr>
            <a:xfrm rot="20703000">
              <a:off x="1972477" y="2941161"/>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514" name="Freeform: Shape 364"/>
            <p:cNvSpPr/>
            <p:nvPr/>
          </p:nvSpPr>
          <p:spPr>
            <a:xfrm rot="20703601">
              <a:off x="1983708" y="2983446"/>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515" name="Freeform: Shape 365"/>
            <p:cNvSpPr/>
            <p:nvPr/>
          </p:nvSpPr>
          <p:spPr>
            <a:xfrm rot="20703601">
              <a:off x="2326977" y="2869243"/>
              <a:ext cx="54725" cy="9737"/>
            </a:xfrm>
            <a:custGeom>
              <a:avLst/>
              <a:gdLst>
                <a:gd name="connsiteX0" fmla="*/ 0 w 54725"/>
                <a:gd name="connsiteY0" fmla="*/ 0 h 9737"/>
                <a:gd name="connsiteX1" fmla="*/ 54725 w 54725"/>
                <a:gd name="connsiteY1" fmla="*/ 0 h 9737"/>
                <a:gd name="connsiteX2" fmla="*/ 54725 w 54725"/>
                <a:gd name="connsiteY2" fmla="*/ 9738 h 9737"/>
                <a:gd name="connsiteX3" fmla="*/ 0 w 54725"/>
                <a:gd name="connsiteY3" fmla="*/ 9738 h 9737"/>
              </a:gdLst>
              <a:ahLst/>
              <a:cxnLst>
                <a:cxn ang="0">
                  <a:pos x="connsiteX0" y="connsiteY0"/>
                </a:cxn>
                <a:cxn ang="0">
                  <a:pos x="connsiteX1" y="connsiteY1"/>
                </a:cxn>
                <a:cxn ang="0">
                  <a:pos x="connsiteX2" y="connsiteY2"/>
                </a:cxn>
                <a:cxn ang="0">
                  <a:pos x="connsiteX3" y="connsiteY3"/>
                </a:cxn>
              </a:cxnLst>
              <a:rect l="l" t="t" r="r" b="b"/>
              <a:pathLst>
                <a:path w="54725" h="9737">
                  <a:moveTo>
                    <a:pt x="0" y="0"/>
                  </a:moveTo>
                  <a:lnTo>
                    <a:pt x="54725" y="0"/>
                  </a:lnTo>
                  <a:lnTo>
                    <a:pt x="54725" y="9738"/>
                  </a:lnTo>
                  <a:lnTo>
                    <a:pt x="0" y="9738"/>
                  </a:lnTo>
                  <a:close/>
                </a:path>
              </a:pathLst>
            </a:custGeom>
            <a:grpFill/>
            <a:ln w="3246" cap="flat">
              <a:noFill/>
              <a:prstDash val="solid"/>
              <a:miter/>
            </a:ln>
          </p:spPr>
          <p:txBody>
            <a:bodyPr rtlCol="0" anchor="ctr"/>
            <a:lstStyle/>
            <a:p>
              <a:endParaRPr lang="en-US"/>
            </a:p>
          </p:txBody>
        </p:sp>
        <p:sp>
          <p:nvSpPr>
            <p:cNvPr id="516" name="Freeform: Shape 366"/>
            <p:cNvSpPr/>
            <p:nvPr/>
          </p:nvSpPr>
          <p:spPr>
            <a:xfrm rot="18005401">
              <a:off x="2291586" y="2806227"/>
              <a:ext cx="46318" cy="9737"/>
            </a:xfrm>
            <a:custGeom>
              <a:avLst/>
              <a:gdLst>
                <a:gd name="connsiteX0" fmla="*/ 0 w 46318"/>
                <a:gd name="connsiteY0" fmla="*/ 0 h 9737"/>
                <a:gd name="connsiteX1" fmla="*/ 46319 w 46318"/>
                <a:gd name="connsiteY1" fmla="*/ 0 h 9737"/>
                <a:gd name="connsiteX2" fmla="*/ 46319 w 46318"/>
                <a:gd name="connsiteY2" fmla="*/ 9738 h 9737"/>
                <a:gd name="connsiteX3" fmla="*/ 0 w 46318"/>
                <a:gd name="connsiteY3" fmla="*/ 9738 h 9737"/>
              </a:gdLst>
              <a:ahLst/>
              <a:cxnLst>
                <a:cxn ang="0">
                  <a:pos x="connsiteX0" y="connsiteY0"/>
                </a:cxn>
                <a:cxn ang="0">
                  <a:pos x="connsiteX1" y="connsiteY1"/>
                </a:cxn>
                <a:cxn ang="0">
                  <a:pos x="connsiteX2" y="connsiteY2"/>
                </a:cxn>
                <a:cxn ang="0">
                  <a:pos x="connsiteX3" y="connsiteY3"/>
                </a:cxn>
              </a:cxnLst>
              <a:rect l="l" t="t" r="r" b="b"/>
              <a:pathLst>
                <a:path w="46318" h="9737">
                  <a:moveTo>
                    <a:pt x="0" y="0"/>
                  </a:moveTo>
                  <a:lnTo>
                    <a:pt x="46319" y="0"/>
                  </a:lnTo>
                  <a:lnTo>
                    <a:pt x="46319" y="9738"/>
                  </a:lnTo>
                  <a:lnTo>
                    <a:pt x="0" y="9738"/>
                  </a:lnTo>
                  <a:close/>
                </a:path>
              </a:pathLst>
            </a:custGeom>
            <a:grpFill/>
            <a:ln w="3246" cap="flat">
              <a:noFill/>
              <a:prstDash val="solid"/>
              <a:miter/>
            </a:ln>
          </p:spPr>
          <p:txBody>
            <a:bodyPr rtlCol="0" anchor="ctr"/>
            <a:lstStyle/>
            <a:p>
              <a:endParaRPr lang="en-US"/>
            </a:p>
          </p:txBody>
        </p:sp>
        <p:sp>
          <p:nvSpPr>
            <p:cNvPr id="517" name="Freeform: Shape 367"/>
            <p:cNvSpPr/>
            <p:nvPr/>
          </p:nvSpPr>
          <p:spPr>
            <a:xfrm rot="17994599">
              <a:off x="2346746" y="2925004"/>
              <a:ext cx="9737" cy="46415"/>
            </a:xfrm>
            <a:custGeom>
              <a:avLst/>
              <a:gdLst>
                <a:gd name="connsiteX0" fmla="*/ 0 w 9737"/>
                <a:gd name="connsiteY0" fmla="*/ 0 h 46415"/>
                <a:gd name="connsiteX1" fmla="*/ 9738 w 9737"/>
                <a:gd name="connsiteY1" fmla="*/ 0 h 46415"/>
                <a:gd name="connsiteX2" fmla="*/ 9738 w 9737"/>
                <a:gd name="connsiteY2" fmla="*/ 46416 h 46415"/>
                <a:gd name="connsiteX3" fmla="*/ 0 w 9737"/>
                <a:gd name="connsiteY3" fmla="*/ 46416 h 46415"/>
              </a:gdLst>
              <a:ahLst/>
              <a:cxnLst>
                <a:cxn ang="0">
                  <a:pos x="connsiteX0" y="connsiteY0"/>
                </a:cxn>
                <a:cxn ang="0">
                  <a:pos x="connsiteX1" y="connsiteY1"/>
                </a:cxn>
                <a:cxn ang="0">
                  <a:pos x="connsiteX2" y="connsiteY2"/>
                </a:cxn>
                <a:cxn ang="0">
                  <a:pos x="connsiteX3" y="connsiteY3"/>
                </a:cxn>
              </a:cxnLst>
              <a:rect l="l" t="t" r="r" b="b"/>
              <a:pathLst>
                <a:path w="9737" h="46415">
                  <a:moveTo>
                    <a:pt x="0" y="0"/>
                  </a:moveTo>
                  <a:lnTo>
                    <a:pt x="9738" y="0"/>
                  </a:lnTo>
                  <a:lnTo>
                    <a:pt x="9738" y="46416"/>
                  </a:lnTo>
                  <a:lnTo>
                    <a:pt x="0" y="46416"/>
                  </a:lnTo>
                  <a:close/>
                </a:path>
              </a:pathLst>
            </a:custGeom>
            <a:grpFill/>
            <a:ln w="3246" cap="flat">
              <a:noFill/>
              <a:prstDash val="solid"/>
              <a:miter/>
            </a:ln>
          </p:spPr>
          <p:txBody>
            <a:bodyPr rtlCol="0" anchor="ctr"/>
            <a:lstStyle/>
            <a:p>
              <a:endParaRPr lang="en-US"/>
            </a:p>
          </p:txBody>
        </p:sp>
        <p:sp>
          <p:nvSpPr>
            <p:cNvPr id="518" name="Freeform: Shape 1170"/>
            <p:cNvSpPr/>
            <p:nvPr/>
          </p:nvSpPr>
          <p:spPr>
            <a:xfrm>
              <a:off x="2308098" y="2571698"/>
              <a:ext cx="305046" cy="673226"/>
            </a:xfrm>
            <a:custGeom>
              <a:avLst/>
              <a:gdLst>
                <a:gd name="connsiteX0" fmla="*/ 305047 w 305046"/>
                <a:gd name="connsiteY0" fmla="*/ 336597 h 673226"/>
                <a:gd name="connsiteX1" fmla="*/ 298425 w 305046"/>
                <a:gd name="connsiteY1" fmla="*/ 404728 h 673226"/>
                <a:gd name="connsiteX2" fmla="*/ 295666 w 305046"/>
                <a:gd name="connsiteY2" fmla="*/ 418912 h 673226"/>
                <a:gd name="connsiteX3" fmla="*/ 250711 w 305046"/>
                <a:gd name="connsiteY3" fmla="*/ 418912 h 673226"/>
                <a:gd name="connsiteX4" fmla="*/ 221661 w 305046"/>
                <a:gd name="connsiteY4" fmla="*/ 488990 h 673226"/>
                <a:gd name="connsiteX5" fmla="*/ 253438 w 305046"/>
                <a:gd name="connsiteY5" fmla="*/ 520768 h 673226"/>
                <a:gd name="connsiteX6" fmla="*/ 245388 w 305046"/>
                <a:gd name="connsiteY6" fmla="*/ 532777 h 673226"/>
                <a:gd name="connsiteX7" fmla="*/ 148985 w 305046"/>
                <a:gd name="connsiteY7" fmla="*/ 629180 h 673226"/>
                <a:gd name="connsiteX8" fmla="*/ 137008 w 305046"/>
                <a:gd name="connsiteY8" fmla="*/ 637230 h 673226"/>
                <a:gd name="connsiteX9" fmla="*/ 105166 w 305046"/>
                <a:gd name="connsiteY9" fmla="*/ 605452 h 673226"/>
                <a:gd name="connsiteX10" fmla="*/ 35088 w 305046"/>
                <a:gd name="connsiteY10" fmla="*/ 634503 h 673226"/>
                <a:gd name="connsiteX11" fmla="*/ 35088 w 305046"/>
                <a:gd name="connsiteY11" fmla="*/ 664982 h 673226"/>
                <a:gd name="connsiteX12" fmla="*/ 34082 w 305046"/>
                <a:gd name="connsiteY12" fmla="*/ 665306 h 673226"/>
                <a:gd name="connsiteX13" fmla="*/ 260 w 305046"/>
                <a:gd name="connsiteY13" fmla="*/ 673226 h 673226"/>
                <a:gd name="connsiteX14" fmla="*/ 0 w 305046"/>
                <a:gd name="connsiteY14" fmla="*/ 673226 h 673226"/>
                <a:gd name="connsiteX15" fmla="*/ 0 w 305046"/>
                <a:gd name="connsiteY15" fmla="*/ 606783 h 673226"/>
                <a:gd name="connsiteX16" fmla="*/ 13698 w 305046"/>
                <a:gd name="connsiteY16" fmla="*/ 603667 h 673226"/>
                <a:gd name="connsiteX17" fmla="*/ 98577 w 305046"/>
                <a:gd name="connsiteY17" fmla="*/ 568514 h 673226"/>
                <a:gd name="connsiteX18" fmla="*/ 110425 w 305046"/>
                <a:gd name="connsiteY18" fmla="*/ 561049 h 673226"/>
                <a:gd name="connsiteX19" fmla="*/ 141130 w 305046"/>
                <a:gd name="connsiteY19" fmla="*/ 591787 h 673226"/>
                <a:gd name="connsiteX20" fmla="*/ 207931 w 305046"/>
                <a:gd name="connsiteY20" fmla="*/ 524987 h 673226"/>
                <a:gd name="connsiteX21" fmla="*/ 177192 w 305046"/>
                <a:gd name="connsiteY21" fmla="*/ 494249 h 673226"/>
                <a:gd name="connsiteX22" fmla="*/ 184658 w 305046"/>
                <a:gd name="connsiteY22" fmla="*/ 482434 h 673226"/>
                <a:gd name="connsiteX23" fmla="*/ 219843 w 305046"/>
                <a:gd name="connsiteY23" fmla="*/ 397522 h 673226"/>
                <a:gd name="connsiteX24" fmla="*/ 222926 w 305046"/>
                <a:gd name="connsiteY24" fmla="*/ 383857 h 673226"/>
                <a:gd name="connsiteX25" fmla="*/ 266324 w 305046"/>
                <a:gd name="connsiteY25" fmla="*/ 383857 h 673226"/>
                <a:gd name="connsiteX26" fmla="*/ 269862 w 305046"/>
                <a:gd name="connsiteY26" fmla="*/ 336629 h 673226"/>
                <a:gd name="connsiteX27" fmla="*/ 266324 w 305046"/>
                <a:gd name="connsiteY27" fmla="*/ 289402 h 673226"/>
                <a:gd name="connsiteX28" fmla="*/ 222926 w 305046"/>
                <a:gd name="connsiteY28" fmla="*/ 289402 h 673226"/>
                <a:gd name="connsiteX29" fmla="*/ 219843 w 305046"/>
                <a:gd name="connsiteY29" fmla="*/ 275704 h 673226"/>
                <a:gd name="connsiteX30" fmla="*/ 184658 w 305046"/>
                <a:gd name="connsiteY30" fmla="*/ 190825 h 673226"/>
                <a:gd name="connsiteX31" fmla="*/ 177192 w 305046"/>
                <a:gd name="connsiteY31" fmla="*/ 178977 h 673226"/>
                <a:gd name="connsiteX32" fmla="*/ 207931 w 305046"/>
                <a:gd name="connsiteY32" fmla="*/ 148271 h 673226"/>
                <a:gd name="connsiteX33" fmla="*/ 141130 w 305046"/>
                <a:gd name="connsiteY33" fmla="*/ 81471 h 673226"/>
                <a:gd name="connsiteX34" fmla="*/ 110392 w 305046"/>
                <a:gd name="connsiteY34" fmla="*/ 112210 h 673226"/>
                <a:gd name="connsiteX35" fmla="*/ 98577 w 305046"/>
                <a:gd name="connsiteY35" fmla="*/ 104744 h 673226"/>
                <a:gd name="connsiteX36" fmla="*/ 13698 w 305046"/>
                <a:gd name="connsiteY36" fmla="*/ 69559 h 673226"/>
                <a:gd name="connsiteX37" fmla="*/ 0 w 305046"/>
                <a:gd name="connsiteY37" fmla="*/ 66475 h 673226"/>
                <a:gd name="connsiteX38" fmla="*/ 0 w 305046"/>
                <a:gd name="connsiteY38" fmla="*/ 0 h 673226"/>
                <a:gd name="connsiteX39" fmla="*/ 7823 w 305046"/>
                <a:gd name="connsiteY39" fmla="*/ 1169 h 673226"/>
                <a:gd name="connsiteX40" fmla="*/ 31355 w 305046"/>
                <a:gd name="connsiteY40" fmla="*/ 6946 h 673226"/>
                <a:gd name="connsiteX41" fmla="*/ 35088 w 305046"/>
                <a:gd name="connsiteY41" fmla="*/ 8309 h 673226"/>
                <a:gd name="connsiteX42" fmla="*/ 35088 w 305046"/>
                <a:gd name="connsiteY42" fmla="*/ 38788 h 673226"/>
                <a:gd name="connsiteX43" fmla="*/ 105166 w 305046"/>
                <a:gd name="connsiteY43" fmla="*/ 67806 h 673226"/>
                <a:gd name="connsiteX44" fmla="*/ 136943 w 305046"/>
                <a:gd name="connsiteY44" fmla="*/ 36029 h 673226"/>
                <a:gd name="connsiteX45" fmla="*/ 148953 w 305046"/>
                <a:gd name="connsiteY45" fmla="*/ 44111 h 673226"/>
                <a:gd name="connsiteX46" fmla="*/ 245355 w 305046"/>
                <a:gd name="connsiteY46" fmla="*/ 140514 h 673226"/>
                <a:gd name="connsiteX47" fmla="*/ 253405 w 305046"/>
                <a:gd name="connsiteY47" fmla="*/ 152524 h 673226"/>
                <a:gd name="connsiteX48" fmla="*/ 221628 w 305046"/>
                <a:gd name="connsiteY48" fmla="*/ 184268 h 673226"/>
                <a:gd name="connsiteX49" fmla="*/ 250679 w 305046"/>
                <a:gd name="connsiteY49" fmla="*/ 254379 h 673226"/>
                <a:gd name="connsiteX50" fmla="*/ 295634 w 305046"/>
                <a:gd name="connsiteY50" fmla="*/ 254379 h 673226"/>
                <a:gd name="connsiteX51" fmla="*/ 298393 w 305046"/>
                <a:gd name="connsiteY51" fmla="*/ 268531 h 673226"/>
                <a:gd name="connsiteX52" fmla="*/ 305014 w 305046"/>
                <a:gd name="connsiteY52" fmla="*/ 336727 h 67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05046" h="673226">
                  <a:moveTo>
                    <a:pt x="305047" y="336597"/>
                  </a:moveTo>
                  <a:cubicBezTo>
                    <a:pt x="305047" y="359286"/>
                    <a:pt x="302840" y="382234"/>
                    <a:pt x="298425" y="404728"/>
                  </a:cubicBezTo>
                  <a:lnTo>
                    <a:pt x="295666" y="418912"/>
                  </a:lnTo>
                  <a:lnTo>
                    <a:pt x="250711" y="418912"/>
                  </a:lnTo>
                  <a:cubicBezTo>
                    <a:pt x="243960" y="443386"/>
                    <a:pt x="234255" y="466886"/>
                    <a:pt x="221661" y="488990"/>
                  </a:cubicBezTo>
                  <a:lnTo>
                    <a:pt x="253438" y="520768"/>
                  </a:lnTo>
                  <a:lnTo>
                    <a:pt x="245388" y="532777"/>
                  </a:lnTo>
                  <a:cubicBezTo>
                    <a:pt x="219713" y="571014"/>
                    <a:pt x="187254" y="603440"/>
                    <a:pt x="148985" y="629180"/>
                  </a:cubicBezTo>
                  <a:lnTo>
                    <a:pt x="137008" y="637230"/>
                  </a:lnTo>
                  <a:lnTo>
                    <a:pt x="105166" y="605452"/>
                  </a:lnTo>
                  <a:cubicBezTo>
                    <a:pt x="83062" y="618014"/>
                    <a:pt x="59594" y="627784"/>
                    <a:pt x="35088" y="634503"/>
                  </a:cubicBezTo>
                  <a:lnTo>
                    <a:pt x="35088" y="664982"/>
                  </a:lnTo>
                  <a:cubicBezTo>
                    <a:pt x="34796" y="665079"/>
                    <a:pt x="34439" y="665209"/>
                    <a:pt x="34082" y="665306"/>
                  </a:cubicBezTo>
                  <a:cubicBezTo>
                    <a:pt x="23046" y="668877"/>
                    <a:pt x="11750" y="671603"/>
                    <a:pt x="260" y="673226"/>
                  </a:cubicBezTo>
                  <a:lnTo>
                    <a:pt x="0" y="673226"/>
                  </a:lnTo>
                  <a:cubicBezTo>
                    <a:pt x="0" y="673226"/>
                    <a:pt x="0" y="606783"/>
                    <a:pt x="0" y="606783"/>
                  </a:cubicBezTo>
                  <a:lnTo>
                    <a:pt x="13698" y="603667"/>
                  </a:lnTo>
                  <a:cubicBezTo>
                    <a:pt x="43819" y="596851"/>
                    <a:pt x="72383" y="585003"/>
                    <a:pt x="98577" y="568514"/>
                  </a:cubicBezTo>
                  <a:lnTo>
                    <a:pt x="110425" y="561049"/>
                  </a:lnTo>
                  <a:lnTo>
                    <a:pt x="141130" y="591787"/>
                  </a:lnTo>
                  <a:cubicBezTo>
                    <a:pt x="166675" y="572896"/>
                    <a:pt x="189072" y="550532"/>
                    <a:pt x="207931" y="524987"/>
                  </a:cubicBezTo>
                  <a:lnTo>
                    <a:pt x="177192" y="494249"/>
                  </a:lnTo>
                  <a:lnTo>
                    <a:pt x="184658" y="482434"/>
                  </a:lnTo>
                  <a:cubicBezTo>
                    <a:pt x="201179" y="456175"/>
                    <a:pt x="213027" y="427611"/>
                    <a:pt x="219843" y="397522"/>
                  </a:cubicBezTo>
                  <a:lnTo>
                    <a:pt x="222926" y="383857"/>
                  </a:lnTo>
                  <a:lnTo>
                    <a:pt x="266324" y="383857"/>
                  </a:lnTo>
                  <a:cubicBezTo>
                    <a:pt x="268693" y="368179"/>
                    <a:pt x="269862" y="352339"/>
                    <a:pt x="269862" y="336629"/>
                  </a:cubicBezTo>
                  <a:cubicBezTo>
                    <a:pt x="269862" y="320919"/>
                    <a:pt x="268693" y="305080"/>
                    <a:pt x="266324" y="289402"/>
                  </a:cubicBezTo>
                  <a:lnTo>
                    <a:pt x="222926" y="289402"/>
                  </a:lnTo>
                  <a:lnTo>
                    <a:pt x="219843" y="275704"/>
                  </a:lnTo>
                  <a:cubicBezTo>
                    <a:pt x="212994" y="245583"/>
                    <a:pt x="201147" y="217019"/>
                    <a:pt x="184658" y="190825"/>
                  </a:cubicBezTo>
                  <a:lnTo>
                    <a:pt x="177192" y="178977"/>
                  </a:lnTo>
                  <a:lnTo>
                    <a:pt x="207931" y="148271"/>
                  </a:lnTo>
                  <a:cubicBezTo>
                    <a:pt x="189040" y="122694"/>
                    <a:pt x="166675" y="100298"/>
                    <a:pt x="141130" y="81471"/>
                  </a:cubicBezTo>
                  <a:lnTo>
                    <a:pt x="110392" y="112210"/>
                  </a:lnTo>
                  <a:lnTo>
                    <a:pt x="98577" y="104744"/>
                  </a:lnTo>
                  <a:cubicBezTo>
                    <a:pt x="72350" y="88223"/>
                    <a:pt x="43787" y="76375"/>
                    <a:pt x="13698" y="69559"/>
                  </a:cubicBezTo>
                  <a:lnTo>
                    <a:pt x="0" y="66475"/>
                  </a:lnTo>
                  <a:lnTo>
                    <a:pt x="0" y="0"/>
                  </a:lnTo>
                  <a:cubicBezTo>
                    <a:pt x="2597" y="357"/>
                    <a:pt x="5226" y="747"/>
                    <a:pt x="7823" y="1169"/>
                  </a:cubicBezTo>
                  <a:cubicBezTo>
                    <a:pt x="15807" y="2467"/>
                    <a:pt x="23695" y="4382"/>
                    <a:pt x="31355" y="6946"/>
                  </a:cubicBezTo>
                  <a:cubicBezTo>
                    <a:pt x="32816" y="7433"/>
                    <a:pt x="34114" y="7888"/>
                    <a:pt x="35088" y="8309"/>
                  </a:cubicBezTo>
                  <a:lnTo>
                    <a:pt x="35088" y="38788"/>
                  </a:lnTo>
                  <a:cubicBezTo>
                    <a:pt x="59594" y="45540"/>
                    <a:pt x="83062" y="55245"/>
                    <a:pt x="105166" y="67806"/>
                  </a:cubicBezTo>
                  <a:lnTo>
                    <a:pt x="136943" y="36029"/>
                  </a:lnTo>
                  <a:lnTo>
                    <a:pt x="148953" y="44111"/>
                  </a:lnTo>
                  <a:cubicBezTo>
                    <a:pt x="187189" y="69786"/>
                    <a:pt x="219616" y="102213"/>
                    <a:pt x="245355" y="140514"/>
                  </a:cubicBezTo>
                  <a:lnTo>
                    <a:pt x="253405" y="152524"/>
                  </a:lnTo>
                  <a:lnTo>
                    <a:pt x="221628" y="184268"/>
                  </a:lnTo>
                  <a:cubicBezTo>
                    <a:pt x="234222" y="206405"/>
                    <a:pt x="243960" y="229873"/>
                    <a:pt x="250679" y="254379"/>
                  </a:cubicBezTo>
                  <a:lnTo>
                    <a:pt x="295634" y="254379"/>
                  </a:lnTo>
                  <a:lnTo>
                    <a:pt x="298393" y="268531"/>
                  </a:lnTo>
                  <a:cubicBezTo>
                    <a:pt x="302807" y="291057"/>
                    <a:pt x="305014" y="313973"/>
                    <a:pt x="305014" y="336727"/>
                  </a:cubicBezTo>
                  <a:close/>
                </a:path>
              </a:pathLst>
            </a:custGeom>
            <a:grpFill/>
            <a:ln w="3246" cap="flat">
              <a:noFill/>
              <a:prstDash val="solid"/>
              <a:miter/>
            </a:ln>
          </p:spPr>
          <p:txBody>
            <a:bodyPr rtlCol="0" anchor="ctr"/>
            <a:lstStyle/>
            <a:p>
              <a:endParaRPr lang="en-US" dirty="0"/>
            </a:p>
          </p:txBody>
        </p:sp>
      </p:grpSp>
      <p:grpSp>
        <p:nvGrpSpPr>
          <p:cNvPr id="519" name="Group 73"/>
          <p:cNvGrpSpPr/>
          <p:nvPr/>
        </p:nvGrpSpPr>
        <p:grpSpPr>
          <a:xfrm>
            <a:off x="6099360" y="4624047"/>
            <a:ext cx="428900" cy="426400"/>
            <a:chOff x="1952577" y="6484206"/>
            <a:chExt cx="640281" cy="636548"/>
          </a:xfrm>
          <a:solidFill>
            <a:schemeClr val="tx1"/>
          </a:solidFill>
        </p:grpSpPr>
        <p:sp>
          <p:nvSpPr>
            <p:cNvPr id="520" name="Freeform: Shape 820"/>
            <p:cNvSpPr/>
            <p:nvPr/>
          </p:nvSpPr>
          <p:spPr>
            <a:xfrm>
              <a:off x="1952577" y="6484206"/>
              <a:ext cx="640280" cy="618435"/>
            </a:xfrm>
            <a:custGeom>
              <a:avLst/>
              <a:gdLst>
                <a:gd name="connsiteX0" fmla="*/ 624311 w 640280"/>
                <a:gd name="connsiteY0" fmla="*/ 90884 h 618435"/>
                <a:gd name="connsiteX1" fmla="*/ 317154 w 640280"/>
                <a:gd name="connsiteY1" fmla="*/ 1817 h 618435"/>
                <a:gd name="connsiteX2" fmla="*/ 314460 w 640280"/>
                <a:gd name="connsiteY2" fmla="*/ 0 h 618435"/>
                <a:gd name="connsiteX3" fmla="*/ 311766 w 640280"/>
                <a:gd name="connsiteY3" fmla="*/ 1817 h 618435"/>
                <a:gd name="connsiteX4" fmla="*/ 4609 w 640280"/>
                <a:gd name="connsiteY4" fmla="*/ 90884 h 618435"/>
                <a:gd name="connsiteX5" fmla="*/ 0 w 640280"/>
                <a:gd name="connsiteY5" fmla="*/ 91144 h 618435"/>
                <a:gd name="connsiteX6" fmla="*/ 0 w 640280"/>
                <a:gd name="connsiteY6" fmla="*/ 191636 h 618435"/>
                <a:gd name="connsiteX7" fmla="*/ 289564 w 640280"/>
                <a:gd name="connsiteY7" fmla="*/ 618436 h 618435"/>
                <a:gd name="connsiteX8" fmla="*/ 301022 w 640280"/>
                <a:gd name="connsiteY8" fmla="*/ 613242 h 618435"/>
                <a:gd name="connsiteX9" fmla="*/ 9738 w 640280"/>
                <a:gd name="connsiteY9" fmla="*/ 191636 h 618435"/>
                <a:gd name="connsiteX10" fmla="*/ 9738 w 640280"/>
                <a:gd name="connsiteY10" fmla="*/ 100298 h 618435"/>
                <a:gd name="connsiteX11" fmla="*/ 314460 w 640280"/>
                <a:gd name="connsiteY11" fmla="*/ 11685 h 618435"/>
                <a:gd name="connsiteX12" fmla="*/ 607822 w 640280"/>
                <a:gd name="connsiteY12" fmla="*/ 99324 h 618435"/>
                <a:gd name="connsiteX13" fmla="*/ 623824 w 640280"/>
                <a:gd name="connsiteY13" fmla="*/ 100622 h 618435"/>
                <a:gd name="connsiteX14" fmla="*/ 640280 w 640280"/>
                <a:gd name="connsiteY14" fmla="*/ 101628 h 618435"/>
                <a:gd name="connsiteX15" fmla="*/ 640280 w 640280"/>
                <a:gd name="connsiteY15" fmla="*/ 91566 h 618435"/>
                <a:gd name="connsiteX16" fmla="*/ 624311 w 640280"/>
                <a:gd name="connsiteY16" fmla="*/ 90884 h 61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0280" h="618435">
                  <a:moveTo>
                    <a:pt x="624311" y="90884"/>
                  </a:moveTo>
                  <a:cubicBezTo>
                    <a:pt x="622428" y="90787"/>
                    <a:pt x="434460" y="80011"/>
                    <a:pt x="317154" y="1817"/>
                  </a:cubicBezTo>
                  <a:lnTo>
                    <a:pt x="314460" y="0"/>
                  </a:lnTo>
                  <a:lnTo>
                    <a:pt x="311766" y="1817"/>
                  </a:lnTo>
                  <a:cubicBezTo>
                    <a:pt x="194460" y="80011"/>
                    <a:pt x="6492" y="90787"/>
                    <a:pt x="4609" y="90884"/>
                  </a:cubicBezTo>
                  <a:lnTo>
                    <a:pt x="0" y="91144"/>
                  </a:lnTo>
                  <a:lnTo>
                    <a:pt x="0" y="191636"/>
                  </a:lnTo>
                  <a:cubicBezTo>
                    <a:pt x="0" y="313486"/>
                    <a:pt x="30576" y="488666"/>
                    <a:pt x="289564" y="618436"/>
                  </a:cubicBezTo>
                  <a:lnTo>
                    <a:pt x="301022" y="613242"/>
                  </a:lnTo>
                  <a:cubicBezTo>
                    <a:pt x="40314" y="485517"/>
                    <a:pt x="9738" y="311993"/>
                    <a:pt x="9738" y="191636"/>
                  </a:cubicBezTo>
                  <a:lnTo>
                    <a:pt x="9738" y="100298"/>
                  </a:lnTo>
                  <a:cubicBezTo>
                    <a:pt x="39405" y="98123"/>
                    <a:pt x="205236" y="82932"/>
                    <a:pt x="314460" y="11685"/>
                  </a:cubicBezTo>
                  <a:cubicBezTo>
                    <a:pt x="413719" y="76440"/>
                    <a:pt x="559718" y="94877"/>
                    <a:pt x="607822" y="99324"/>
                  </a:cubicBezTo>
                  <a:cubicBezTo>
                    <a:pt x="617754" y="100265"/>
                    <a:pt x="623499" y="100590"/>
                    <a:pt x="623824" y="100622"/>
                  </a:cubicBezTo>
                  <a:lnTo>
                    <a:pt x="640280" y="101628"/>
                  </a:lnTo>
                  <a:lnTo>
                    <a:pt x="640280" y="91566"/>
                  </a:lnTo>
                  <a:lnTo>
                    <a:pt x="624311" y="90884"/>
                  </a:lnTo>
                  <a:close/>
                </a:path>
              </a:pathLst>
            </a:custGeom>
            <a:grpFill/>
            <a:ln w="3246" cap="flat">
              <a:noFill/>
              <a:prstDash val="solid"/>
              <a:miter/>
            </a:ln>
          </p:spPr>
          <p:txBody>
            <a:bodyPr rtlCol="0" anchor="ctr"/>
            <a:lstStyle/>
            <a:p>
              <a:endParaRPr lang="en-US"/>
            </a:p>
          </p:txBody>
        </p:sp>
        <p:sp>
          <p:nvSpPr>
            <p:cNvPr id="521" name="Freeform: Shape 821"/>
            <p:cNvSpPr/>
            <p:nvPr/>
          </p:nvSpPr>
          <p:spPr>
            <a:xfrm>
              <a:off x="1992502" y="6531401"/>
              <a:ext cx="549071" cy="539009"/>
            </a:xfrm>
            <a:custGeom>
              <a:avLst/>
              <a:gdLst>
                <a:gd name="connsiteX0" fmla="*/ 276970 w 549071"/>
                <a:gd name="connsiteY0" fmla="*/ 1363 h 539009"/>
                <a:gd name="connsiteX1" fmla="*/ 274536 w 549071"/>
                <a:gd name="connsiteY1" fmla="*/ 0 h 539009"/>
                <a:gd name="connsiteX2" fmla="*/ 272101 w 549071"/>
                <a:gd name="connsiteY2" fmla="*/ 1363 h 539009"/>
                <a:gd name="connsiteX3" fmla="*/ 4317 w 549071"/>
                <a:gd name="connsiteY3" fmla="*/ 80206 h 539009"/>
                <a:gd name="connsiteX4" fmla="*/ 0 w 549071"/>
                <a:gd name="connsiteY4" fmla="*/ 80693 h 539009"/>
                <a:gd name="connsiteX5" fmla="*/ 0 w 549071"/>
                <a:gd name="connsiteY5" fmla="*/ 144441 h 539009"/>
                <a:gd name="connsiteX6" fmla="*/ 87541 w 549071"/>
                <a:gd name="connsiteY6" fmla="*/ 402391 h 539009"/>
                <a:gd name="connsiteX7" fmla="*/ 272361 w 549071"/>
                <a:gd name="connsiteY7" fmla="*/ 537971 h 539009"/>
                <a:gd name="connsiteX8" fmla="*/ 274503 w 549071"/>
                <a:gd name="connsiteY8" fmla="*/ 539010 h 539009"/>
                <a:gd name="connsiteX9" fmla="*/ 276645 w 549071"/>
                <a:gd name="connsiteY9" fmla="*/ 537971 h 539009"/>
                <a:gd name="connsiteX10" fmla="*/ 549072 w 549071"/>
                <a:gd name="connsiteY10" fmla="*/ 144441 h 539009"/>
                <a:gd name="connsiteX11" fmla="*/ 549072 w 549071"/>
                <a:gd name="connsiteY11" fmla="*/ 80693 h 539009"/>
                <a:gd name="connsiteX12" fmla="*/ 544754 w 549071"/>
                <a:gd name="connsiteY12" fmla="*/ 80206 h 539009"/>
                <a:gd name="connsiteX13" fmla="*/ 276970 w 549071"/>
                <a:gd name="connsiteY13" fmla="*/ 1363 h 539009"/>
                <a:gd name="connsiteX14" fmla="*/ 269667 w 549071"/>
                <a:gd name="connsiteY14" fmla="*/ 263403 h 539009"/>
                <a:gd name="connsiteX15" fmla="*/ 199491 w 549071"/>
                <a:gd name="connsiteY15" fmla="*/ 263403 h 539009"/>
                <a:gd name="connsiteX16" fmla="*/ 199491 w 549071"/>
                <a:gd name="connsiteY16" fmla="*/ 45442 h 539009"/>
                <a:gd name="connsiteX17" fmla="*/ 269667 w 549071"/>
                <a:gd name="connsiteY17" fmla="*/ 13860 h 539009"/>
                <a:gd name="connsiteX18" fmla="*/ 269667 w 549071"/>
                <a:gd name="connsiteY18" fmla="*/ 263403 h 539009"/>
                <a:gd name="connsiteX19" fmla="*/ 189754 w 549071"/>
                <a:gd name="connsiteY19" fmla="*/ 48948 h 539009"/>
                <a:gd name="connsiteX20" fmla="*/ 189754 w 549071"/>
                <a:gd name="connsiteY20" fmla="*/ 263403 h 539009"/>
                <a:gd name="connsiteX21" fmla="*/ 109613 w 549071"/>
                <a:gd name="connsiteY21" fmla="*/ 263403 h 539009"/>
                <a:gd name="connsiteX22" fmla="*/ 109613 w 549071"/>
                <a:gd name="connsiteY22" fmla="*/ 71994 h 539009"/>
                <a:gd name="connsiteX23" fmla="*/ 189754 w 549071"/>
                <a:gd name="connsiteY23" fmla="*/ 48948 h 539009"/>
                <a:gd name="connsiteX24" fmla="*/ 189754 w 549071"/>
                <a:gd name="connsiteY24" fmla="*/ 48948 h 539009"/>
                <a:gd name="connsiteX25" fmla="*/ 9738 w 549071"/>
                <a:gd name="connsiteY25" fmla="*/ 89359 h 539009"/>
                <a:gd name="connsiteX26" fmla="*/ 99875 w 549071"/>
                <a:gd name="connsiteY26" fmla="*/ 74168 h 539009"/>
                <a:gd name="connsiteX27" fmla="*/ 99875 w 549071"/>
                <a:gd name="connsiteY27" fmla="*/ 74168 h 539009"/>
                <a:gd name="connsiteX28" fmla="*/ 99875 w 549071"/>
                <a:gd name="connsiteY28" fmla="*/ 263403 h 539009"/>
                <a:gd name="connsiteX29" fmla="*/ 25058 w 549071"/>
                <a:gd name="connsiteY29" fmla="*/ 263403 h 539009"/>
                <a:gd name="connsiteX30" fmla="*/ 25058 w 549071"/>
                <a:gd name="connsiteY30" fmla="*/ 263403 h 539009"/>
                <a:gd name="connsiteX31" fmla="*/ 9738 w 549071"/>
                <a:gd name="connsiteY31" fmla="*/ 144441 h 539009"/>
                <a:gd name="connsiteX32" fmla="*/ 9738 w 549071"/>
                <a:gd name="connsiteY32" fmla="*/ 89359 h 539009"/>
                <a:gd name="connsiteX33" fmla="*/ 27914 w 549071"/>
                <a:gd name="connsiteY33" fmla="*/ 273140 h 539009"/>
                <a:gd name="connsiteX34" fmla="*/ 269667 w 549071"/>
                <a:gd name="connsiteY34" fmla="*/ 273140 h 539009"/>
                <a:gd name="connsiteX35" fmla="*/ 269667 w 549071"/>
                <a:gd name="connsiteY35" fmla="*/ 525767 h 539009"/>
                <a:gd name="connsiteX36" fmla="*/ 27914 w 549071"/>
                <a:gd name="connsiteY36" fmla="*/ 273140 h 539009"/>
                <a:gd name="connsiteX37" fmla="*/ 274471 w 549071"/>
                <a:gd name="connsiteY37" fmla="*/ 528168 h 539009"/>
                <a:gd name="connsiteX38" fmla="*/ 274016 w 549071"/>
                <a:gd name="connsiteY38" fmla="*/ 527941 h 539009"/>
                <a:gd name="connsiteX39" fmla="*/ 274893 w 549071"/>
                <a:gd name="connsiteY39" fmla="*/ 527941 h 539009"/>
                <a:gd name="connsiteX40" fmla="*/ 274438 w 549071"/>
                <a:gd name="connsiteY40" fmla="*/ 528168 h 539009"/>
                <a:gd name="connsiteX41" fmla="*/ 279405 w 549071"/>
                <a:gd name="connsiteY41" fmla="*/ 273140 h 539009"/>
                <a:gd name="connsiteX42" fmla="*/ 349580 w 549071"/>
                <a:gd name="connsiteY42" fmla="*/ 273140 h 539009"/>
                <a:gd name="connsiteX43" fmla="*/ 349580 w 549071"/>
                <a:gd name="connsiteY43" fmla="*/ 485485 h 539009"/>
                <a:gd name="connsiteX44" fmla="*/ 279405 w 549071"/>
                <a:gd name="connsiteY44" fmla="*/ 525702 h 539009"/>
                <a:gd name="connsiteX45" fmla="*/ 279405 w 549071"/>
                <a:gd name="connsiteY45" fmla="*/ 273140 h 539009"/>
                <a:gd name="connsiteX46" fmla="*/ 359318 w 549071"/>
                <a:gd name="connsiteY46" fmla="*/ 478993 h 539009"/>
                <a:gd name="connsiteX47" fmla="*/ 359318 w 549071"/>
                <a:gd name="connsiteY47" fmla="*/ 478993 h 539009"/>
                <a:gd name="connsiteX48" fmla="*/ 359318 w 549071"/>
                <a:gd name="connsiteY48" fmla="*/ 273140 h 539009"/>
                <a:gd name="connsiteX49" fmla="*/ 419496 w 549071"/>
                <a:gd name="connsiteY49" fmla="*/ 273140 h 539009"/>
                <a:gd name="connsiteX50" fmla="*/ 419496 w 549071"/>
                <a:gd name="connsiteY50" fmla="*/ 431409 h 539009"/>
                <a:gd name="connsiteX51" fmla="*/ 419496 w 549071"/>
                <a:gd name="connsiteY51" fmla="*/ 431409 h 539009"/>
                <a:gd name="connsiteX52" fmla="*/ 359350 w 549071"/>
                <a:gd name="connsiteY52" fmla="*/ 478961 h 539009"/>
                <a:gd name="connsiteX53" fmla="*/ 429201 w 549071"/>
                <a:gd name="connsiteY53" fmla="*/ 422126 h 539009"/>
                <a:gd name="connsiteX54" fmla="*/ 429201 w 549071"/>
                <a:gd name="connsiteY54" fmla="*/ 273173 h 539009"/>
                <a:gd name="connsiteX55" fmla="*/ 521936 w 549071"/>
                <a:gd name="connsiteY55" fmla="*/ 273173 h 539009"/>
                <a:gd name="connsiteX56" fmla="*/ 429201 w 549071"/>
                <a:gd name="connsiteY56" fmla="*/ 422126 h 539009"/>
                <a:gd name="connsiteX57" fmla="*/ 539334 w 549071"/>
                <a:gd name="connsiteY57" fmla="*/ 144441 h 539009"/>
                <a:gd name="connsiteX58" fmla="*/ 524208 w 549071"/>
                <a:gd name="connsiteY58" fmla="*/ 265480 h 539009"/>
                <a:gd name="connsiteX59" fmla="*/ 524208 w 549071"/>
                <a:gd name="connsiteY59" fmla="*/ 263403 h 539009"/>
                <a:gd name="connsiteX60" fmla="*/ 279405 w 549071"/>
                <a:gd name="connsiteY60" fmla="*/ 263403 h 539009"/>
                <a:gd name="connsiteX61" fmla="*/ 279405 w 549071"/>
                <a:gd name="connsiteY61" fmla="*/ 13860 h 539009"/>
                <a:gd name="connsiteX62" fmla="*/ 539334 w 549071"/>
                <a:gd name="connsiteY62" fmla="*/ 89359 h 539009"/>
                <a:gd name="connsiteX63" fmla="*/ 539334 w 549071"/>
                <a:gd name="connsiteY63" fmla="*/ 144441 h 53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49071" h="539009">
                  <a:moveTo>
                    <a:pt x="276970" y="1363"/>
                  </a:moveTo>
                  <a:lnTo>
                    <a:pt x="274536" y="0"/>
                  </a:lnTo>
                  <a:lnTo>
                    <a:pt x="272101" y="1363"/>
                  </a:lnTo>
                  <a:cubicBezTo>
                    <a:pt x="180795" y="53687"/>
                    <a:pt x="65145" y="73227"/>
                    <a:pt x="4317" y="80206"/>
                  </a:cubicBezTo>
                  <a:lnTo>
                    <a:pt x="0" y="80693"/>
                  </a:lnTo>
                  <a:lnTo>
                    <a:pt x="0" y="144441"/>
                  </a:lnTo>
                  <a:cubicBezTo>
                    <a:pt x="0" y="245972"/>
                    <a:pt x="29472" y="332767"/>
                    <a:pt x="87541" y="402391"/>
                  </a:cubicBezTo>
                  <a:cubicBezTo>
                    <a:pt x="131101" y="454649"/>
                    <a:pt x="189851" y="497722"/>
                    <a:pt x="272361" y="537971"/>
                  </a:cubicBezTo>
                  <a:lnTo>
                    <a:pt x="274503" y="539010"/>
                  </a:lnTo>
                  <a:lnTo>
                    <a:pt x="276645" y="537971"/>
                  </a:lnTo>
                  <a:cubicBezTo>
                    <a:pt x="518106" y="419042"/>
                    <a:pt x="549072" y="265188"/>
                    <a:pt x="549072" y="144441"/>
                  </a:cubicBezTo>
                  <a:lnTo>
                    <a:pt x="549072" y="80693"/>
                  </a:lnTo>
                  <a:lnTo>
                    <a:pt x="544754" y="80206"/>
                  </a:lnTo>
                  <a:cubicBezTo>
                    <a:pt x="483927" y="73227"/>
                    <a:pt x="368276" y="53687"/>
                    <a:pt x="276970" y="1363"/>
                  </a:cubicBezTo>
                  <a:close/>
                  <a:moveTo>
                    <a:pt x="269667" y="263403"/>
                  </a:moveTo>
                  <a:lnTo>
                    <a:pt x="199491" y="263403"/>
                  </a:lnTo>
                  <a:lnTo>
                    <a:pt x="199491" y="45442"/>
                  </a:lnTo>
                  <a:cubicBezTo>
                    <a:pt x="223413" y="36646"/>
                    <a:pt x="247173" y="26227"/>
                    <a:pt x="269667" y="13860"/>
                  </a:cubicBezTo>
                  <a:lnTo>
                    <a:pt x="269667" y="263403"/>
                  </a:lnTo>
                  <a:close/>
                  <a:moveTo>
                    <a:pt x="189754" y="48948"/>
                  </a:moveTo>
                  <a:lnTo>
                    <a:pt x="189754" y="263403"/>
                  </a:lnTo>
                  <a:lnTo>
                    <a:pt x="109613" y="263403"/>
                  </a:lnTo>
                  <a:lnTo>
                    <a:pt x="109613" y="71994"/>
                  </a:lnTo>
                  <a:cubicBezTo>
                    <a:pt x="135288" y="66054"/>
                    <a:pt x="162521" y="58523"/>
                    <a:pt x="189754" y="48948"/>
                  </a:cubicBezTo>
                  <a:cubicBezTo>
                    <a:pt x="189754" y="48948"/>
                    <a:pt x="189754" y="48948"/>
                    <a:pt x="189754" y="48948"/>
                  </a:cubicBezTo>
                  <a:close/>
                  <a:moveTo>
                    <a:pt x="9738" y="89359"/>
                  </a:moveTo>
                  <a:cubicBezTo>
                    <a:pt x="33660" y="86503"/>
                    <a:pt x="65112" y="81796"/>
                    <a:pt x="99875" y="74168"/>
                  </a:cubicBezTo>
                  <a:cubicBezTo>
                    <a:pt x="99875" y="74168"/>
                    <a:pt x="99875" y="74168"/>
                    <a:pt x="99875" y="74168"/>
                  </a:cubicBezTo>
                  <a:lnTo>
                    <a:pt x="99875" y="263403"/>
                  </a:lnTo>
                  <a:lnTo>
                    <a:pt x="25058" y="263403"/>
                  </a:lnTo>
                  <a:cubicBezTo>
                    <a:pt x="25058" y="263403"/>
                    <a:pt x="25058" y="263403"/>
                    <a:pt x="25058" y="263403"/>
                  </a:cubicBezTo>
                  <a:cubicBezTo>
                    <a:pt x="15256" y="228217"/>
                    <a:pt x="9738" y="188780"/>
                    <a:pt x="9738" y="144441"/>
                  </a:cubicBezTo>
                  <a:lnTo>
                    <a:pt x="9738" y="89359"/>
                  </a:lnTo>
                  <a:close/>
                  <a:moveTo>
                    <a:pt x="27914" y="273140"/>
                  </a:moveTo>
                  <a:lnTo>
                    <a:pt x="269667" y="273140"/>
                  </a:lnTo>
                  <a:lnTo>
                    <a:pt x="269667" y="525767"/>
                  </a:lnTo>
                  <a:cubicBezTo>
                    <a:pt x="173946" y="478214"/>
                    <a:pt x="69169" y="407422"/>
                    <a:pt x="27914" y="273140"/>
                  </a:cubicBezTo>
                  <a:close/>
                  <a:moveTo>
                    <a:pt x="274471" y="528168"/>
                  </a:moveTo>
                  <a:cubicBezTo>
                    <a:pt x="274471" y="528168"/>
                    <a:pt x="274179" y="528006"/>
                    <a:pt x="274016" y="527941"/>
                  </a:cubicBezTo>
                  <a:lnTo>
                    <a:pt x="274893" y="527941"/>
                  </a:lnTo>
                  <a:cubicBezTo>
                    <a:pt x="274893" y="527941"/>
                    <a:pt x="274601" y="528104"/>
                    <a:pt x="274438" y="528168"/>
                  </a:cubicBezTo>
                  <a:close/>
                  <a:moveTo>
                    <a:pt x="279405" y="273140"/>
                  </a:moveTo>
                  <a:lnTo>
                    <a:pt x="349580" y="273140"/>
                  </a:lnTo>
                  <a:lnTo>
                    <a:pt x="349580" y="485485"/>
                  </a:lnTo>
                  <a:cubicBezTo>
                    <a:pt x="328547" y="499248"/>
                    <a:pt x="305242" y="512686"/>
                    <a:pt x="279405" y="525702"/>
                  </a:cubicBezTo>
                  <a:lnTo>
                    <a:pt x="279405" y="273140"/>
                  </a:lnTo>
                  <a:close/>
                  <a:moveTo>
                    <a:pt x="359318" y="478993"/>
                  </a:moveTo>
                  <a:cubicBezTo>
                    <a:pt x="359318" y="478993"/>
                    <a:pt x="359318" y="478993"/>
                    <a:pt x="359318" y="478993"/>
                  </a:cubicBezTo>
                  <a:lnTo>
                    <a:pt x="359318" y="273140"/>
                  </a:lnTo>
                  <a:lnTo>
                    <a:pt x="419496" y="273140"/>
                  </a:lnTo>
                  <a:lnTo>
                    <a:pt x="419496" y="431409"/>
                  </a:lnTo>
                  <a:cubicBezTo>
                    <a:pt x="419496" y="431409"/>
                    <a:pt x="419496" y="431409"/>
                    <a:pt x="419496" y="431409"/>
                  </a:cubicBezTo>
                  <a:cubicBezTo>
                    <a:pt x="402033" y="447541"/>
                    <a:pt x="382104" y="463446"/>
                    <a:pt x="359350" y="478961"/>
                  </a:cubicBezTo>
                  <a:close/>
                  <a:moveTo>
                    <a:pt x="429201" y="422126"/>
                  </a:moveTo>
                  <a:lnTo>
                    <a:pt x="429201" y="273173"/>
                  </a:lnTo>
                  <a:lnTo>
                    <a:pt x="521936" y="273173"/>
                  </a:lnTo>
                  <a:cubicBezTo>
                    <a:pt x="506680" y="322607"/>
                    <a:pt x="478831" y="373438"/>
                    <a:pt x="429201" y="422126"/>
                  </a:cubicBezTo>
                  <a:close/>
                  <a:moveTo>
                    <a:pt x="539334" y="144441"/>
                  </a:moveTo>
                  <a:cubicBezTo>
                    <a:pt x="539334" y="182191"/>
                    <a:pt x="536218" y="223251"/>
                    <a:pt x="524208" y="265480"/>
                  </a:cubicBezTo>
                  <a:lnTo>
                    <a:pt x="524208" y="263403"/>
                  </a:lnTo>
                  <a:lnTo>
                    <a:pt x="279405" y="263403"/>
                  </a:lnTo>
                  <a:lnTo>
                    <a:pt x="279405" y="13860"/>
                  </a:lnTo>
                  <a:cubicBezTo>
                    <a:pt x="368828" y="62840"/>
                    <a:pt x="478376" y="82088"/>
                    <a:pt x="539334" y="89359"/>
                  </a:cubicBezTo>
                  <a:lnTo>
                    <a:pt x="539334" y="144441"/>
                  </a:lnTo>
                  <a:close/>
                </a:path>
              </a:pathLst>
            </a:custGeom>
            <a:grpFill/>
            <a:ln w="3246" cap="flat">
              <a:noFill/>
              <a:prstDash val="solid"/>
              <a:miter/>
            </a:ln>
          </p:spPr>
          <p:txBody>
            <a:bodyPr rtlCol="0" anchor="ctr"/>
            <a:lstStyle/>
            <a:p>
              <a:endParaRPr lang="en-US"/>
            </a:p>
          </p:txBody>
        </p:sp>
        <p:sp>
          <p:nvSpPr>
            <p:cNvPr id="522" name="Freeform: Shape 1159"/>
            <p:cNvSpPr/>
            <p:nvPr/>
          </p:nvSpPr>
          <p:spPr>
            <a:xfrm>
              <a:off x="2242142" y="6583530"/>
              <a:ext cx="350716" cy="537224"/>
            </a:xfrm>
            <a:custGeom>
              <a:avLst/>
              <a:gdLst>
                <a:gd name="connsiteX0" fmla="*/ 350716 w 350716"/>
                <a:gd name="connsiteY0" fmla="*/ 2304 h 537224"/>
                <a:gd name="connsiteX1" fmla="*/ 350716 w 350716"/>
                <a:gd name="connsiteY1" fmla="*/ 92312 h 537224"/>
                <a:gd name="connsiteX2" fmla="*/ 49759 w 350716"/>
                <a:gd name="connsiteY2" fmla="*/ 531836 h 537224"/>
                <a:gd name="connsiteX3" fmla="*/ 42813 w 350716"/>
                <a:gd name="connsiteY3" fmla="*/ 535212 h 537224"/>
                <a:gd name="connsiteX4" fmla="*/ 38691 w 350716"/>
                <a:gd name="connsiteY4" fmla="*/ 537224 h 537224"/>
                <a:gd name="connsiteX5" fmla="*/ 38658 w 350716"/>
                <a:gd name="connsiteY5" fmla="*/ 537224 h 537224"/>
                <a:gd name="connsiteX6" fmla="*/ 22851 w 350716"/>
                <a:gd name="connsiteY6" fmla="*/ 530181 h 537224"/>
                <a:gd name="connsiteX7" fmla="*/ 0 w 350716"/>
                <a:gd name="connsiteY7" fmla="*/ 519112 h 537224"/>
                <a:gd name="connsiteX8" fmla="*/ 11458 w 350716"/>
                <a:gd name="connsiteY8" fmla="*/ 513919 h 537224"/>
                <a:gd name="connsiteX9" fmla="*/ 24863 w 350716"/>
                <a:gd name="connsiteY9" fmla="*/ 507816 h 537224"/>
                <a:gd name="connsiteX10" fmla="*/ 318258 w 350716"/>
                <a:gd name="connsiteY10" fmla="*/ 92312 h 537224"/>
                <a:gd name="connsiteX11" fmla="*/ 318258 w 350716"/>
                <a:gd name="connsiteY11" fmla="*/ 0 h 537224"/>
                <a:gd name="connsiteX12" fmla="*/ 334260 w 350716"/>
                <a:gd name="connsiteY12" fmla="*/ 1298 h 537224"/>
                <a:gd name="connsiteX13" fmla="*/ 350716 w 350716"/>
                <a:gd name="connsiteY13" fmla="*/ 2304 h 5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0716" h="537224">
                  <a:moveTo>
                    <a:pt x="350716" y="2304"/>
                  </a:moveTo>
                  <a:lnTo>
                    <a:pt x="350716" y="92312"/>
                  </a:lnTo>
                  <a:cubicBezTo>
                    <a:pt x="350716" y="217993"/>
                    <a:pt x="319069" y="399080"/>
                    <a:pt x="49759" y="531836"/>
                  </a:cubicBezTo>
                  <a:lnTo>
                    <a:pt x="42813" y="535212"/>
                  </a:lnTo>
                  <a:lnTo>
                    <a:pt x="38691" y="537224"/>
                  </a:lnTo>
                  <a:lnTo>
                    <a:pt x="38658" y="537224"/>
                  </a:lnTo>
                  <a:lnTo>
                    <a:pt x="22851" y="530181"/>
                  </a:lnTo>
                  <a:cubicBezTo>
                    <a:pt x="15028" y="526545"/>
                    <a:pt x="7433" y="522845"/>
                    <a:pt x="0" y="519112"/>
                  </a:cubicBezTo>
                  <a:lnTo>
                    <a:pt x="11458" y="513919"/>
                  </a:lnTo>
                  <a:lnTo>
                    <a:pt x="24863" y="507816"/>
                  </a:lnTo>
                  <a:cubicBezTo>
                    <a:pt x="287682" y="382461"/>
                    <a:pt x="318258" y="210852"/>
                    <a:pt x="318258" y="92312"/>
                  </a:cubicBezTo>
                  <a:lnTo>
                    <a:pt x="318258" y="0"/>
                  </a:lnTo>
                  <a:cubicBezTo>
                    <a:pt x="328190" y="941"/>
                    <a:pt x="333935" y="1266"/>
                    <a:pt x="334260" y="1298"/>
                  </a:cubicBezTo>
                  <a:lnTo>
                    <a:pt x="350716" y="2304"/>
                  </a:lnTo>
                  <a:close/>
                </a:path>
              </a:pathLst>
            </a:custGeom>
            <a:solidFill>
              <a:srgbClr val="BED369"/>
            </a:solidFill>
            <a:ln w="3246" cap="flat">
              <a:noFill/>
              <a:prstDash val="solid"/>
              <a:miter/>
            </a:ln>
          </p:spPr>
          <p:txBody>
            <a:bodyPr rtlCol="0" anchor="ctr"/>
            <a:lstStyle/>
            <a:p>
              <a:endParaRPr lang="en-US" dirty="0"/>
            </a:p>
          </p:txBody>
        </p:sp>
      </p:grpSp>
      <p:grpSp>
        <p:nvGrpSpPr>
          <p:cNvPr id="523" name="Group 113"/>
          <p:cNvGrpSpPr/>
          <p:nvPr/>
        </p:nvGrpSpPr>
        <p:grpSpPr>
          <a:xfrm>
            <a:off x="8526286" y="1874601"/>
            <a:ext cx="1458314" cy="1422460"/>
            <a:chOff x="12013564" y="2606559"/>
            <a:chExt cx="639804" cy="624074"/>
          </a:xfrm>
          <a:solidFill>
            <a:srgbClr val="D9D9D9"/>
          </a:solidFill>
        </p:grpSpPr>
        <p:sp>
          <p:nvSpPr>
            <p:cNvPr id="524" name="Freeform: Shape 863"/>
            <p:cNvSpPr/>
            <p:nvPr/>
          </p:nvSpPr>
          <p:spPr>
            <a:xfrm>
              <a:off x="12013564" y="2606559"/>
              <a:ext cx="458764" cy="624074"/>
            </a:xfrm>
            <a:custGeom>
              <a:avLst/>
              <a:gdLst>
                <a:gd name="connsiteX0" fmla="*/ 444429 w 458764"/>
                <a:gd name="connsiteY0" fmla="*/ 397239 h 624074"/>
                <a:gd name="connsiteX1" fmla="*/ 411510 w 458764"/>
                <a:gd name="connsiteY1" fmla="*/ 496095 h 624074"/>
                <a:gd name="connsiteX2" fmla="*/ 323259 w 458764"/>
                <a:gd name="connsiteY2" fmla="*/ 433629 h 624074"/>
                <a:gd name="connsiteX3" fmla="*/ 403044 w 458764"/>
                <a:gd name="connsiteY3" fmla="*/ 364222 h 624074"/>
                <a:gd name="connsiteX4" fmla="*/ 395358 w 458764"/>
                <a:gd name="connsiteY4" fmla="*/ 358092 h 624074"/>
                <a:gd name="connsiteX5" fmla="*/ 314276 w 458764"/>
                <a:gd name="connsiteY5" fmla="*/ 427661 h 624074"/>
                <a:gd name="connsiteX6" fmla="*/ 229301 w 458764"/>
                <a:gd name="connsiteY6" fmla="*/ 344179 h 624074"/>
                <a:gd name="connsiteX7" fmla="*/ 229301 w 458764"/>
                <a:gd name="connsiteY7" fmla="*/ 334059 h 624074"/>
                <a:gd name="connsiteX8" fmla="*/ 233225 w 458764"/>
                <a:gd name="connsiteY8" fmla="*/ 314665 h 624074"/>
                <a:gd name="connsiteX9" fmla="*/ 233225 w 458764"/>
                <a:gd name="connsiteY9" fmla="*/ 314665 h 624074"/>
                <a:gd name="connsiteX10" fmla="*/ 314211 w 458764"/>
                <a:gd name="connsiteY10" fmla="*/ 349044 h 624074"/>
                <a:gd name="connsiteX11" fmla="*/ 389585 w 458764"/>
                <a:gd name="connsiteY11" fmla="*/ 319984 h 624074"/>
                <a:gd name="connsiteX12" fmla="*/ 387834 w 458764"/>
                <a:gd name="connsiteY12" fmla="*/ 308373 h 624074"/>
                <a:gd name="connsiteX13" fmla="*/ 314211 w 458764"/>
                <a:gd name="connsiteY13" fmla="*/ 339314 h 624074"/>
                <a:gd name="connsiteX14" fmla="*/ 199365 w 458764"/>
                <a:gd name="connsiteY14" fmla="*/ 206209 h 624074"/>
                <a:gd name="connsiteX15" fmla="*/ 199365 w 458764"/>
                <a:gd name="connsiteY15" fmla="*/ 163073 h 624074"/>
                <a:gd name="connsiteX16" fmla="*/ 237929 w 458764"/>
                <a:gd name="connsiteY16" fmla="*/ 98369 h 624074"/>
                <a:gd name="connsiteX17" fmla="*/ 237961 w 458764"/>
                <a:gd name="connsiteY17" fmla="*/ 98369 h 624074"/>
                <a:gd name="connsiteX18" fmla="*/ 335000 w 458764"/>
                <a:gd name="connsiteY18" fmla="*/ 148640 h 624074"/>
                <a:gd name="connsiteX19" fmla="*/ 399736 w 458764"/>
                <a:gd name="connsiteY19" fmla="*/ 156457 h 624074"/>
                <a:gd name="connsiteX20" fmla="*/ 417769 w 458764"/>
                <a:gd name="connsiteY20" fmla="*/ 156035 h 624074"/>
                <a:gd name="connsiteX21" fmla="*/ 450202 w 458764"/>
                <a:gd name="connsiteY21" fmla="*/ 154024 h 624074"/>
                <a:gd name="connsiteX22" fmla="*/ 450721 w 458764"/>
                <a:gd name="connsiteY22" fmla="*/ 154024 h 624074"/>
                <a:gd name="connsiteX23" fmla="*/ 458764 w 458764"/>
                <a:gd name="connsiteY23" fmla="*/ 153473 h 624074"/>
                <a:gd name="connsiteX24" fmla="*/ 457888 w 458764"/>
                <a:gd name="connsiteY24" fmla="*/ 148186 h 624074"/>
                <a:gd name="connsiteX25" fmla="*/ 326632 w 458764"/>
                <a:gd name="connsiteY25" fmla="*/ 616 h 624074"/>
                <a:gd name="connsiteX26" fmla="*/ 326567 w 458764"/>
                <a:gd name="connsiteY26" fmla="*/ 616 h 624074"/>
                <a:gd name="connsiteX27" fmla="*/ 314211 w 458764"/>
                <a:gd name="connsiteY27" fmla="*/ 0 h 624074"/>
                <a:gd name="connsiteX28" fmla="*/ 189635 w 458764"/>
                <a:gd name="connsiteY28" fmla="*/ 124445 h 624074"/>
                <a:gd name="connsiteX29" fmla="*/ 189635 w 458764"/>
                <a:gd name="connsiteY29" fmla="*/ 206209 h 624074"/>
                <a:gd name="connsiteX30" fmla="*/ 225053 w 458764"/>
                <a:gd name="connsiteY30" fmla="*/ 305875 h 624074"/>
                <a:gd name="connsiteX31" fmla="*/ 217431 w 458764"/>
                <a:gd name="connsiteY31" fmla="*/ 343530 h 624074"/>
                <a:gd name="connsiteX32" fmla="*/ 171927 w 458764"/>
                <a:gd name="connsiteY32" fmla="*/ 379920 h 624074"/>
                <a:gd name="connsiteX33" fmla="*/ 72650 w 458764"/>
                <a:gd name="connsiteY33" fmla="*/ 425488 h 624074"/>
                <a:gd name="connsiteX34" fmla="*/ 72228 w 458764"/>
                <a:gd name="connsiteY34" fmla="*/ 425715 h 624074"/>
                <a:gd name="connsiteX35" fmla="*/ 0 w 458764"/>
                <a:gd name="connsiteY35" fmla="*/ 553728 h 624074"/>
                <a:gd name="connsiteX36" fmla="*/ 0 w 458764"/>
                <a:gd name="connsiteY36" fmla="*/ 623589 h 624074"/>
                <a:gd name="connsiteX37" fmla="*/ 9730 w 458764"/>
                <a:gd name="connsiteY37" fmla="*/ 623589 h 624074"/>
                <a:gd name="connsiteX38" fmla="*/ 9730 w 458764"/>
                <a:gd name="connsiteY38" fmla="*/ 553728 h 624074"/>
                <a:gd name="connsiteX39" fmla="*/ 76931 w 458764"/>
                <a:gd name="connsiteY39" fmla="*/ 434212 h 624074"/>
                <a:gd name="connsiteX40" fmla="*/ 171602 w 458764"/>
                <a:gd name="connsiteY40" fmla="*/ 390752 h 624074"/>
                <a:gd name="connsiteX41" fmla="*/ 211885 w 458764"/>
                <a:gd name="connsiteY41" fmla="*/ 511565 h 624074"/>
                <a:gd name="connsiteX42" fmla="*/ 252491 w 458764"/>
                <a:gd name="connsiteY42" fmla="*/ 482829 h 624074"/>
                <a:gd name="connsiteX43" fmla="*/ 279313 w 458764"/>
                <a:gd name="connsiteY43" fmla="*/ 534657 h 624074"/>
                <a:gd name="connsiteX44" fmla="*/ 269388 w 458764"/>
                <a:gd name="connsiteY44" fmla="*/ 624075 h 624074"/>
                <a:gd name="connsiteX45" fmla="*/ 279183 w 458764"/>
                <a:gd name="connsiteY45" fmla="*/ 624075 h 624074"/>
                <a:gd name="connsiteX46" fmla="*/ 288686 w 458764"/>
                <a:gd name="connsiteY46" fmla="*/ 538582 h 624074"/>
                <a:gd name="connsiteX47" fmla="*/ 339865 w 458764"/>
                <a:gd name="connsiteY47" fmla="*/ 538582 h 624074"/>
                <a:gd name="connsiteX48" fmla="*/ 349368 w 458764"/>
                <a:gd name="connsiteY48" fmla="*/ 624075 h 624074"/>
                <a:gd name="connsiteX49" fmla="*/ 359163 w 458764"/>
                <a:gd name="connsiteY49" fmla="*/ 624075 h 624074"/>
                <a:gd name="connsiteX50" fmla="*/ 349238 w 458764"/>
                <a:gd name="connsiteY50" fmla="*/ 534657 h 624074"/>
                <a:gd name="connsiteX51" fmla="*/ 376060 w 458764"/>
                <a:gd name="connsiteY51" fmla="*/ 482829 h 624074"/>
                <a:gd name="connsiteX52" fmla="*/ 416634 w 458764"/>
                <a:gd name="connsiteY52" fmla="*/ 511533 h 624074"/>
                <a:gd name="connsiteX53" fmla="*/ 453316 w 458764"/>
                <a:gd name="connsiteY53" fmla="*/ 401520 h 624074"/>
                <a:gd name="connsiteX54" fmla="*/ 445435 w 458764"/>
                <a:gd name="connsiteY54" fmla="*/ 397920 h 624074"/>
                <a:gd name="connsiteX55" fmla="*/ 444494 w 458764"/>
                <a:gd name="connsiteY55" fmla="*/ 397174 h 624074"/>
                <a:gd name="connsiteX56" fmla="*/ 314211 w 458764"/>
                <a:gd name="connsiteY56" fmla="*/ 9730 h 624074"/>
                <a:gd name="connsiteX57" fmla="*/ 325659 w 458764"/>
                <a:gd name="connsiteY57" fmla="*/ 10314 h 624074"/>
                <a:gd name="connsiteX58" fmla="*/ 447348 w 458764"/>
                <a:gd name="connsiteY58" fmla="*/ 144521 h 624074"/>
                <a:gd name="connsiteX59" fmla="*/ 337400 w 458764"/>
                <a:gd name="connsiteY59" fmla="*/ 139235 h 624074"/>
                <a:gd name="connsiteX60" fmla="*/ 229690 w 458764"/>
                <a:gd name="connsiteY60" fmla="*/ 75861 h 624074"/>
                <a:gd name="connsiteX61" fmla="*/ 219798 w 458764"/>
                <a:gd name="connsiteY61" fmla="*/ 59190 h 624074"/>
                <a:gd name="connsiteX62" fmla="*/ 314211 w 458764"/>
                <a:gd name="connsiteY62" fmla="*/ 9730 h 624074"/>
                <a:gd name="connsiteX63" fmla="*/ 213441 w 458764"/>
                <a:gd name="connsiteY63" fmla="*/ 69439 h 624074"/>
                <a:gd name="connsiteX64" fmla="*/ 222263 w 458764"/>
                <a:gd name="connsiteY64" fmla="*/ 82153 h 624074"/>
                <a:gd name="connsiteX65" fmla="*/ 229918 w 458764"/>
                <a:gd name="connsiteY65" fmla="*/ 90585 h 624074"/>
                <a:gd name="connsiteX66" fmla="*/ 199365 w 458764"/>
                <a:gd name="connsiteY66" fmla="*/ 149159 h 624074"/>
                <a:gd name="connsiteX67" fmla="*/ 199365 w 458764"/>
                <a:gd name="connsiteY67" fmla="*/ 124445 h 624074"/>
                <a:gd name="connsiteX68" fmla="*/ 213441 w 458764"/>
                <a:gd name="connsiteY68" fmla="*/ 69439 h 624074"/>
                <a:gd name="connsiteX69" fmla="*/ 180230 w 458764"/>
                <a:gd name="connsiteY69" fmla="*/ 385758 h 624074"/>
                <a:gd name="connsiteX70" fmla="*/ 220869 w 458764"/>
                <a:gd name="connsiteY70" fmla="*/ 353227 h 624074"/>
                <a:gd name="connsiteX71" fmla="*/ 305227 w 458764"/>
                <a:gd name="connsiteY71" fmla="*/ 433596 h 624074"/>
                <a:gd name="connsiteX72" fmla="*/ 216977 w 458764"/>
                <a:gd name="connsiteY72" fmla="*/ 496030 h 624074"/>
                <a:gd name="connsiteX73" fmla="*/ 180198 w 458764"/>
                <a:gd name="connsiteY73" fmla="*/ 385725 h 624074"/>
                <a:gd name="connsiteX74" fmla="*/ 314243 w 458764"/>
                <a:gd name="connsiteY74" fmla="*/ 439175 h 624074"/>
                <a:gd name="connsiteX75" fmla="*/ 314243 w 458764"/>
                <a:gd name="connsiteY75" fmla="*/ 439175 h 624074"/>
                <a:gd name="connsiteX76" fmla="*/ 367984 w 458764"/>
                <a:gd name="connsiteY76" fmla="*/ 477186 h 624074"/>
                <a:gd name="connsiteX77" fmla="*/ 341227 w 458764"/>
                <a:gd name="connsiteY77" fmla="*/ 528884 h 624074"/>
                <a:gd name="connsiteX78" fmla="*/ 287291 w 458764"/>
                <a:gd name="connsiteY78" fmla="*/ 528884 h 624074"/>
                <a:gd name="connsiteX79" fmla="*/ 260534 w 458764"/>
                <a:gd name="connsiteY79" fmla="*/ 477154 h 624074"/>
                <a:gd name="connsiteX80" fmla="*/ 314243 w 458764"/>
                <a:gd name="connsiteY80" fmla="*/ 439142 h 62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58764" h="624074">
                  <a:moveTo>
                    <a:pt x="444429" y="397239"/>
                  </a:moveTo>
                  <a:lnTo>
                    <a:pt x="411510" y="496095"/>
                  </a:lnTo>
                  <a:lnTo>
                    <a:pt x="323259" y="433629"/>
                  </a:lnTo>
                  <a:cubicBezTo>
                    <a:pt x="340676" y="423315"/>
                    <a:pt x="386666" y="393996"/>
                    <a:pt x="403044" y="364222"/>
                  </a:cubicBezTo>
                  <a:lnTo>
                    <a:pt x="395358" y="358092"/>
                  </a:lnTo>
                  <a:cubicBezTo>
                    <a:pt x="381898" y="384785"/>
                    <a:pt x="336103" y="415207"/>
                    <a:pt x="314276" y="427661"/>
                  </a:cubicBezTo>
                  <a:cubicBezTo>
                    <a:pt x="288523" y="413034"/>
                    <a:pt x="229301" y="373239"/>
                    <a:pt x="229301" y="344179"/>
                  </a:cubicBezTo>
                  <a:lnTo>
                    <a:pt x="229301" y="334059"/>
                  </a:lnTo>
                  <a:lnTo>
                    <a:pt x="233225" y="314665"/>
                  </a:lnTo>
                  <a:cubicBezTo>
                    <a:pt x="233225" y="314665"/>
                    <a:pt x="233225" y="314665"/>
                    <a:pt x="233225" y="314665"/>
                  </a:cubicBezTo>
                  <a:cubicBezTo>
                    <a:pt x="255021" y="336070"/>
                    <a:pt x="283302" y="349044"/>
                    <a:pt x="314211" y="349044"/>
                  </a:cubicBezTo>
                  <a:cubicBezTo>
                    <a:pt x="341649" y="349044"/>
                    <a:pt x="368082" y="338697"/>
                    <a:pt x="389585" y="319984"/>
                  </a:cubicBezTo>
                  <a:lnTo>
                    <a:pt x="387834" y="308373"/>
                  </a:lnTo>
                  <a:cubicBezTo>
                    <a:pt x="367303" y="328254"/>
                    <a:pt x="341259" y="339314"/>
                    <a:pt x="314211" y="339314"/>
                  </a:cubicBezTo>
                  <a:cubicBezTo>
                    <a:pt x="250869" y="339314"/>
                    <a:pt x="199365" y="279605"/>
                    <a:pt x="199365" y="206209"/>
                  </a:cubicBezTo>
                  <a:lnTo>
                    <a:pt x="199365" y="163073"/>
                  </a:lnTo>
                  <a:cubicBezTo>
                    <a:pt x="217819" y="145462"/>
                    <a:pt x="230729" y="123732"/>
                    <a:pt x="237929" y="98369"/>
                  </a:cubicBezTo>
                  <a:cubicBezTo>
                    <a:pt x="237929" y="98369"/>
                    <a:pt x="237929" y="98369"/>
                    <a:pt x="237961" y="98369"/>
                  </a:cubicBezTo>
                  <a:cubicBezTo>
                    <a:pt x="269486" y="127235"/>
                    <a:pt x="307107" y="141570"/>
                    <a:pt x="335000" y="148640"/>
                  </a:cubicBezTo>
                  <a:cubicBezTo>
                    <a:pt x="358449" y="154576"/>
                    <a:pt x="378979" y="156457"/>
                    <a:pt x="399736" y="156457"/>
                  </a:cubicBezTo>
                  <a:cubicBezTo>
                    <a:pt x="405704" y="156457"/>
                    <a:pt x="411704" y="156294"/>
                    <a:pt x="417769" y="156035"/>
                  </a:cubicBezTo>
                  <a:cubicBezTo>
                    <a:pt x="428180" y="155581"/>
                    <a:pt x="438851" y="154835"/>
                    <a:pt x="450202" y="154024"/>
                  </a:cubicBezTo>
                  <a:cubicBezTo>
                    <a:pt x="450364" y="154024"/>
                    <a:pt x="450558" y="154024"/>
                    <a:pt x="450721" y="154024"/>
                  </a:cubicBezTo>
                  <a:lnTo>
                    <a:pt x="458764" y="153473"/>
                  </a:lnTo>
                  <a:lnTo>
                    <a:pt x="457888" y="148186"/>
                  </a:lnTo>
                  <a:cubicBezTo>
                    <a:pt x="446375" y="79720"/>
                    <a:pt x="401325" y="7524"/>
                    <a:pt x="326632" y="616"/>
                  </a:cubicBezTo>
                  <a:lnTo>
                    <a:pt x="326567" y="616"/>
                  </a:lnTo>
                  <a:cubicBezTo>
                    <a:pt x="322481" y="227"/>
                    <a:pt x="318330" y="0"/>
                    <a:pt x="314211" y="0"/>
                  </a:cubicBezTo>
                  <a:cubicBezTo>
                    <a:pt x="245517" y="0"/>
                    <a:pt x="189635" y="55817"/>
                    <a:pt x="189635" y="124445"/>
                  </a:cubicBezTo>
                  <a:lnTo>
                    <a:pt x="189635" y="206209"/>
                  </a:lnTo>
                  <a:cubicBezTo>
                    <a:pt x="189635" y="244966"/>
                    <a:pt x="203160" y="280123"/>
                    <a:pt x="225053" y="305875"/>
                  </a:cubicBezTo>
                  <a:lnTo>
                    <a:pt x="217431" y="343530"/>
                  </a:lnTo>
                  <a:lnTo>
                    <a:pt x="171927" y="379920"/>
                  </a:lnTo>
                  <a:lnTo>
                    <a:pt x="72650" y="425488"/>
                  </a:lnTo>
                  <a:lnTo>
                    <a:pt x="72228" y="425715"/>
                  </a:lnTo>
                  <a:cubicBezTo>
                    <a:pt x="24325" y="453932"/>
                    <a:pt x="0" y="481467"/>
                    <a:pt x="0" y="553728"/>
                  </a:cubicBezTo>
                  <a:lnTo>
                    <a:pt x="0" y="623589"/>
                  </a:lnTo>
                  <a:lnTo>
                    <a:pt x="9730" y="623589"/>
                  </a:lnTo>
                  <a:lnTo>
                    <a:pt x="9730" y="553728"/>
                  </a:lnTo>
                  <a:cubicBezTo>
                    <a:pt x="9730" y="485878"/>
                    <a:pt x="31395" y="461067"/>
                    <a:pt x="76931" y="434212"/>
                  </a:cubicBezTo>
                  <a:lnTo>
                    <a:pt x="171602" y="390752"/>
                  </a:lnTo>
                  <a:lnTo>
                    <a:pt x="211885" y="511565"/>
                  </a:lnTo>
                  <a:lnTo>
                    <a:pt x="252491" y="482829"/>
                  </a:lnTo>
                  <a:lnTo>
                    <a:pt x="279313" y="534657"/>
                  </a:lnTo>
                  <a:lnTo>
                    <a:pt x="269388" y="624075"/>
                  </a:lnTo>
                  <a:lnTo>
                    <a:pt x="279183" y="624075"/>
                  </a:lnTo>
                  <a:lnTo>
                    <a:pt x="288686" y="538582"/>
                  </a:lnTo>
                  <a:lnTo>
                    <a:pt x="339865" y="538582"/>
                  </a:lnTo>
                  <a:lnTo>
                    <a:pt x="349368" y="624075"/>
                  </a:lnTo>
                  <a:lnTo>
                    <a:pt x="359163" y="624075"/>
                  </a:lnTo>
                  <a:lnTo>
                    <a:pt x="349238" y="534657"/>
                  </a:lnTo>
                  <a:lnTo>
                    <a:pt x="376060" y="482829"/>
                  </a:lnTo>
                  <a:lnTo>
                    <a:pt x="416634" y="511533"/>
                  </a:lnTo>
                  <a:lnTo>
                    <a:pt x="453316" y="401520"/>
                  </a:lnTo>
                  <a:lnTo>
                    <a:pt x="445435" y="397920"/>
                  </a:lnTo>
                  <a:lnTo>
                    <a:pt x="444494" y="397174"/>
                  </a:lnTo>
                  <a:close/>
                  <a:moveTo>
                    <a:pt x="314211" y="9730"/>
                  </a:moveTo>
                  <a:cubicBezTo>
                    <a:pt x="318038" y="9730"/>
                    <a:pt x="321897" y="9924"/>
                    <a:pt x="325659" y="10314"/>
                  </a:cubicBezTo>
                  <a:cubicBezTo>
                    <a:pt x="393347" y="16541"/>
                    <a:pt x="435089" y="81342"/>
                    <a:pt x="447348" y="144521"/>
                  </a:cubicBezTo>
                  <a:cubicBezTo>
                    <a:pt x="406774" y="147408"/>
                    <a:pt x="376903" y="149256"/>
                    <a:pt x="337400" y="139235"/>
                  </a:cubicBezTo>
                  <a:cubicBezTo>
                    <a:pt x="306070" y="131289"/>
                    <a:pt x="261929" y="113872"/>
                    <a:pt x="229690" y="75861"/>
                  </a:cubicBezTo>
                  <a:cubicBezTo>
                    <a:pt x="226187" y="71709"/>
                    <a:pt x="221485" y="65644"/>
                    <a:pt x="219798" y="59190"/>
                  </a:cubicBezTo>
                  <a:cubicBezTo>
                    <a:pt x="240555" y="29319"/>
                    <a:pt x="275129" y="9730"/>
                    <a:pt x="314211" y="9730"/>
                  </a:cubicBezTo>
                  <a:close/>
                  <a:moveTo>
                    <a:pt x="213441" y="69439"/>
                  </a:moveTo>
                  <a:cubicBezTo>
                    <a:pt x="216036" y="74499"/>
                    <a:pt x="219474" y="78877"/>
                    <a:pt x="222263" y="82153"/>
                  </a:cubicBezTo>
                  <a:cubicBezTo>
                    <a:pt x="224728" y="85072"/>
                    <a:pt x="227290" y="87893"/>
                    <a:pt x="229918" y="90585"/>
                  </a:cubicBezTo>
                  <a:cubicBezTo>
                    <a:pt x="224371" y="113191"/>
                    <a:pt x="214122" y="132845"/>
                    <a:pt x="199365" y="149159"/>
                  </a:cubicBezTo>
                  <a:lnTo>
                    <a:pt x="199365" y="124445"/>
                  </a:lnTo>
                  <a:cubicBezTo>
                    <a:pt x="199365" y="104531"/>
                    <a:pt x="204490" y="85785"/>
                    <a:pt x="213441" y="69439"/>
                  </a:cubicBezTo>
                  <a:close/>
                  <a:moveTo>
                    <a:pt x="180230" y="385758"/>
                  </a:moveTo>
                  <a:lnTo>
                    <a:pt x="220869" y="353227"/>
                  </a:lnTo>
                  <a:cubicBezTo>
                    <a:pt x="230079" y="386504"/>
                    <a:pt x="285702" y="422018"/>
                    <a:pt x="305227" y="433596"/>
                  </a:cubicBezTo>
                  <a:lnTo>
                    <a:pt x="216977" y="496030"/>
                  </a:lnTo>
                  <a:lnTo>
                    <a:pt x="180198" y="385725"/>
                  </a:lnTo>
                  <a:close/>
                  <a:moveTo>
                    <a:pt x="314243" y="439175"/>
                  </a:moveTo>
                  <a:lnTo>
                    <a:pt x="314243" y="439175"/>
                  </a:lnTo>
                  <a:cubicBezTo>
                    <a:pt x="314243" y="439175"/>
                    <a:pt x="367984" y="477186"/>
                    <a:pt x="367984" y="477186"/>
                  </a:cubicBezTo>
                  <a:lnTo>
                    <a:pt x="341227" y="528884"/>
                  </a:lnTo>
                  <a:lnTo>
                    <a:pt x="287291" y="528884"/>
                  </a:lnTo>
                  <a:lnTo>
                    <a:pt x="260534" y="477154"/>
                  </a:lnTo>
                  <a:lnTo>
                    <a:pt x="314243" y="439142"/>
                  </a:lnTo>
                  <a:close/>
                </a:path>
              </a:pathLst>
            </a:custGeom>
            <a:grpFill/>
            <a:ln w="3243" cap="flat">
              <a:noFill/>
              <a:prstDash val="solid"/>
              <a:miter/>
            </a:ln>
          </p:spPr>
          <p:txBody>
            <a:bodyPr rtlCol="0" anchor="ctr"/>
            <a:lstStyle/>
            <a:p>
              <a:endParaRPr lang="en-US"/>
            </a:p>
          </p:txBody>
        </p:sp>
        <p:sp>
          <p:nvSpPr>
            <p:cNvPr id="525" name="Freeform: Shape 1086"/>
            <p:cNvSpPr/>
            <p:nvPr/>
          </p:nvSpPr>
          <p:spPr>
            <a:xfrm>
              <a:off x="12401397" y="2760616"/>
              <a:ext cx="251971" cy="469532"/>
            </a:xfrm>
            <a:custGeom>
              <a:avLst/>
              <a:gdLst>
                <a:gd name="connsiteX0" fmla="*/ 251971 w 251971"/>
                <a:gd name="connsiteY0" fmla="*/ 399671 h 469532"/>
                <a:gd name="connsiteX1" fmla="*/ 251971 w 251971"/>
                <a:gd name="connsiteY1" fmla="*/ 469532 h 469532"/>
                <a:gd name="connsiteX2" fmla="*/ 219539 w 251971"/>
                <a:gd name="connsiteY2" fmla="*/ 469532 h 469532"/>
                <a:gd name="connsiteX3" fmla="*/ 219539 w 251971"/>
                <a:gd name="connsiteY3" fmla="*/ 399671 h 469532"/>
                <a:gd name="connsiteX4" fmla="*/ 158435 w 251971"/>
                <a:gd name="connsiteY4" fmla="*/ 290243 h 469532"/>
                <a:gd name="connsiteX5" fmla="*/ 65417 w 251971"/>
                <a:gd name="connsiteY5" fmla="*/ 247528 h 469532"/>
                <a:gd name="connsiteX6" fmla="*/ 57536 w 251971"/>
                <a:gd name="connsiteY6" fmla="*/ 243928 h 469532"/>
                <a:gd name="connsiteX7" fmla="*/ 56595 w 251971"/>
                <a:gd name="connsiteY7" fmla="*/ 243182 h 469532"/>
                <a:gd name="connsiteX8" fmla="*/ 15211 w 251971"/>
                <a:gd name="connsiteY8" fmla="*/ 210166 h 469532"/>
                <a:gd name="connsiteX9" fmla="*/ 7525 w 251971"/>
                <a:gd name="connsiteY9" fmla="*/ 204036 h 469532"/>
                <a:gd name="connsiteX10" fmla="*/ 1752 w 251971"/>
                <a:gd name="connsiteY10" fmla="*/ 165927 h 469532"/>
                <a:gd name="connsiteX11" fmla="*/ 0 w 251971"/>
                <a:gd name="connsiteY11" fmla="*/ 154316 h 469532"/>
                <a:gd name="connsiteX12" fmla="*/ 3341 w 251971"/>
                <a:gd name="connsiteY12" fmla="*/ 149970 h 469532"/>
                <a:gd name="connsiteX13" fmla="*/ 29936 w 251971"/>
                <a:gd name="connsiteY13" fmla="*/ 68304 h 469532"/>
                <a:gd name="connsiteX14" fmla="*/ 29936 w 251971"/>
                <a:gd name="connsiteY14" fmla="*/ 2011 h 469532"/>
                <a:gd name="connsiteX15" fmla="*/ 62369 w 251971"/>
                <a:gd name="connsiteY15" fmla="*/ 0 h 469532"/>
                <a:gd name="connsiteX16" fmla="*/ 62369 w 251971"/>
                <a:gd name="connsiteY16" fmla="*/ 68304 h 469532"/>
                <a:gd name="connsiteX17" fmla="*/ 32433 w 251971"/>
                <a:gd name="connsiteY17" fmla="*/ 165149 h 469532"/>
                <a:gd name="connsiteX18" fmla="*/ 39958 w 251971"/>
                <a:gd name="connsiteY18" fmla="*/ 188468 h 469532"/>
                <a:gd name="connsiteX19" fmla="*/ 74693 w 251971"/>
                <a:gd name="connsiteY19" fmla="*/ 216133 h 469532"/>
                <a:gd name="connsiteX20" fmla="*/ 174197 w 251971"/>
                <a:gd name="connsiteY20" fmla="*/ 261896 h 469532"/>
                <a:gd name="connsiteX21" fmla="*/ 251971 w 251971"/>
                <a:gd name="connsiteY21" fmla="*/ 399671 h 46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971" h="469532">
                  <a:moveTo>
                    <a:pt x="251971" y="399671"/>
                  </a:moveTo>
                  <a:lnTo>
                    <a:pt x="251971" y="469532"/>
                  </a:lnTo>
                  <a:lnTo>
                    <a:pt x="219539" y="469532"/>
                  </a:lnTo>
                  <a:lnTo>
                    <a:pt x="219539" y="399671"/>
                  </a:lnTo>
                  <a:cubicBezTo>
                    <a:pt x="219539" y="336784"/>
                    <a:pt x="201538" y="315735"/>
                    <a:pt x="158435" y="290243"/>
                  </a:cubicBezTo>
                  <a:lnTo>
                    <a:pt x="65417" y="247528"/>
                  </a:lnTo>
                  <a:lnTo>
                    <a:pt x="57536" y="243928"/>
                  </a:lnTo>
                  <a:lnTo>
                    <a:pt x="56595" y="243182"/>
                  </a:lnTo>
                  <a:lnTo>
                    <a:pt x="15211" y="210166"/>
                  </a:lnTo>
                  <a:lnTo>
                    <a:pt x="7525" y="204036"/>
                  </a:lnTo>
                  <a:lnTo>
                    <a:pt x="1752" y="165927"/>
                  </a:lnTo>
                  <a:lnTo>
                    <a:pt x="0" y="154316"/>
                  </a:lnTo>
                  <a:lnTo>
                    <a:pt x="3341" y="149970"/>
                  </a:lnTo>
                  <a:cubicBezTo>
                    <a:pt x="20498" y="127559"/>
                    <a:pt x="29936" y="98434"/>
                    <a:pt x="29936" y="68304"/>
                  </a:cubicBezTo>
                  <a:lnTo>
                    <a:pt x="29936" y="2011"/>
                  </a:lnTo>
                  <a:cubicBezTo>
                    <a:pt x="40346" y="1557"/>
                    <a:pt x="51017" y="811"/>
                    <a:pt x="62369" y="0"/>
                  </a:cubicBezTo>
                  <a:lnTo>
                    <a:pt x="62369" y="68304"/>
                  </a:lnTo>
                  <a:cubicBezTo>
                    <a:pt x="62369" y="103558"/>
                    <a:pt x="51795" y="137840"/>
                    <a:pt x="32433" y="165149"/>
                  </a:cubicBezTo>
                  <a:lnTo>
                    <a:pt x="39958" y="188468"/>
                  </a:lnTo>
                  <a:lnTo>
                    <a:pt x="74693" y="216133"/>
                  </a:lnTo>
                  <a:lnTo>
                    <a:pt x="174197" y="261896"/>
                  </a:lnTo>
                  <a:cubicBezTo>
                    <a:pt x="224663" y="291605"/>
                    <a:pt x="251971" y="322384"/>
                    <a:pt x="251971" y="399671"/>
                  </a:cubicBezTo>
                  <a:close/>
                </a:path>
              </a:pathLst>
            </a:custGeom>
            <a:grpFill/>
            <a:ln w="3243" cap="flat">
              <a:noFill/>
              <a:prstDash val="solid"/>
              <a:miter/>
            </a:ln>
          </p:spPr>
          <p:txBody>
            <a:bodyPr rtlCol="0" anchor="ctr"/>
            <a:lstStyle/>
            <a:p>
              <a:endParaRPr lang="en-US" dirty="0"/>
            </a:p>
          </p:txBody>
        </p:sp>
      </p:grpSp>
      <p:grpSp>
        <p:nvGrpSpPr>
          <p:cNvPr id="526" name="Group 99"/>
          <p:cNvGrpSpPr/>
          <p:nvPr/>
        </p:nvGrpSpPr>
        <p:grpSpPr>
          <a:xfrm>
            <a:off x="10315361" y="1885800"/>
            <a:ext cx="1400279" cy="1400061"/>
            <a:chOff x="881340" y="6498417"/>
            <a:chExt cx="630464" cy="630366"/>
          </a:xfrm>
          <a:solidFill>
            <a:srgbClr val="D9D9D9"/>
          </a:solidFill>
        </p:grpSpPr>
        <p:sp>
          <p:nvSpPr>
            <p:cNvPr id="527" name="Freeform: Shape 858"/>
            <p:cNvSpPr/>
            <p:nvPr/>
          </p:nvSpPr>
          <p:spPr>
            <a:xfrm>
              <a:off x="965990" y="6638041"/>
              <a:ext cx="49881" cy="9729"/>
            </a:xfrm>
            <a:custGeom>
              <a:avLst/>
              <a:gdLst>
                <a:gd name="connsiteX0" fmla="*/ 0 w 49881"/>
                <a:gd name="connsiteY0" fmla="*/ 0 h 9729"/>
                <a:gd name="connsiteX1" fmla="*/ 49882 w 49881"/>
                <a:gd name="connsiteY1" fmla="*/ 0 h 9729"/>
                <a:gd name="connsiteX2" fmla="*/ 49882 w 49881"/>
                <a:gd name="connsiteY2" fmla="*/ 9730 h 9729"/>
                <a:gd name="connsiteX3" fmla="*/ 0 w 49881"/>
                <a:gd name="connsiteY3" fmla="*/ 9730 h 9729"/>
              </a:gdLst>
              <a:ahLst/>
              <a:cxnLst>
                <a:cxn ang="0">
                  <a:pos x="connsiteX0" y="connsiteY0"/>
                </a:cxn>
                <a:cxn ang="0">
                  <a:pos x="connsiteX1" y="connsiteY1"/>
                </a:cxn>
                <a:cxn ang="0">
                  <a:pos x="connsiteX2" y="connsiteY2"/>
                </a:cxn>
                <a:cxn ang="0">
                  <a:pos x="connsiteX3" y="connsiteY3"/>
                </a:cxn>
              </a:cxnLst>
              <a:rect l="l" t="t" r="r" b="b"/>
              <a:pathLst>
                <a:path w="49881" h="9729">
                  <a:moveTo>
                    <a:pt x="0" y="0"/>
                  </a:moveTo>
                  <a:lnTo>
                    <a:pt x="49882" y="0"/>
                  </a:lnTo>
                  <a:lnTo>
                    <a:pt x="49882" y="9730"/>
                  </a:lnTo>
                  <a:lnTo>
                    <a:pt x="0" y="9730"/>
                  </a:lnTo>
                  <a:close/>
                </a:path>
              </a:pathLst>
            </a:custGeom>
            <a:grpFill/>
            <a:ln w="3243" cap="flat">
              <a:noFill/>
              <a:prstDash val="solid"/>
              <a:miter/>
            </a:ln>
          </p:spPr>
          <p:txBody>
            <a:bodyPr rtlCol="0" anchor="ctr"/>
            <a:lstStyle/>
            <a:p>
              <a:endParaRPr lang="en-US"/>
            </a:p>
          </p:txBody>
        </p:sp>
        <p:sp>
          <p:nvSpPr>
            <p:cNvPr id="528" name="Freeform: Shape 859"/>
            <p:cNvSpPr/>
            <p:nvPr/>
          </p:nvSpPr>
          <p:spPr>
            <a:xfrm>
              <a:off x="965990" y="6578202"/>
              <a:ext cx="129666" cy="9729"/>
            </a:xfrm>
            <a:custGeom>
              <a:avLst/>
              <a:gdLst>
                <a:gd name="connsiteX0" fmla="*/ 0 w 129666"/>
                <a:gd name="connsiteY0" fmla="*/ 0 h 9729"/>
                <a:gd name="connsiteX1" fmla="*/ 129667 w 129666"/>
                <a:gd name="connsiteY1" fmla="*/ 0 h 9729"/>
                <a:gd name="connsiteX2" fmla="*/ 129667 w 129666"/>
                <a:gd name="connsiteY2" fmla="*/ 9730 h 9729"/>
                <a:gd name="connsiteX3" fmla="*/ 0 w 129666"/>
                <a:gd name="connsiteY3" fmla="*/ 9730 h 9729"/>
              </a:gdLst>
              <a:ahLst/>
              <a:cxnLst>
                <a:cxn ang="0">
                  <a:pos x="connsiteX0" y="connsiteY0"/>
                </a:cxn>
                <a:cxn ang="0">
                  <a:pos x="connsiteX1" y="connsiteY1"/>
                </a:cxn>
                <a:cxn ang="0">
                  <a:pos x="connsiteX2" y="connsiteY2"/>
                </a:cxn>
                <a:cxn ang="0">
                  <a:pos x="connsiteX3" y="connsiteY3"/>
                </a:cxn>
              </a:cxnLst>
              <a:rect l="l" t="t" r="r" b="b"/>
              <a:pathLst>
                <a:path w="129666" h="9729">
                  <a:moveTo>
                    <a:pt x="0" y="0"/>
                  </a:moveTo>
                  <a:lnTo>
                    <a:pt x="129667" y="0"/>
                  </a:lnTo>
                  <a:lnTo>
                    <a:pt x="129667" y="9730"/>
                  </a:lnTo>
                  <a:lnTo>
                    <a:pt x="0" y="9730"/>
                  </a:lnTo>
                  <a:close/>
                </a:path>
              </a:pathLst>
            </a:custGeom>
            <a:grpFill/>
            <a:ln w="3243" cap="flat">
              <a:noFill/>
              <a:prstDash val="solid"/>
              <a:miter/>
            </a:ln>
          </p:spPr>
          <p:txBody>
            <a:bodyPr rtlCol="0" anchor="ctr"/>
            <a:lstStyle/>
            <a:p>
              <a:endParaRPr lang="en-US"/>
            </a:p>
          </p:txBody>
        </p:sp>
        <p:sp>
          <p:nvSpPr>
            <p:cNvPr id="529" name="Freeform: Shape 860"/>
            <p:cNvSpPr/>
            <p:nvPr/>
          </p:nvSpPr>
          <p:spPr>
            <a:xfrm>
              <a:off x="941147" y="6717826"/>
              <a:ext cx="570657" cy="410957"/>
            </a:xfrm>
            <a:custGeom>
              <a:avLst/>
              <a:gdLst>
                <a:gd name="connsiteX0" fmla="*/ 570657 w 570657"/>
                <a:gd name="connsiteY0" fmla="*/ 347746 h 410957"/>
                <a:gd name="connsiteX1" fmla="*/ 505337 w 570657"/>
                <a:gd name="connsiteY1" fmla="*/ 282426 h 410957"/>
                <a:gd name="connsiteX2" fmla="*/ 518440 w 570657"/>
                <a:gd name="connsiteY2" fmla="*/ 224436 h 410957"/>
                <a:gd name="connsiteX3" fmla="*/ 518440 w 570657"/>
                <a:gd name="connsiteY3" fmla="*/ 224306 h 410957"/>
                <a:gd name="connsiteX4" fmla="*/ 400352 w 570657"/>
                <a:gd name="connsiteY4" fmla="*/ 90780 h 410957"/>
                <a:gd name="connsiteX5" fmla="*/ 383908 w 570657"/>
                <a:gd name="connsiteY5" fmla="*/ 89775 h 410957"/>
                <a:gd name="connsiteX6" fmla="*/ 367919 w 570657"/>
                <a:gd name="connsiteY6" fmla="*/ 90715 h 410957"/>
                <a:gd name="connsiteX7" fmla="*/ 332762 w 570657"/>
                <a:gd name="connsiteY7" fmla="*/ 99829 h 410957"/>
                <a:gd name="connsiteX8" fmla="*/ 332762 w 570657"/>
                <a:gd name="connsiteY8" fmla="*/ 99731 h 410957"/>
                <a:gd name="connsiteX9" fmla="*/ 327864 w 570657"/>
                <a:gd name="connsiteY9" fmla="*/ 101969 h 410957"/>
                <a:gd name="connsiteX10" fmla="*/ 313853 w 570657"/>
                <a:gd name="connsiteY10" fmla="*/ 109526 h 410957"/>
                <a:gd name="connsiteX11" fmla="*/ 170629 w 570657"/>
                <a:gd name="connsiteY11" fmla="*/ 130 h 410957"/>
                <a:gd name="connsiteX12" fmla="*/ 164435 w 570657"/>
                <a:gd name="connsiteY12" fmla="*/ 0 h 410957"/>
                <a:gd name="connsiteX13" fmla="*/ 46573 w 570657"/>
                <a:gd name="connsiteY13" fmla="*/ 49785 h 410957"/>
                <a:gd name="connsiteX14" fmla="*/ 64 w 570657"/>
                <a:gd name="connsiteY14" fmla="*/ 169106 h 410957"/>
                <a:gd name="connsiteX15" fmla="*/ 151915 w 570657"/>
                <a:gd name="connsiteY15" fmla="*/ 328449 h 410957"/>
                <a:gd name="connsiteX16" fmla="*/ 158272 w 570657"/>
                <a:gd name="connsiteY16" fmla="*/ 328805 h 410957"/>
                <a:gd name="connsiteX17" fmla="*/ 163559 w 570657"/>
                <a:gd name="connsiteY17" fmla="*/ 328903 h 410957"/>
                <a:gd name="connsiteX18" fmla="*/ 261701 w 570657"/>
                <a:gd name="connsiteY18" fmla="*/ 290632 h 410957"/>
                <a:gd name="connsiteX19" fmla="*/ 265139 w 570657"/>
                <a:gd name="connsiteY19" fmla="*/ 287583 h 410957"/>
                <a:gd name="connsiteX20" fmla="*/ 265301 w 570657"/>
                <a:gd name="connsiteY20" fmla="*/ 287875 h 410957"/>
                <a:gd name="connsiteX21" fmla="*/ 265398 w 570657"/>
                <a:gd name="connsiteY21" fmla="*/ 288037 h 410957"/>
                <a:gd name="connsiteX22" fmla="*/ 267863 w 570657"/>
                <a:gd name="connsiteY22" fmla="*/ 292416 h 410957"/>
                <a:gd name="connsiteX23" fmla="*/ 267896 w 570657"/>
                <a:gd name="connsiteY23" fmla="*/ 292481 h 410957"/>
                <a:gd name="connsiteX24" fmla="*/ 273474 w 570657"/>
                <a:gd name="connsiteY24" fmla="*/ 301140 h 410957"/>
                <a:gd name="connsiteX25" fmla="*/ 273474 w 570657"/>
                <a:gd name="connsiteY25" fmla="*/ 301140 h 410957"/>
                <a:gd name="connsiteX26" fmla="*/ 276523 w 570657"/>
                <a:gd name="connsiteY26" fmla="*/ 305486 h 410957"/>
                <a:gd name="connsiteX27" fmla="*/ 276620 w 570657"/>
                <a:gd name="connsiteY27" fmla="*/ 305389 h 410957"/>
                <a:gd name="connsiteX28" fmla="*/ 367919 w 570657"/>
                <a:gd name="connsiteY28" fmla="*/ 357800 h 410957"/>
                <a:gd name="connsiteX29" fmla="*/ 383908 w 570657"/>
                <a:gd name="connsiteY29" fmla="*/ 358773 h 410957"/>
                <a:gd name="connsiteX30" fmla="*/ 400352 w 570657"/>
                <a:gd name="connsiteY30" fmla="*/ 357800 h 410957"/>
                <a:gd name="connsiteX31" fmla="*/ 442028 w 570657"/>
                <a:gd name="connsiteY31" fmla="*/ 345638 h 410957"/>
                <a:gd name="connsiteX32" fmla="*/ 507348 w 570657"/>
                <a:gd name="connsiteY32" fmla="*/ 410958 h 410957"/>
                <a:gd name="connsiteX33" fmla="*/ 570657 w 570657"/>
                <a:gd name="connsiteY33" fmla="*/ 347649 h 410957"/>
                <a:gd name="connsiteX34" fmla="*/ 278534 w 570657"/>
                <a:gd name="connsiteY34" fmla="*/ 291021 h 410957"/>
                <a:gd name="connsiteX35" fmla="*/ 277334 w 570657"/>
                <a:gd name="connsiteY35" fmla="*/ 289172 h 410957"/>
                <a:gd name="connsiteX36" fmla="*/ 275290 w 570657"/>
                <a:gd name="connsiteY36" fmla="*/ 285669 h 410957"/>
                <a:gd name="connsiteX37" fmla="*/ 272890 w 570657"/>
                <a:gd name="connsiteY37" fmla="*/ 281194 h 410957"/>
                <a:gd name="connsiteX38" fmla="*/ 271042 w 570657"/>
                <a:gd name="connsiteY38" fmla="*/ 277464 h 410957"/>
                <a:gd name="connsiteX39" fmla="*/ 269031 w 570657"/>
                <a:gd name="connsiteY39" fmla="*/ 272923 h 410957"/>
                <a:gd name="connsiteX40" fmla="*/ 267442 w 570657"/>
                <a:gd name="connsiteY40" fmla="*/ 269064 h 410957"/>
                <a:gd name="connsiteX41" fmla="*/ 265755 w 570657"/>
                <a:gd name="connsiteY41" fmla="*/ 264361 h 410957"/>
                <a:gd name="connsiteX42" fmla="*/ 264458 w 570657"/>
                <a:gd name="connsiteY42" fmla="*/ 260437 h 410957"/>
                <a:gd name="connsiteX43" fmla="*/ 263128 w 570657"/>
                <a:gd name="connsiteY43" fmla="*/ 255539 h 410957"/>
                <a:gd name="connsiteX44" fmla="*/ 262155 w 570657"/>
                <a:gd name="connsiteY44" fmla="*/ 251647 h 410957"/>
                <a:gd name="connsiteX45" fmla="*/ 261150 w 570657"/>
                <a:gd name="connsiteY45" fmla="*/ 246393 h 410957"/>
                <a:gd name="connsiteX46" fmla="*/ 260501 w 570657"/>
                <a:gd name="connsiteY46" fmla="*/ 242663 h 410957"/>
                <a:gd name="connsiteX47" fmla="*/ 259820 w 570657"/>
                <a:gd name="connsiteY47" fmla="*/ 236728 h 410957"/>
                <a:gd name="connsiteX48" fmla="*/ 259496 w 570657"/>
                <a:gd name="connsiteY48" fmla="*/ 233550 h 410957"/>
                <a:gd name="connsiteX49" fmla="*/ 259171 w 570657"/>
                <a:gd name="connsiteY49" fmla="*/ 224566 h 410957"/>
                <a:gd name="connsiteX50" fmla="*/ 259171 w 570657"/>
                <a:gd name="connsiteY50" fmla="*/ 224306 h 410957"/>
                <a:gd name="connsiteX51" fmla="*/ 259171 w 570657"/>
                <a:gd name="connsiteY51" fmla="*/ 223658 h 410957"/>
                <a:gd name="connsiteX52" fmla="*/ 259463 w 570657"/>
                <a:gd name="connsiteY52" fmla="*/ 215420 h 410957"/>
                <a:gd name="connsiteX53" fmla="*/ 259787 w 570657"/>
                <a:gd name="connsiteY53" fmla="*/ 212274 h 410957"/>
                <a:gd name="connsiteX54" fmla="*/ 260404 w 570657"/>
                <a:gd name="connsiteY54" fmla="*/ 206630 h 410957"/>
                <a:gd name="connsiteX55" fmla="*/ 261052 w 570657"/>
                <a:gd name="connsiteY55" fmla="*/ 202998 h 410957"/>
                <a:gd name="connsiteX56" fmla="*/ 261960 w 570657"/>
                <a:gd name="connsiteY56" fmla="*/ 198036 h 410957"/>
                <a:gd name="connsiteX57" fmla="*/ 262933 w 570657"/>
                <a:gd name="connsiteY57" fmla="*/ 194144 h 410957"/>
                <a:gd name="connsiteX58" fmla="*/ 264101 w 570657"/>
                <a:gd name="connsiteY58" fmla="*/ 189570 h 410957"/>
                <a:gd name="connsiteX59" fmla="*/ 265398 w 570657"/>
                <a:gd name="connsiteY59" fmla="*/ 185581 h 410957"/>
                <a:gd name="connsiteX60" fmla="*/ 266825 w 570657"/>
                <a:gd name="connsiteY60" fmla="*/ 181333 h 410957"/>
                <a:gd name="connsiteX61" fmla="*/ 268447 w 570657"/>
                <a:gd name="connsiteY61" fmla="*/ 177311 h 410957"/>
                <a:gd name="connsiteX62" fmla="*/ 270101 w 570657"/>
                <a:gd name="connsiteY62" fmla="*/ 173322 h 410957"/>
                <a:gd name="connsiteX63" fmla="*/ 272047 w 570657"/>
                <a:gd name="connsiteY63" fmla="*/ 169300 h 410957"/>
                <a:gd name="connsiteX64" fmla="*/ 273896 w 570657"/>
                <a:gd name="connsiteY64" fmla="*/ 165603 h 410957"/>
                <a:gd name="connsiteX65" fmla="*/ 276166 w 570657"/>
                <a:gd name="connsiteY65" fmla="*/ 161613 h 410957"/>
                <a:gd name="connsiteX66" fmla="*/ 278209 w 570657"/>
                <a:gd name="connsiteY66" fmla="*/ 158143 h 410957"/>
                <a:gd name="connsiteX67" fmla="*/ 280804 w 570657"/>
                <a:gd name="connsiteY67" fmla="*/ 154219 h 410957"/>
                <a:gd name="connsiteX68" fmla="*/ 283009 w 570657"/>
                <a:gd name="connsiteY68" fmla="*/ 151008 h 410957"/>
                <a:gd name="connsiteX69" fmla="*/ 285896 w 570657"/>
                <a:gd name="connsiteY69" fmla="*/ 147181 h 410957"/>
                <a:gd name="connsiteX70" fmla="*/ 288264 w 570657"/>
                <a:gd name="connsiteY70" fmla="*/ 144229 h 410957"/>
                <a:gd name="connsiteX71" fmla="*/ 291474 w 570657"/>
                <a:gd name="connsiteY71" fmla="*/ 140564 h 410957"/>
                <a:gd name="connsiteX72" fmla="*/ 294004 w 570657"/>
                <a:gd name="connsiteY72" fmla="*/ 137840 h 410957"/>
                <a:gd name="connsiteX73" fmla="*/ 297507 w 570657"/>
                <a:gd name="connsiteY73" fmla="*/ 134337 h 410957"/>
                <a:gd name="connsiteX74" fmla="*/ 300167 w 570657"/>
                <a:gd name="connsiteY74" fmla="*/ 131840 h 410957"/>
                <a:gd name="connsiteX75" fmla="*/ 303961 w 570657"/>
                <a:gd name="connsiteY75" fmla="*/ 128532 h 410957"/>
                <a:gd name="connsiteX76" fmla="*/ 306783 w 570657"/>
                <a:gd name="connsiteY76" fmla="*/ 126229 h 410957"/>
                <a:gd name="connsiteX77" fmla="*/ 310837 w 570657"/>
                <a:gd name="connsiteY77" fmla="*/ 123148 h 410957"/>
                <a:gd name="connsiteX78" fmla="*/ 313821 w 570657"/>
                <a:gd name="connsiteY78" fmla="*/ 121072 h 410957"/>
                <a:gd name="connsiteX79" fmla="*/ 318102 w 570657"/>
                <a:gd name="connsiteY79" fmla="*/ 118250 h 410957"/>
                <a:gd name="connsiteX80" fmla="*/ 321248 w 570657"/>
                <a:gd name="connsiteY80" fmla="*/ 116369 h 410957"/>
                <a:gd name="connsiteX81" fmla="*/ 325756 w 570657"/>
                <a:gd name="connsiteY81" fmla="*/ 113840 h 410957"/>
                <a:gd name="connsiteX82" fmla="*/ 327053 w 570657"/>
                <a:gd name="connsiteY82" fmla="*/ 113191 h 410957"/>
                <a:gd name="connsiteX83" fmla="*/ 334902 w 570657"/>
                <a:gd name="connsiteY83" fmla="*/ 164403 h 410957"/>
                <a:gd name="connsiteX84" fmla="*/ 278501 w 570657"/>
                <a:gd name="connsiteY84" fmla="*/ 290988 h 410957"/>
                <a:gd name="connsiteX85" fmla="*/ 304967 w 570657"/>
                <a:gd name="connsiteY85" fmla="*/ 113515 h 410957"/>
                <a:gd name="connsiteX86" fmla="*/ 305486 w 570657"/>
                <a:gd name="connsiteY86" fmla="*/ 115105 h 410957"/>
                <a:gd name="connsiteX87" fmla="*/ 276199 w 570657"/>
                <a:gd name="connsiteY87" fmla="*/ 143873 h 410957"/>
                <a:gd name="connsiteX88" fmla="*/ 259269 w 570657"/>
                <a:gd name="connsiteY88" fmla="*/ 174100 h 410957"/>
                <a:gd name="connsiteX89" fmla="*/ 169364 w 570657"/>
                <a:gd name="connsiteY89" fmla="*/ 160284 h 410957"/>
                <a:gd name="connsiteX90" fmla="*/ 169364 w 570657"/>
                <a:gd name="connsiteY90" fmla="*/ 9827 h 410957"/>
                <a:gd name="connsiteX91" fmla="*/ 170305 w 570657"/>
                <a:gd name="connsiteY91" fmla="*/ 9827 h 410957"/>
                <a:gd name="connsiteX92" fmla="*/ 304967 w 570657"/>
                <a:gd name="connsiteY92" fmla="*/ 113483 h 410957"/>
                <a:gd name="connsiteX93" fmla="*/ 64638 w 570657"/>
                <a:gd name="connsiteY93" fmla="*/ 46249 h 410957"/>
                <a:gd name="connsiteX94" fmla="*/ 159602 w 570657"/>
                <a:gd name="connsiteY94" fmla="*/ 9860 h 410957"/>
                <a:gd name="connsiteX95" fmla="*/ 159602 w 570657"/>
                <a:gd name="connsiteY95" fmla="*/ 151786 h 410957"/>
                <a:gd name="connsiteX96" fmla="*/ 64638 w 570657"/>
                <a:gd name="connsiteY96" fmla="*/ 46249 h 410957"/>
                <a:gd name="connsiteX97" fmla="*/ 53579 w 570657"/>
                <a:gd name="connsiteY97" fmla="*/ 56563 h 410957"/>
                <a:gd name="connsiteX98" fmla="*/ 57438 w 570657"/>
                <a:gd name="connsiteY98" fmla="*/ 52801 h 410957"/>
                <a:gd name="connsiteX99" fmla="*/ 157624 w 570657"/>
                <a:gd name="connsiteY99" fmla="*/ 164111 h 410957"/>
                <a:gd name="connsiteX100" fmla="*/ 46865 w 570657"/>
                <a:gd name="connsiteY100" fmla="*/ 264199 h 410957"/>
                <a:gd name="connsiteX101" fmla="*/ 9827 w 570657"/>
                <a:gd name="connsiteY101" fmla="*/ 168846 h 410957"/>
                <a:gd name="connsiteX102" fmla="*/ 53579 w 570657"/>
                <a:gd name="connsiteY102" fmla="*/ 56595 h 410957"/>
                <a:gd name="connsiteX103" fmla="*/ 255279 w 570657"/>
                <a:gd name="connsiteY103" fmla="*/ 283367 h 410957"/>
                <a:gd name="connsiteX104" fmla="*/ 158694 w 570657"/>
                <a:gd name="connsiteY104" fmla="*/ 319075 h 410957"/>
                <a:gd name="connsiteX105" fmla="*/ 152726 w 570657"/>
                <a:gd name="connsiteY105" fmla="*/ 318751 h 410957"/>
                <a:gd name="connsiteX106" fmla="*/ 53384 w 570657"/>
                <a:gd name="connsiteY106" fmla="*/ 271432 h 410957"/>
                <a:gd name="connsiteX107" fmla="*/ 166056 w 570657"/>
                <a:gd name="connsiteY107" fmla="*/ 169625 h 410957"/>
                <a:gd name="connsiteX108" fmla="*/ 255896 w 570657"/>
                <a:gd name="connsiteY108" fmla="*/ 183441 h 410957"/>
                <a:gd name="connsiteX109" fmla="*/ 249409 w 570657"/>
                <a:gd name="connsiteY109" fmla="*/ 224306 h 410957"/>
                <a:gd name="connsiteX110" fmla="*/ 260760 w 570657"/>
                <a:gd name="connsiteY110" fmla="*/ 278502 h 410957"/>
                <a:gd name="connsiteX111" fmla="*/ 255279 w 570657"/>
                <a:gd name="connsiteY111" fmla="*/ 283367 h 410957"/>
                <a:gd name="connsiteX112" fmla="*/ 383941 w 570657"/>
                <a:gd name="connsiteY112" fmla="*/ 349108 h 410957"/>
                <a:gd name="connsiteX113" fmla="*/ 284047 w 570657"/>
                <a:gd name="connsiteY113" fmla="*/ 299064 h 410957"/>
                <a:gd name="connsiteX114" fmla="*/ 344665 w 570657"/>
                <a:gd name="connsiteY114" fmla="*/ 164435 h 410957"/>
                <a:gd name="connsiteX115" fmla="*/ 335940 w 570657"/>
                <a:gd name="connsiteY115" fmla="*/ 109105 h 410957"/>
                <a:gd name="connsiteX116" fmla="*/ 383941 w 570657"/>
                <a:gd name="connsiteY116" fmla="*/ 99504 h 410957"/>
                <a:gd name="connsiteX117" fmla="*/ 472158 w 570657"/>
                <a:gd name="connsiteY117" fmla="*/ 136089 h 410957"/>
                <a:gd name="connsiteX118" fmla="*/ 508743 w 570657"/>
                <a:gd name="connsiteY118" fmla="*/ 224306 h 410957"/>
                <a:gd name="connsiteX119" fmla="*/ 472223 w 570657"/>
                <a:gd name="connsiteY119" fmla="*/ 312556 h 410957"/>
                <a:gd name="connsiteX120" fmla="*/ 383941 w 570657"/>
                <a:gd name="connsiteY120" fmla="*/ 349108 h 410957"/>
                <a:gd name="connsiteX121" fmla="*/ 479099 w 570657"/>
                <a:gd name="connsiteY121" fmla="*/ 319432 h 410957"/>
                <a:gd name="connsiteX122" fmla="*/ 500602 w 570657"/>
                <a:gd name="connsiteY122" fmla="*/ 291410 h 410957"/>
                <a:gd name="connsiteX123" fmla="*/ 556938 w 570657"/>
                <a:gd name="connsiteY123" fmla="*/ 347746 h 410957"/>
                <a:gd name="connsiteX124" fmla="*/ 507413 w 570657"/>
                <a:gd name="connsiteY124" fmla="*/ 397271 h 410957"/>
                <a:gd name="connsiteX125" fmla="*/ 451077 w 570657"/>
                <a:gd name="connsiteY125" fmla="*/ 340935 h 410957"/>
                <a:gd name="connsiteX126" fmla="*/ 479132 w 570657"/>
                <a:gd name="connsiteY126" fmla="*/ 319400 h 41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70657" h="410957">
                  <a:moveTo>
                    <a:pt x="570657" y="347746"/>
                  </a:moveTo>
                  <a:lnTo>
                    <a:pt x="505337" y="282426"/>
                  </a:lnTo>
                  <a:cubicBezTo>
                    <a:pt x="513900" y="264555"/>
                    <a:pt x="518440" y="244836"/>
                    <a:pt x="518440" y="224436"/>
                  </a:cubicBezTo>
                  <a:lnTo>
                    <a:pt x="518440" y="224306"/>
                  </a:lnTo>
                  <a:cubicBezTo>
                    <a:pt x="518440" y="155711"/>
                    <a:pt x="466807" y="98921"/>
                    <a:pt x="400352" y="90780"/>
                  </a:cubicBezTo>
                  <a:cubicBezTo>
                    <a:pt x="394968" y="90099"/>
                    <a:pt x="389487" y="89775"/>
                    <a:pt x="383908" y="89775"/>
                  </a:cubicBezTo>
                  <a:cubicBezTo>
                    <a:pt x="378330" y="89775"/>
                    <a:pt x="373173" y="90099"/>
                    <a:pt x="367919" y="90715"/>
                  </a:cubicBezTo>
                  <a:cubicBezTo>
                    <a:pt x="355821" y="92142"/>
                    <a:pt x="344081" y="95191"/>
                    <a:pt x="332762" y="99829"/>
                  </a:cubicBezTo>
                  <a:lnTo>
                    <a:pt x="332762" y="99731"/>
                  </a:lnTo>
                  <a:cubicBezTo>
                    <a:pt x="332762" y="99731"/>
                    <a:pt x="327864" y="101969"/>
                    <a:pt x="327864" y="101969"/>
                  </a:cubicBezTo>
                  <a:cubicBezTo>
                    <a:pt x="322999" y="104207"/>
                    <a:pt x="318361" y="106769"/>
                    <a:pt x="313853" y="109526"/>
                  </a:cubicBezTo>
                  <a:cubicBezTo>
                    <a:pt x="292869" y="46444"/>
                    <a:pt x="235463" y="2530"/>
                    <a:pt x="170629" y="130"/>
                  </a:cubicBezTo>
                  <a:cubicBezTo>
                    <a:pt x="168586" y="65"/>
                    <a:pt x="166510" y="0"/>
                    <a:pt x="164435" y="0"/>
                  </a:cubicBezTo>
                  <a:cubicBezTo>
                    <a:pt x="119645" y="0"/>
                    <a:pt x="77774" y="17676"/>
                    <a:pt x="46573" y="49785"/>
                  </a:cubicBezTo>
                  <a:cubicBezTo>
                    <a:pt x="15340" y="81893"/>
                    <a:pt x="-1168" y="124251"/>
                    <a:pt x="64" y="169106"/>
                  </a:cubicBezTo>
                  <a:cubicBezTo>
                    <a:pt x="2335" y="252166"/>
                    <a:pt x="69049" y="322156"/>
                    <a:pt x="151915" y="328449"/>
                  </a:cubicBezTo>
                  <a:cubicBezTo>
                    <a:pt x="154056" y="328611"/>
                    <a:pt x="156164" y="328740"/>
                    <a:pt x="158272" y="328805"/>
                  </a:cubicBezTo>
                  <a:cubicBezTo>
                    <a:pt x="160024" y="328870"/>
                    <a:pt x="161808" y="328903"/>
                    <a:pt x="163559" y="328903"/>
                  </a:cubicBezTo>
                  <a:cubicBezTo>
                    <a:pt x="199138" y="328903"/>
                    <a:pt x="233809" y="315443"/>
                    <a:pt x="261701" y="290632"/>
                  </a:cubicBezTo>
                  <a:lnTo>
                    <a:pt x="265139" y="287583"/>
                  </a:lnTo>
                  <a:cubicBezTo>
                    <a:pt x="265139" y="287583"/>
                    <a:pt x="265236" y="287778"/>
                    <a:pt x="265301" y="287875"/>
                  </a:cubicBezTo>
                  <a:cubicBezTo>
                    <a:pt x="265301" y="287940"/>
                    <a:pt x="265366" y="287972"/>
                    <a:pt x="265398" y="288037"/>
                  </a:cubicBezTo>
                  <a:cubicBezTo>
                    <a:pt x="266209" y="289497"/>
                    <a:pt x="267020" y="290956"/>
                    <a:pt x="267863" y="292416"/>
                  </a:cubicBezTo>
                  <a:cubicBezTo>
                    <a:pt x="267863" y="292416"/>
                    <a:pt x="267863" y="292481"/>
                    <a:pt x="267896" y="292481"/>
                  </a:cubicBezTo>
                  <a:cubicBezTo>
                    <a:pt x="269647" y="295432"/>
                    <a:pt x="271496" y="298318"/>
                    <a:pt x="273474" y="301140"/>
                  </a:cubicBezTo>
                  <a:cubicBezTo>
                    <a:pt x="273474" y="301140"/>
                    <a:pt x="273474" y="301140"/>
                    <a:pt x="273474" y="301140"/>
                  </a:cubicBezTo>
                  <a:lnTo>
                    <a:pt x="276523" y="305486"/>
                  </a:lnTo>
                  <a:lnTo>
                    <a:pt x="276620" y="305389"/>
                  </a:lnTo>
                  <a:cubicBezTo>
                    <a:pt x="298772" y="334611"/>
                    <a:pt x="331789" y="353519"/>
                    <a:pt x="367919" y="357800"/>
                  </a:cubicBezTo>
                  <a:cubicBezTo>
                    <a:pt x="373206" y="358449"/>
                    <a:pt x="378525" y="358773"/>
                    <a:pt x="383908" y="358773"/>
                  </a:cubicBezTo>
                  <a:cubicBezTo>
                    <a:pt x="389292" y="358773"/>
                    <a:pt x="394936" y="358449"/>
                    <a:pt x="400352" y="357800"/>
                  </a:cubicBezTo>
                  <a:cubicBezTo>
                    <a:pt x="414914" y="356049"/>
                    <a:pt x="428958" y="351930"/>
                    <a:pt x="442028" y="345638"/>
                  </a:cubicBezTo>
                  <a:lnTo>
                    <a:pt x="507348" y="410958"/>
                  </a:lnTo>
                  <a:lnTo>
                    <a:pt x="570657" y="347649"/>
                  </a:lnTo>
                  <a:close/>
                  <a:moveTo>
                    <a:pt x="278534" y="291021"/>
                  </a:moveTo>
                  <a:cubicBezTo>
                    <a:pt x="278145" y="290405"/>
                    <a:pt x="277723" y="289788"/>
                    <a:pt x="277334" y="289172"/>
                  </a:cubicBezTo>
                  <a:cubicBezTo>
                    <a:pt x="276620" y="288005"/>
                    <a:pt x="275939" y="286837"/>
                    <a:pt x="275290" y="285669"/>
                  </a:cubicBezTo>
                  <a:cubicBezTo>
                    <a:pt x="274447" y="284210"/>
                    <a:pt x="273669" y="282718"/>
                    <a:pt x="272890" y="281194"/>
                  </a:cubicBezTo>
                  <a:cubicBezTo>
                    <a:pt x="272242" y="279961"/>
                    <a:pt x="271626" y="278729"/>
                    <a:pt x="271042" y="277464"/>
                  </a:cubicBezTo>
                  <a:cubicBezTo>
                    <a:pt x="270328" y="275972"/>
                    <a:pt x="269680" y="274448"/>
                    <a:pt x="269031" y="272923"/>
                  </a:cubicBezTo>
                  <a:cubicBezTo>
                    <a:pt x="268480" y="271626"/>
                    <a:pt x="267961" y="270361"/>
                    <a:pt x="267442" y="269064"/>
                  </a:cubicBezTo>
                  <a:cubicBezTo>
                    <a:pt x="266858" y="267507"/>
                    <a:pt x="266307" y="265950"/>
                    <a:pt x="265755" y="264361"/>
                  </a:cubicBezTo>
                  <a:cubicBezTo>
                    <a:pt x="265301" y="263064"/>
                    <a:pt x="264879" y="261766"/>
                    <a:pt x="264458" y="260437"/>
                  </a:cubicBezTo>
                  <a:cubicBezTo>
                    <a:pt x="263971" y="258815"/>
                    <a:pt x="263550" y="257161"/>
                    <a:pt x="263128" y="255539"/>
                  </a:cubicBezTo>
                  <a:cubicBezTo>
                    <a:pt x="262804" y="254242"/>
                    <a:pt x="262447" y="252945"/>
                    <a:pt x="262155" y="251647"/>
                  </a:cubicBezTo>
                  <a:cubicBezTo>
                    <a:pt x="261766" y="249929"/>
                    <a:pt x="261474" y="248145"/>
                    <a:pt x="261150" y="246393"/>
                  </a:cubicBezTo>
                  <a:cubicBezTo>
                    <a:pt x="260923" y="245161"/>
                    <a:pt x="260663" y="243896"/>
                    <a:pt x="260501" y="242663"/>
                  </a:cubicBezTo>
                  <a:cubicBezTo>
                    <a:pt x="260209" y="240685"/>
                    <a:pt x="260014" y="238707"/>
                    <a:pt x="259820" y="236728"/>
                  </a:cubicBezTo>
                  <a:cubicBezTo>
                    <a:pt x="259723" y="235658"/>
                    <a:pt x="259560" y="234620"/>
                    <a:pt x="259496" y="233550"/>
                  </a:cubicBezTo>
                  <a:cubicBezTo>
                    <a:pt x="259269" y="230566"/>
                    <a:pt x="259171" y="227582"/>
                    <a:pt x="259171" y="224566"/>
                  </a:cubicBezTo>
                  <a:cubicBezTo>
                    <a:pt x="259171" y="224468"/>
                    <a:pt x="259171" y="224404"/>
                    <a:pt x="259171" y="224306"/>
                  </a:cubicBezTo>
                  <a:cubicBezTo>
                    <a:pt x="259171" y="224079"/>
                    <a:pt x="259171" y="223885"/>
                    <a:pt x="259171" y="223658"/>
                  </a:cubicBezTo>
                  <a:cubicBezTo>
                    <a:pt x="259171" y="220901"/>
                    <a:pt x="259269" y="218144"/>
                    <a:pt x="259463" y="215420"/>
                  </a:cubicBezTo>
                  <a:cubicBezTo>
                    <a:pt x="259528" y="214349"/>
                    <a:pt x="259690" y="213312"/>
                    <a:pt x="259787" y="212274"/>
                  </a:cubicBezTo>
                  <a:cubicBezTo>
                    <a:pt x="259982" y="210393"/>
                    <a:pt x="260144" y="208512"/>
                    <a:pt x="260404" y="206630"/>
                  </a:cubicBezTo>
                  <a:cubicBezTo>
                    <a:pt x="260566" y="205398"/>
                    <a:pt x="260825" y="204198"/>
                    <a:pt x="261052" y="202998"/>
                  </a:cubicBezTo>
                  <a:cubicBezTo>
                    <a:pt x="261344" y="201344"/>
                    <a:pt x="261604" y="199657"/>
                    <a:pt x="261960" y="198036"/>
                  </a:cubicBezTo>
                  <a:cubicBezTo>
                    <a:pt x="262252" y="196738"/>
                    <a:pt x="262609" y="195441"/>
                    <a:pt x="262933" y="194144"/>
                  </a:cubicBezTo>
                  <a:cubicBezTo>
                    <a:pt x="263323" y="192619"/>
                    <a:pt x="263679" y="191095"/>
                    <a:pt x="264101" y="189570"/>
                  </a:cubicBezTo>
                  <a:cubicBezTo>
                    <a:pt x="264490" y="188241"/>
                    <a:pt x="264944" y="186911"/>
                    <a:pt x="265398" y="185581"/>
                  </a:cubicBezTo>
                  <a:cubicBezTo>
                    <a:pt x="265852" y="184154"/>
                    <a:pt x="266307" y="182727"/>
                    <a:pt x="266825" y="181333"/>
                  </a:cubicBezTo>
                  <a:cubicBezTo>
                    <a:pt x="267312" y="179970"/>
                    <a:pt x="267896" y="178641"/>
                    <a:pt x="268447" y="177311"/>
                  </a:cubicBezTo>
                  <a:cubicBezTo>
                    <a:pt x="268998" y="175981"/>
                    <a:pt x="269517" y="174651"/>
                    <a:pt x="270101" y="173322"/>
                  </a:cubicBezTo>
                  <a:cubicBezTo>
                    <a:pt x="270717" y="171960"/>
                    <a:pt x="271366" y="170630"/>
                    <a:pt x="272047" y="169300"/>
                  </a:cubicBezTo>
                  <a:cubicBezTo>
                    <a:pt x="272663" y="168067"/>
                    <a:pt x="273247" y="166803"/>
                    <a:pt x="273896" y="165603"/>
                  </a:cubicBezTo>
                  <a:cubicBezTo>
                    <a:pt x="274609" y="164241"/>
                    <a:pt x="275388" y="162943"/>
                    <a:pt x="276166" y="161613"/>
                  </a:cubicBezTo>
                  <a:cubicBezTo>
                    <a:pt x="276847" y="160446"/>
                    <a:pt x="277496" y="159278"/>
                    <a:pt x="278209" y="158143"/>
                  </a:cubicBezTo>
                  <a:cubicBezTo>
                    <a:pt x="279053" y="156813"/>
                    <a:pt x="279928" y="155516"/>
                    <a:pt x="280804" y="154219"/>
                  </a:cubicBezTo>
                  <a:cubicBezTo>
                    <a:pt x="281550" y="153148"/>
                    <a:pt x="282264" y="152078"/>
                    <a:pt x="283009" y="151008"/>
                  </a:cubicBezTo>
                  <a:cubicBezTo>
                    <a:pt x="283950" y="149711"/>
                    <a:pt x="284923" y="148446"/>
                    <a:pt x="285896" y="147181"/>
                  </a:cubicBezTo>
                  <a:cubicBezTo>
                    <a:pt x="286674" y="146175"/>
                    <a:pt x="287453" y="145202"/>
                    <a:pt x="288264" y="144229"/>
                  </a:cubicBezTo>
                  <a:cubicBezTo>
                    <a:pt x="289301" y="142964"/>
                    <a:pt x="290372" y="141764"/>
                    <a:pt x="291474" y="140564"/>
                  </a:cubicBezTo>
                  <a:cubicBezTo>
                    <a:pt x="292318" y="139657"/>
                    <a:pt x="293129" y="138716"/>
                    <a:pt x="294004" y="137840"/>
                  </a:cubicBezTo>
                  <a:cubicBezTo>
                    <a:pt x="295139" y="136640"/>
                    <a:pt x="296339" y="135473"/>
                    <a:pt x="297507" y="134337"/>
                  </a:cubicBezTo>
                  <a:cubicBezTo>
                    <a:pt x="298383" y="133494"/>
                    <a:pt x="299258" y="132651"/>
                    <a:pt x="300167" y="131840"/>
                  </a:cubicBezTo>
                  <a:cubicBezTo>
                    <a:pt x="301399" y="130705"/>
                    <a:pt x="302664" y="129602"/>
                    <a:pt x="303961" y="128532"/>
                  </a:cubicBezTo>
                  <a:cubicBezTo>
                    <a:pt x="304902" y="127753"/>
                    <a:pt x="305810" y="126975"/>
                    <a:pt x="306783" y="126229"/>
                  </a:cubicBezTo>
                  <a:cubicBezTo>
                    <a:pt x="308113" y="125191"/>
                    <a:pt x="309475" y="124153"/>
                    <a:pt x="310837" y="123148"/>
                  </a:cubicBezTo>
                  <a:cubicBezTo>
                    <a:pt x="311810" y="122434"/>
                    <a:pt x="312815" y="121753"/>
                    <a:pt x="313821" y="121072"/>
                  </a:cubicBezTo>
                  <a:cubicBezTo>
                    <a:pt x="315248" y="120099"/>
                    <a:pt x="316675" y="119159"/>
                    <a:pt x="318102" y="118250"/>
                  </a:cubicBezTo>
                  <a:cubicBezTo>
                    <a:pt x="319140" y="117602"/>
                    <a:pt x="320178" y="116986"/>
                    <a:pt x="321248" y="116369"/>
                  </a:cubicBezTo>
                  <a:cubicBezTo>
                    <a:pt x="322740" y="115494"/>
                    <a:pt x="324232" y="114650"/>
                    <a:pt x="325756" y="113840"/>
                  </a:cubicBezTo>
                  <a:cubicBezTo>
                    <a:pt x="326178" y="113613"/>
                    <a:pt x="326632" y="113418"/>
                    <a:pt x="327053" y="113191"/>
                  </a:cubicBezTo>
                  <a:cubicBezTo>
                    <a:pt x="332243" y="129699"/>
                    <a:pt x="334902" y="146889"/>
                    <a:pt x="334902" y="164403"/>
                  </a:cubicBezTo>
                  <a:cubicBezTo>
                    <a:pt x="334902" y="212890"/>
                    <a:pt x="314405" y="258685"/>
                    <a:pt x="278501" y="290988"/>
                  </a:cubicBezTo>
                  <a:close/>
                  <a:moveTo>
                    <a:pt x="304967" y="113515"/>
                  </a:moveTo>
                  <a:lnTo>
                    <a:pt x="305486" y="115105"/>
                  </a:lnTo>
                  <a:cubicBezTo>
                    <a:pt x="294231" y="123213"/>
                    <a:pt x="284339" y="132910"/>
                    <a:pt x="276199" y="143873"/>
                  </a:cubicBezTo>
                  <a:cubicBezTo>
                    <a:pt x="269290" y="153148"/>
                    <a:pt x="263615" y="163332"/>
                    <a:pt x="259269" y="174100"/>
                  </a:cubicBezTo>
                  <a:lnTo>
                    <a:pt x="169364" y="160284"/>
                  </a:lnTo>
                  <a:lnTo>
                    <a:pt x="169364" y="9827"/>
                  </a:lnTo>
                  <a:cubicBezTo>
                    <a:pt x="169689" y="9827"/>
                    <a:pt x="170013" y="9827"/>
                    <a:pt x="170305" y="9827"/>
                  </a:cubicBezTo>
                  <a:cubicBezTo>
                    <a:pt x="231409" y="12097"/>
                    <a:pt x="285507" y="53741"/>
                    <a:pt x="304967" y="113483"/>
                  </a:cubicBezTo>
                  <a:close/>
                  <a:moveTo>
                    <a:pt x="64638" y="46249"/>
                  </a:moveTo>
                  <a:cubicBezTo>
                    <a:pt x="91266" y="23644"/>
                    <a:pt x="124380" y="10930"/>
                    <a:pt x="159602" y="9860"/>
                  </a:cubicBezTo>
                  <a:lnTo>
                    <a:pt x="159602" y="151786"/>
                  </a:lnTo>
                  <a:lnTo>
                    <a:pt x="64638" y="46249"/>
                  </a:lnTo>
                  <a:close/>
                  <a:moveTo>
                    <a:pt x="53579" y="56563"/>
                  </a:moveTo>
                  <a:cubicBezTo>
                    <a:pt x="54844" y="55266"/>
                    <a:pt x="56141" y="54033"/>
                    <a:pt x="57438" y="52801"/>
                  </a:cubicBezTo>
                  <a:lnTo>
                    <a:pt x="157624" y="164111"/>
                  </a:lnTo>
                  <a:lnTo>
                    <a:pt x="46865" y="264199"/>
                  </a:lnTo>
                  <a:cubicBezTo>
                    <a:pt x="24649" y="238090"/>
                    <a:pt x="10832" y="204782"/>
                    <a:pt x="9827" y="168846"/>
                  </a:cubicBezTo>
                  <a:cubicBezTo>
                    <a:pt x="8659" y="126651"/>
                    <a:pt x="24194" y="86791"/>
                    <a:pt x="53579" y="56595"/>
                  </a:cubicBezTo>
                  <a:close/>
                  <a:moveTo>
                    <a:pt x="255279" y="283367"/>
                  </a:moveTo>
                  <a:cubicBezTo>
                    <a:pt x="227873" y="307691"/>
                    <a:pt x="193527" y="320405"/>
                    <a:pt x="158694" y="319075"/>
                  </a:cubicBezTo>
                  <a:cubicBezTo>
                    <a:pt x="156716" y="319011"/>
                    <a:pt x="154705" y="318881"/>
                    <a:pt x="152726" y="318751"/>
                  </a:cubicBezTo>
                  <a:cubicBezTo>
                    <a:pt x="114001" y="315800"/>
                    <a:pt x="79039" y="298091"/>
                    <a:pt x="53384" y="271432"/>
                  </a:cubicBezTo>
                  <a:lnTo>
                    <a:pt x="166056" y="169625"/>
                  </a:lnTo>
                  <a:lnTo>
                    <a:pt x="255896" y="183441"/>
                  </a:lnTo>
                  <a:cubicBezTo>
                    <a:pt x="251712" y="196479"/>
                    <a:pt x="249409" y="210198"/>
                    <a:pt x="249409" y="224306"/>
                  </a:cubicBezTo>
                  <a:cubicBezTo>
                    <a:pt x="249409" y="243215"/>
                    <a:pt x="253301" y="261572"/>
                    <a:pt x="260760" y="278502"/>
                  </a:cubicBezTo>
                  <a:lnTo>
                    <a:pt x="255279" y="283367"/>
                  </a:lnTo>
                  <a:close/>
                  <a:moveTo>
                    <a:pt x="383941" y="349108"/>
                  </a:moveTo>
                  <a:cubicBezTo>
                    <a:pt x="344567" y="349108"/>
                    <a:pt x="307594" y="330459"/>
                    <a:pt x="284047" y="299064"/>
                  </a:cubicBezTo>
                  <a:cubicBezTo>
                    <a:pt x="322578" y="264880"/>
                    <a:pt x="344665" y="216101"/>
                    <a:pt x="344665" y="164435"/>
                  </a:cubicBezTo>
                  <a:cubicBezTo>
                    <a:pt x="344665" y="145494"/>
                    <a:pt x="341713" y="126910"/>
                    <a:pt x="335940" y="109105"/>
                  </a:cubicBezTo>
                  <a:cubicBezTo>
                    <a:pt x="351184" y="102748"/>
                    <a:pt x="367303" y="99504"/>
                    <a:pt x="383941" y="99504"/>
                  </a:cubicBezTo>
                  <a:cubicBezTo>
                    <a:pt x="418352" y="99504"/>
                    <a:pt x="449553" y="113515"/>
                    <a:pt x="472158" y="136089"/>
                  </a:cubicBezTo>
                  <a:cubicBezTo>
                    <a:pt x="494764" y="158695"/>
                    <a:pt x="508743" y="189895"/>
                    <a:pt x="508743" y="224306"/>
                  </a:cubicBezTo>
                  <a:cubicBezTo>
                    <a:pt x="508775" y="257648"/>
                    <a:pt x="495802" y="288978"/>
                    <a:pt x="472223" y="312556"/>
                  </a:cubicBezTo>
                  <a:cubicBezTo>
                    <a:pt x="448645" y="336135"/>
                    <a:pt x="417282" y="349108"/>
                    <a:pt x="383941" y="349108"/>
                  </a:cubicBezTo>
                  <a:close/>
                  <a:moveTo>
                    <a:pt x="479099" y="319432"/>
                  </a:moveTo>
                  <a:cubicBezTo>
                    <a:pt x="487564" y="310967"/>
                    <a:pt x="494732" y="301529"/>
                    <a:pt x="500602" y="291410"/>
                  </a:cubicBezTo>
                  <a:lnTo>
                    <a:pt x="556938" y="347746"/>
                  </a:lnTo>
                  <a:lnTo>
                    <a:pt x="507413" y="397271"/>
                  </a:lnTo>
                  <a:lnTo>
                    <a:pt x="451077" y="340935"/>
                  </a:lnTo>
                  <a:cubicBezTo>
                    <a:pt x="461196" y="335097"/>
                    <a:pt x="470634" y="327897"/>
                    <a:pt x="479132" y="319400"/>
                  </a:cubicBezTo>
                  <a:close/>
                </a:path>
              </a:pathLst>
            </a:custGeom>
            <a:grpFill/>
            <a:ln w="3243" cap="flat">
              <a:noFill/>
              <a:prstDash val="solid"/>
              <a:miter/>
            </a:ln>
          </p:spPr>
          <p:txBody>
            <a:bodyPr rtlCol="0" anchor="ctr"/>
            <a:lstStyle/>
            <a:p>
              <a:endParaRPr lang="en-US"/>
            </a:p>
          </p:txBody>
        </p:sp>
        <p:sp>
          <p:nvSpPr>
            <p:cNvPr id="530" name="Freeform: Shape 861"/>
            <p:cNvSpPr/>
            <p:nvPr/>
          </p:nvSpPr>
          <p:spPr>
            <a:xfrm>
              <a:off x="1157507" y="6508147"/>
              <a:ext cx="151526" cy="151494"/>
            </a:xfrm>
            <a:custGeom>
              <a:avLst/>
              <a:gdLst>
                <a:gd name="connsiteX0" fmla="*/ 151527 w 151526"/>
                <a:gd name="connsiteY0" fmla="*/ 151495 h 151494"/>
                <a:gd name="connsiteX1" fmla="*/ 141797 w 151526"/>
                <a:gd name="connsiteY1" fmla="*/ 141765 h 151494"/>
                <a:gd name="connsiteX2" fmla="*/ 9730 w 151526"/>
                <a:gd name="connsiteY2" fmla="*/ 141765 h 151494"/>
                <a:gd name="connsiteX3" fmla="*/ 9730 w 151526"/>
                <a:gd name="connsiteY3" fmla="*/ 9730 h 151494"/>
                <a:gd name="connsiteX4" fmla="*/ 0 w 151526"/>
                <a:gd name="connsiteY4" fmla="*/ 0 h 151494"/>
                <a:gd name="connsiteX5" fmla="*/ 0 w 151526"/>
                <a:gd name="connsiteY5" fmla="*/ 151495 h 151494"/>
                <a:gd name="connsiteX6" fmla="*/ 151527 w 151526"/>
                <a:gd name="connsiteY6" fmla="*/ 151495 h 15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526" h="151494">
                  <a:moveTo>
                    <a:pt x="151527" y="151495"/>
                  </a:moveTo>
                  <a:lnTo>
                    <a:pt x="141797" y="141765"/>
                  </a:lnTo>
                  <a:lnTo>
                    <a:pt x="9730" y="141765"/>
                  </a:lnTo>
                  <a:lnTo>
                    <a:pt x="9730" y="9730"/>
                  </a:lnTo>
                  <a:lnTo>
                    <a:pt x="0" y="0"/>
                  </a:lnTo>
                  <a:lnTo>
                    <a:pt x="0" y="151495"/>
                  </a:lnTo>
                  <a:lnTo>
                    <a:pt x="151527" y="151495"/>
                  </a:lnTo>
                  <a:close/>
                </a:path>
              </a:pathLst>
            </a:custGeom>
            <a:grpFill/>
            <a:ln w="3243" cap="flat">
              <a:noFill/>
              <a:prstDash val="solid"/>
              <a:miter/>
            </a:ln>
          </p:spPr>
          <p:txBody>
            <a:bodyPr rtlCol="0" anchor="ctr"/>
            <a:lstStyle/>
            <a:p>
              <a:endParaRPr lang="en-US"/>
            </a:p>
          </p:txBody>
        </p:sp>
        <p:sp>
          <p:nvSpPr>
            <p:cNvPr id="531" name="Freeform: Shape 862"/>
            <p:cNvSpPr/>
            <p:nvPr/>
          </p:nvSpPr>
          <p:spPr>
            <a:xfrm>
              <a:off x="881340" y="6498417"/>
              <a:ext cx="427725" cy="628453"/>
            </a:xfrm>
            <a:custGeom>
              <a:avLst/>
              <a:gdLst>
                <a:gd name="connsiteX0" fmla="*/ 9730 w 427725"/>
                <a:gd name="connsiteY0" fmla="*/ 9730 h 628453"/>
                <a:gd name="connsiteX1" fmla="*/ 276167 w 427725"/>
                <a:gd name="connsiteY1" fmla="*/ 9730 h 628453"/>
                <a:gd name="connsiteX2" fmla="*/ 266437 w 427725"/>
                <a:gd name="connsiteY2" fmla="*/ 0 h 628453"/>
                <a:gd name="connsiteX3" fmla="*/ 0 w 427725"/>
                <a:gd name="connsiteY3" fmla="*/ 0 h 628453"/>
                <a:gd name="connsiteX4" fmla="*/ 0 w 427725"/>
                <a:gd name="connsiteY4" fmla="*/ 628454 h 628453"/>
                <a:gd name="connsiteX5" fmla="*/ 427726 w 427725"/>
                <a:gd name="connsiteY5" fmla="*/ 628454 h 628453"/>
                <a:gd name="connsiteX6" fmla="*/ 427726 w 427725"/>
                <a:gd name="connsiteY6" fmla="*/ 618724 h 628453"/>
                <a:gd name="connsiteX7" fmla="*/ 9730 w 427725"/>
                <a:gd name="connsiteY7" fmla="*/ 618724 h 628453"/>
                <a:gd name="connsiteX8" fmla="*/ 9730 w 427725"/>
                <a:gd name="connsiteY8" fmla="*/ 9730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7725" h="628453">
                  <a:moveTo>
                    <a:pt x="9730" y="9730"/>
                  </a:moveTo>
                  <a:lnTo>
                    <a:pt x="276167" y="9730"/>
                  </a:lnTo>
                  <a:lnTo>
                    <a:pt x="266437" y="0"/>
                  </a:lnTo>
                  <a:lnTo>
                    <a:pt x="0" y="0"/>
                  </a:lnTo>
                  <a:lnTo>
                    <a:pt x="0" y="628454"/>
                  </a:lnTo>
                  <a:lnTo>
                    <a:pt x="427726" y="628454"/>
                  </a:lnTo>
                  <a:lnTo>
                    <a:pt x="427726" y="618724"/>
                  </a:lnTo>
                  <a:lnTo>
                    <a:pt x="9730" y="618724"/>
                  </a:lnTo>
                  <a:lnTo>
                    <a:pt x="9730" y="9730"/>
                  </a:lnTo>
                  <a:close/>
                </a:path>
              </a:pathLst>
            </a:custGeom>
            <a:grpFill/>
            <a:ln w="3243" cap="flat">
              <a:noFill/>
              <a:prstDash val="solid"/>
              <a:miter/>
            </a:ln>
          </p:spPr>
          <p:txBody>
            <a:bodyPr rtlCol="0" anchor="ctr"/>
            <a:lstStyle/>
            <a:p>
              <a:endParaRPr lang="en-US"/>
            </a:p>
          </p:txBody>
        </p:sp>
        <p:sp>
          <p:nvSpPr>
            <p:cNvPr id="532" name="Freeform: Shape 1058"/>
            <p:cNvSpPr/>
            <p:nvPr/>
          </p:nvSpPr>
          <p:spPr>
            <a:xfrm>
              <a:off x="1147777" y="6498417"/>
              <a:ext cx="193722" cy="310188"/>
            </a:xfrm>
            <a:custGeom>
              <a:avLst/>
              <a:gdLst>
                <a:gd name="connsiteX0" fmla="*/ 45893 w 193722"/>
                <a:gd name="connsiteY0" fmla="*/ 0 h 310188"/>
                <a:gd name="connsiteX1" fmla="*/ 0 w 193722"/>
                <a:gd name="connsiteY1" fmla="*/ 0 h 310188"/>
                <a:gd name="connsiteX2" fmla="*/ 19460 w 193722"/>
                <a:gd name="connsiteY2" fmla="*/ 19460 h 310188"/>
                <a:gd name="connsiteX3" fmla="*/ 151527 w 193722"/>
                <a:gd name="connsiteY3" fmla="*/ 151495 h 310188"/>
                <a:gd name="connsiteX4" fmla="*/ 161289 w 193722"/>
                <a:gd name="connsiteY4" fmla="*/ 161257 h 310188"/>
                <a:gd name="connsiteX5" fmla="*/ 161289 w 193722"/>
                <a:gd name="connsiteY5" fmla="*/ 310124 h 310188"/>
                <a:gd name="connsiteX6" fmla="*/ 177279 w 193722"/>
                <a:gd name="connsiteY6" fmla="*/ 309184 h 310188"/>
                <a:gd name="connsiteX7" fmla="*/ 193722 w 193722"/>
                <a:gd name="connsiteY7" fmla="*/ 310189 h 310188"/>
                <a:gd name="connsiteX8" fmla="*/ 193722 w 193722"/>
                <a:gd name="connsiteY8" fmla="*/ 147830 h 310188"/>
                <a:gd name="connsiteX9" fmla="*/ 45893 w 193722"/>
                <a:gd name="connsiteY9" fmla="*/ 0 h 31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722" h="310188">
                  <a:moveTo>
                    <a:pt x="45893" y="0"/>
                  </a:moveTo>
                  <a:lnTo>
                    <a:pt x="0" y="0"/>
                  </a:lnTo>
                  <a:lnTo>
                    <a:pt x="19460" y="19460"/>
                  </a:lnTo>
                  <a:lnTo>
                    <a:pt x="151527" y="151495"/>
                  </a:lnTo>
                  <a:lnTo>
                    <a:pt x="161289" y="161257"/>
                  </a:lnTo>
                  <a:lnTo>
                    <a:pt x="161289" y="310124"/>
                  </a:lnTo>
                  <a:cubicBezTo>
                    <a:pt x="166543" y="309508"/>
                    <a:pt x="171895" y="309184"/>
                    <a:pt x="177279" y="309184"/>
                  </a:cubicBezTo>
                  <a:cubicBezTo>
                    <a:pt x="182662" y="309184"/>
                    <a:pt x="188338" y="309508"/>
                    <a:pt x="193722" y="310189"/>
                  </a:cubicBezTo>
                  <a:lnTo>
                    <a:pt x="193722" y="147830"/>
                  </a:lnTo>
                  <a:lnTo>
                    <a:pt x="45893" y="0"/>
                  </a:lnTo>
                  <a:close/>
                </a:path>
              </a:pathLst>
            </a:custGeom>
            <a:grpFill/>
            <a:ln w="3243" cap="flat">
              <a:noFill/>
              <a:prstDash val="solid"/>
              <a:miter/>
            </a:ln>
          </p:spPr>
          <p:txBody>
            <a:bodyPr rtlCol="0" anchor="ctr"/>
            <a:lstStyle/>
            <a:p>
              <a:endParaRPr lang="en-US" dirty="0"/>
            </a:p>
          </p:txBody>
        </p:sp>
        <p:sp>
          <p:nvSpPr>
            <p:cNvPr id="533" name="Freeform: Shape 1059"/>
            <p:cNvSpPr/>
            <p:nvPr/>
          </p:nvSpPr>
          <p:spPr>
            <a:xfrm>
              <a:off x="1309066" y="7075691"/>
              <a:ext cx="32432" cy="51179"/>
            </a:xfrm>
            <a:custGeom>
              <a:avLst/>
              <a:gdLst>
                <a:gd name="connsiteX0" fmla="*/ 0 w 32432"/>
                <a:gd name="connsiteY0" fmla="*/ 0 h 51179"/>
                <a:gd name="connsiteX1" fmla="*/ 0 w 32432"/>
                <a:gd name="connsiteY1" fmla="*/ 51179 h 51179"/>
                <a:gd name="connsiteX2" fmla="*/ 32433 w 32432"/>
                <a:gd name="connsiteY2" fmla="*/ 51179 h 51179"/>
                <a:gd name="connsiteX3" fmla="*/ 32433 w 32432"/>
                <a:gd name="connsiteY3" fmla="*/ 0 h 51179"/>
                <a:gd name="connsiteX4" fmla="*/ 15989 w 32432"/>
                <a:gd name="connsiteY4" fmla="*/ 973 h 51179"/>
                <a:gd name="connsiteX5" fmla="*/ 0 w 32432"/>
                <a:gd name="connsiteY5" fmla="*/ 0 h 5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32" h="51179">
                  <a:moveTo>
                    <a:pt x="0" y="0"/>
                  </a:moveTo>
                  <a:lnTo>
                    <a:pt x="0" y="51179"/>
                  </a:lnTo>
                  <a:lnTo>
                    <a:pt x="32433" y="51179"/>
                  </a:lnTo>
                  <a:lnTo>
                    <a:pt x="32433" y="0"/>
                  </a:lnTo>
                  <a:cubicBezTo>
                    <a:pt x="27017" y="649"/>
                    <a:pt x="21535" y="973"/>
                    <a:pt x="15989" y="973"/>
                  </a:cubicBezTo>
                  <a:cubicBezTo>
                    <a:pt x="10443" y="973"/>
                    <a:pt x="5287" y="649"/>
                    <a:pt x="0" y="0"/>
                  </a:cubicBezTo>
                  <a:close/>
                </a:path>
              </a:pathLst>
            </a:custGeom>
            <a:grpFill/>
            <a:ln w="3243" cap="flat">
              <a:noFill/>
              <a:prstDash val="solid"/>
              <a:miter/>
            </a:ln>
          </p:spPr>
          <p:txBody>
            <a:bodyPr rtlCol="0" anchor="ctr"/>
            <a:lstStyle/>
            <a:p>
              <a:endParaRPr lang="en-US"/>
            </a:p>
          </p:txBody>
        </p:sp>
      </p:grpSp>
      <p:grpSp>
        <p:nvGrpSpPr>
          <p:cNvPr id="534" name="Group 1208"/>
          <p:cNvGrpSpPr/>
          <p:nvPr/>
        </p:nvGrpSpPr>
        <p:grpSpPr>
          <a:xfrm>
            <a:off x="8519946" y="3972808"/>
            <a:ext cx="1596580" cy="1581358"/>
            <a:chOff x="1990962" y="2623907"/>
            <a:chExt cx="564596" cy="559213"/>
          </a:xfrm>
          <a:solidFill>
            <a:srgbClr val="D9D9D9"/>
          </a:solidFill>
        </p:grpSpPr>
        <p:sp>
          <p:nvSpPr>
            <p:cNvPr id="535" name="Freeform: Shape 1123"/>
            <p:cNvSpPr/>
            <p:nvPr/>
          </p:nvSpPr>
          <p:spPr>
            <a:xfrm>
              <a:off x="2148211" y="2762700"/>
              <a:ext cx="125866" cy="203267"/>
            </a:xfrm>
            <a:custGeom>
              <a:avLst/>
              <a:gdLst>
                <a:gd name="connsiteX0" fmla="*/ 58067 w 125866"/>
                <a:gd name="connsiteY0" fmla="*/ 178905 h 203267"/>
                <a:gd name="connsiteX1" fmla="*/ 58067 w 125866"/>
                <a:gd name="connsiteY1" fmla="*/ 203268 h 203267"/>
                <a:gd name="connsiteX2" fmla="*/ 67799 w 125866"/>
                <a:gd name="connsiteY2" fmla="*/ 203268 h 203267"/>
                <a:gd name="connsiteX3" fmla="*/ 67799 w 125866"/>
                <a:gd name="connsiteY3" fmla="*/ 178905 h 203267"/>
                <a:gd name="connsiteX4" fmla="*/ 125866 w 125866"/>
                <a:gd name="connsiteY4" fmla="*/ 130668 h 203267"/>
                <a:gd name="connsiteX5" fmla="*/ 63744 w 125866"/>
                <a:gd name="connsiteY5" fmla="*/ 82332 h 203267"/>
                <a:gd name="connsiteX6" fmla="*/ 24233 w 125866"/>
                <a:gd name="connsiteY6" fmla="*/ 58100 h 203267"/>
                <a:gd name="connsiteX7" fmla="*/ 62933 w 125866"/>
                <a:gd name="connsiteY7" fmla="*/ 33932 h 203267"/>
                <a:gd name="connsiteX8" fmla="*/ 103061 w 125866"/>
                <a:gd name="connsiteY8" fmla="*/ 47038 h 203267"/>
                <a:gd name="connsiteX9" fmla="*/ 109938 w 125866"/>
                <a:gd name="connsiteY9" fmla="*/ 40128 h 203267"/>
                <a:gd name="connsiteX10" fmla="*/ 67799 w 125866"/>
                <a:gd name="connsiteY10" fmla="*/ 24330 h 203267"/>
                <a:gd name="connsiteX11" fmla="*/ 67799 w 125866"/>
                <a:gd name="connsiteY11" fmla="*/ 0 h 203267"/>
                <a:gd name="connsiteX12" fmla="*/ 58067 w 125866"/>
                <a:gd name="connsiteY12" fmla="*/ 0 h 203267"/>
                <a:gd name="connsiteX13" fmla="*/ 58067 w 125866"/>
                <a:gd name="connsiteY13" fmla="*/ 24297 h 203267"/>
                <a:gd name="connsiteX14" fmla="*/ 14501 w 125866"/>
                <a:gd name="connsiteY14" fmla="*/ 58100 h 203267"/>
                <a:gd name="connsiteX15" fmla="*/ 62090 w 125866"/>
                <a:gd name="connsiteY15" fmla="*/ 91934 h 203267"/>
                <a:gd name="connsiteX16" fmla="*/ 116134 w 125866"/>
                <a:gd name="connsiteY16" fmla="*/ 130700 h 203267"/>
                <a:gd name="connsiteX17" fmla="*/ 62933 w 125866"/>
                <a:gd name="connsiteY17" fmla="*/ 169401 h 203267"/>
                <a:gd name="connsiteX18" fmla="*/ 9732 w 125866"/>
                <a:gd name="connsiteY18" fmla="*/ 130700 h 203267"/>
                <a:gd name="connsiteX19" fmla="*/ 0 w 125866"/>
                <a:gd name="connsiteY19" fmla="*/ 130700 h 203267"/>
                <a:gd name="connsiteX20" fmla="*/ 58067 w 125866"/>
                <a:gd name="connsiteY20" fmla="*/ 178938 h 20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866" h="203267">
                  <a:moveTo>
                    <a:pt x="58067" y="178905"/>
                  </a:moveTo>
                  <a:lnTo>
                    <a:pt x="58067" y="203268"/>
                  </a:lnTo>
                  <a:lnTo>
                    <a:pt x="67799" y="203268"/>
                  </a:lnTo>
                  <a:lnTo>
                    <a:pt x="67799" y="178905"/>
                  </a:lnTo>
                  <a:cubicBezTo>
                    <a:pt x="100239" y="176991"/>
                    <a:pt x="125866" y="156100"/>
                    <a:pt x="125866" y="130668"/>
                  </a:cubicBezTo>
                  <a:cubicBezTo>
                    <a:pt x="125866" y="93070"/>
                    <a:pt x="80743" y="85252"/>
                    <a:pt x="63744" y="82332"/>
                  </a:cubicBezTo>
                  <a:cubicBezTo>
                    <a:pt x="45708" y="79218"/>
                    <a:pt x="24233" y="72471"/>
                    <a:pt x="24233" y="58100"/>
                  </a:cubicBezTo>
                  <a:cubicBezTo>
                    <a:pt x="24233" y="38117"/>
                    <a:pt x="45286" y="33932"/>
                    <a:pt x="62933" y="33932"/>
                  </a:cubicBezTo>
                  <a:cubicBezTo>
                    <a:pt x="89372" y="33932"/>
                    <a:pt x="102931" y="46908"/>
                    <a:pt x="103061" y="47038"/>
                  </a:cubicBezTo>
                  <a:lnTo>
                    <a:pt x="109938" y="40128"/>
                  </a:lnTo>
                  <a:cubicBezTo>
                    <a:pt x="109322" y="39512"/>
                    <a:pt x="95276" y="25822"/>
                    <a:pt x="67799" y="24330"/>
                  </a:cubicBezTo>
                  <a:lnTo>
                    <a:pt x="67799" y="0"/>
                  </a:lnTo>
                  <a:lnTo>
                    <a:pt x="58067" y="0"/>
                  </a:lnTo>
                  <a:lnTo>
                    <a:pt x="58067" y="24297"/>
                  </a:lnTo>
                  <a:cubicBezTo>
                    <a:pt x="18880" y="26017"/>
                    <a:pt x="14501" y="48270"/>
                    <a:pt x="14501" y="58100"/>
                  </a:cubicBezTo>
                  <a:cubicBezTo>
                    <a:pt x="14501" y="75098"/>
                    <a:pt x="30526" y="86485"/>
                    <a:pt x="62090" y="91934"/>
                  </a:cubicBezTo>
                  <a:cubicBezTo>
                    <a:pt x="99460" y="98390"/>
                    <a:pt x="116134" y="110360"/>
                    <a:pt x="116134" y="130700"/>
                  </a:cubicBezTo>
                  <a:cubicBezTo>
                    <a:pt x="116134" y="152045"/>
                    <a:pt x="92259" y="169401"/>
                    <a:pt x="62933" y="169401"/>
                  </a:cubicBezTo>
                  <a:cubicBezTo>
                    <a:pt x="33608" y="169401"/>
                    <a:pt x="9732" y="152045"/>
                    <a:pt x="9732" y="130700"/>
                  </a:cubicBezTo>
                  <a:lnTo>
                    <a:pt x="0" y="130700"/>
                  </a:lnTo>
                  <a:cubicBezTo>
                    <a:pt x="0" y="156133"/>
                    <a:pt x="25628" y="177024"/>
                    <a:pt x="58067" y="178938"/>
                  </a:cubicBezTo>
                  <a:close/>
                </a:path>
              </a:pathLst>
            </a:custGeom>
            <a:grpFill/>
            <a:ln w="3242" cap="flat">
              <a:noFill/>
              <a:prstDash val="solid"/>
              <a:miter/>
            </a:ln>
          </p:spPr>
          <p:txBody>
            <a:bodyPr rtlCol="0" anchor="ctr"/>
            <a:lstStyle/>
            <a:p>
              <a:endParaRPr lang="en-US"/>
            </a:p>
          </p:txBody>
        </p:sp>
        <p:sp>
          <p:nvSpPr>
            <p:cNvPr id="536" name="Freeform: Shape 1124"/>
            <p:cNvSpPr/>
            <p:nvPr/>
          </p:nvSpPr>
          <p:spPr>
            <a:xfrm>
              <a:off x="1990962" y="2717739"/>
              <a:ext cx="523915" cy="465381"/>
            </a:xfrm>
            <a:custGeom>
              <a:avLst/>
              <a:gdLst>
                <a:gd name="connsiteX0" fmla="*/ 516552 w 523915"/>
                <a:gd name="connsiteY0" fmla="*/ 455649 h 465381"/>
                <a:gd name="connsiteX1" fmla="*/ 376477 w 523915"/>
                <a:gd name="connsiteY1" fmla="*/ 455649 h 465381"/>
                <a:gd name="connsiteX2" fmla="*/ 343875 w 523915"/>
                <a:gd name="connsiteY2" fmla="*/ 412537 h 465381"/>
                <a:gd name="connsiteX3" fmla="*/ 358246 w 523915"/>
                <a:gd name="connsiteY3" fmla="*/ 401637 h 465381"/>
                <a:gd name="connsiteX4" fmla="*/ 410733 w 523915"/>
                <a:gd name="connsiteY4" fmla="*/ 361931 h 465381"/>
                <a:gd name="connsiteX5" fmla="*/ 404894 w 523915"/>
                <a:gd name="connsiteY5" fmla="*/ 354145 h 465381"/>
                <a:gd name="connsiteX6" fmla="*/ 404862 w 523915"/>
                <a:gd name="connsiteY6" fmla="*/ 354145 h 465381"/>
                <a:gd name="connsiteX7" fmla="*/ 360127 w 523915"/>
                <a:gd name="connsiteY7" fmla="*/ 388012 h 465381"/>
                <a:gd name="connsiteX8" fmla="*/ 325352 w 523915"/>
                <a:gd name="connsiteY8" fmla="*/ 342045 h 465381"/>
                <a:gd name="connsiteX9" fmla="*/ 327752 w 523915"/>
                <a:gd name="connsiteY9" fmla="*/ 340715 h 465381"/>
                <a:gd name="connsiteX10" fmla="*/ 332748 w 523915"/>
                <a:gd name="connsiteY10" fmla="*/ 337860 h 465381"/>
                <a:gd name="connsiteX11" fmla="*/ 334403 w 523915"/>
                <a:gd name="connsiteY11" fmla="*/ 336855 h 465381"/>
                <a:gd name="connsiteX12" fmla="*/ 339982 w 523915"/>
                <a:gd name="connsiteY12" fmla="*/ 333448 h 465381"/>
                <a:gd name="connsiteX13" fmla="*/ 340469 w 523915"/>
                <a:gd name="connsiteY13" fmla="*/ 333124 h 465381"/>
                <a:gd name="connsiteX14" fmla="*/ 346892 w 523915"/>
                <a:gd name="connsiteY14" fmla="*/ 328810 h 465381"/>
                <a:gd name="connsiteX15" fmla="*/ 353834 w 523915"/>
                <a:gd name="connsiteY15" fmla="*/ 323781 h 465381"/>
                <a:gd name="connsiteX16" fmla="*/ 359284 w 523915"/>
                <a:gd name="connsiteY16" fmla="*/ 319499 h 465381"/>
                <a:gd name="connsiteX17" fmla="*/ 370995 w 523915"/>
                <a:gd name="connsiteY17" fmla="*/ 309313 h 465381"/>
                <a:gd name="connsiteX18" fmla="*/ 365091 w 523915"/>
                <a:gd name="connsiteY18" fmla="*/ 301528 h 465381"/>
                <a:gd name="connsiteX19" fmla="*/ 359835 w 523915"/>
                <a:gd name="connsiteY19" fmla="*/ 306296 h 465381"/>
                <a:gd name="connsiteX20" fmla="*/ 358992 w 523915"/>
                <a:gd name="connsiteY20" fmla="*/ 307075 h 465381"/>
                <a:gd name="connsiteX21" fmla="*/ 353737 w 523915"/>
                <a:gd name="connsiteY21" fmla="*/ 311454 h 465381"/>
                <a:gd name="connsiteX22" fmla="*/ 348125 w 523915"/>
                <a:gd name="connsiteY22" fmla="*/ 315866 h 465381"/>
                <a:gd name="connsiteX23" fmla="*/ 347184 w 523915"/>
                <a:gd name="connsiteY23" fmla="*/ 316580 h 465381"/>
                <a:gd name="connsiteX24" fmla="*/ 342188 w 523915"/>
                <a:gd name="connsiteY24" fmla="*/ 320213 h 465381"/>
                <a:gd name="connsiteX25" fmla="*/ 341377 w 523915"/>
                <a:gd name="connsiteY25" fmla="*/ 320797 h 465381"/>
                <a:gd name="connsiteX26" fmla="*/ 336349 w 523915"/>
                <a:gd name="connsiteY26" fmla="*/ 324171 h 465381"/>
                <a:gd name="connsiteX27" fmla="*/ 331223 w 523915"/>
                <a:gd name="connsiteY27" fmla="*/ 327415 h 465381"/>
                <a:gd name="connsiteX28" fmla="*/ 328336 w 523915"/>
                <a:gd name="connsiteY28" fmla="*/ 329199 h 465381"/>
                <a:gd name="connsiteX29" fmla="*/ 324216 w 523915"/>
                <a:gd name="connsiteY29" fmla="*/ 331567 h 465381"/>
                <a:gd name="connsiteX30" fmla="*/ 320032 w 523915"/>
                <a:gd name="connsiteY30" fmla="*/ 333838 h 465381"/>
                <a:gd name="connsiteX31" fmla="*/ 315815 w 523915"/>
                <a:gd name="connsiteY31" fmla="*/ 336044 h 465381"/>
                <a:gd name="connsiteX32" fmla="*/ 314322 w 523915"/>
                <a:gd name="connsiteY32" fmla="*/ 336790 h 465381"/>
                <a:gd name="connsiteX33" fmla="*/ 290674 w 523915"/>
                <a:gd name="connsiteY33" fmla="*/ 346846 h 465381"/>
                <a:gd name="connsiteX34" fmla="*/ 191765 w 523915"/>
                <a:gd name="connsiteY34" fmla="*/ 356740 h 465381"/>
                <a:gd name="connsiteX35" fmla="*/ 52501 w 523915"/>
                <a:gd name="connsiteY35" fmla="*/ 275089 h 465381"/>
                <a:gd name="connsiteX36" fmla="*/ 11757 w 523915"/>
                <a:gd name="connsiteY36" fmla="*/ 118924 h 465381"/>
                <a:gd name="connsiteX37" fmla="*/ 62882 w 523915"/>
                <a:gd name="connsiteY37" fmla="*/ 7915 h 465381"/>
                <a:gd name="connsiteX38" fmla="*/ 56913 w 523915"/>
                <a:gd name="connsiteY38" fmla="*/ 0 h 465381"/>
                <a:gd name="connsiteX39" fmla="*/ 2122 w 523915"/>
                <a:gd name="connsiteY39" fmla="*/ 117594 h 465381"/>
                <a:gd name="connsiteX40" fmla="*/ 44748 w 523915"/>
                <a:gd name="connsiteY40" fmla="*/ 280961 h 465381"/>
                <a:gd name="connsiteX41" fmla="*/ 190435 w 523915"/>
                <a:gd name="connsiteY41" fmla="*/ 366375 h 465381"/>
                <a:gd name="connsiteX42" fmla="*/ 221220 w 523915"/>
                <a:gd name="connsiteY42" fmla="*/ 368516 h 465381"/>
                <a:gd name="connsiteX43" fmla="*/ 293885 w 523915"/>
                <a:gd name="connsiteY43" fmla="*/ 356027 h 465381"/>
                <a:gd name="connsiteX44" fmla="*/ 293918 w 523915"/>
                <a:gd name="connsiteY44" fmla="*/ 356027 h 465381"/>
                <a:gd name="connsiteX45" fmla="*/ 316528 w 523915"/>
                <a:gd name="connsiteY45" fmla="*/ 346522 h 465381"/>
                <a:gd name="connsiteX46" fmla="*/ 316561 w 523915"/>
                <a:gd name="connsiteY46" fmla="*/ 346522 h 465381"/>
                <a:gd name="connsiteX47" fmla="*/ 352374 w 523915"/>
                <a:gd name="connsiteY47" fmla="*/ 393884 h 465381"/>
                <a:gd name="connsiteX48" fmla="*/ 330218 w 523915"/>
                <a:gd name="connsiteY48" fmla="*/ 410655 h 465381"/>
                <a:gd name="connsiteX49" fmla="*/ 371643 w 523915"/>
                <a:gd name="connsiteY49" fmla="*/ 465381 h 465381"/>
                <a:gd name="connsiteX50" fmla="*/ 523916 w 523915"/>
                <a:gd name="connsiteY50" fmla="*/ 465381 h 465381"/>
                <a:gd name="connsiteX51" fmla="*/ 516552 w 523915"/>
                <a:gd name="connsiteY51" fmla="*/ 455649 h 46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915" h="465381">
                  <a:moveTo>
                    <a:pt x="516552" y="455649"/>
                  </a:moveTo>
                  <a:lnTo>
                    <a:pt x="376477" y="455649"/>
                  </a:lnTo>
                  <a:lnTo>
                    <a:pt x="343875" y="412537"/>
                  </a:lnTo>
                  <a:lnTo>
                    <a:pt x="358246" y="401637"/>
                  </a:lnTo>
                  <a:lnTo>
                    <a:pt x="410733" y="361931"/>
                  </a:lnTo>
                  <a:lnTo>
                    <a:pt x="404894" y="354145"/>
                  </a:lnTo>
                  <a:lnTo>
                    <a:pt x="404862" y="354145"/>
                  </a:lnTo>
                  <a:lnTo>
                    <a:pt x="360127" y="388012"/>
                  </a:lnTo>
                  <a:lnTo>
                    <a:pt x="325352" y="342045"/>
                  </a:lnTo>
                  <a:cubicBezTo>
                    <a:pt x="326163" y="341623"/>
                    <a:pt x="326974" y="341169"/>
                    <a:pt x="327752" y="340715"/>
                  </a:cubicBezTo>
                  <a:cubicBezTo>
                    <a:pt x="329439" y="339807"/>
                    <a:pt x="331094" y="338834"/>
                    <a:pt x="332748" y="337860"/>
                  </a:cubicBezTo>
                  <a:cubicBezTo>
                    <a:pt x="333300" y="337536"/>
                    <a:pt x="333851" y="337212"/>
                    <a:pt x="334403" y="336855"/>
                  </a:cubicBezTo>
                  <a:cubicBezTo>
                    <a:pt x="336284" y="335752"/>
                    <a:pt x="338133" y="334616"/>
                    <a:pt x="339982" y="333448"/>
                  </a:cubicBezTo>
                  <a:cubicBezTo>
                    <a:pt x="340144" y="333319"/>
                    <a:pt x="340307" y="333221"/>
                    <a:pt x="340469" y="333124"/>
                  </a:cubicBezTo>
                  <a:cubicBezTo>
                    <a:pt x="342642" y="331729"/>
                    <a:pt x="344783" y="330269"/>
                    <a:pt x="346892" y="328810"/>
                  </a:cubicBezTo>
                  <a:cubicBezTo>
                    <a:pt x="349228" y="327155"/>
                    <a:pt x="351563" y="325501"/>
                    <a:pt x="353834" y="323781"/>
                  </a:cubicBezTo>
                  <a:cubicBezTo>
                    <a:pt x="355683" y="322354"/>
                    <a:pt x="357500" y="320959"/>
                    <a:pt x="359284" y="319499"/>
                  </a:cubicBezTo>
                  <a:cubicBezTo>
                    <a:pt x="363306" y="316288"/>
                    <a:pt x="367232" y="312882"/>
                    <a:pt x="370995" y="309313"/>
                  </a:cubicBezTo>
                  <a:lnTo>
                    <a:pt x="365091" y="301528"/>
                  </a:lnTo>
                  <a:cubicBezTo>
                    <a:pt x="363371" y="303150"/>
                    <a:pt x="361620" y="304772"/>
                    <a:pt x="359835" y="306296"/>
                  </a:cubicBezTo>
                  <a:cubicBezTo>
                    <a:pt x="359543" y="306556"/>
                    <a:pt x="359251" y="306816"/>
                    <a:pt x="358992" y="307075"/>
                  </a:cubicBezTo>
                  <a:cubicBezTo>
                    <a:pt x="357273" y="308567"/>
                    <a:pt x="355521" y="310027"/>
                    <a:pt x="353737" y="311454"/>
                  </a:cubicBezTo>
                  <a:cubicBezTo>
                    <a:pt x="351888" y="312979"/>
                    <a:pt x="350039" y="314439"/>
                    <a:pt x="348125" y="315866"/>
                  </a:cubicBezTo>
                  <a:cubicBezTo>
                    <a:pt x="347833" y="316093"/>
                    <a:pt x="347508" y="316353"/>
                    <a:pt x="347184" y="316580"/>
                  </a:cubicBezTo>
                  <a:cubicBezTo>
                    <a:pt x="345562" y="317812"/>
                    <a:pt x="343875" y="319045"/>
                    <a:pt x="342188" y="320213"/>
                  </a:cubicBezTo>
                  <a:cubicBezTo>
                    <a:pt x="341929" y="320408"/>
                    <a:pt x="341637" y="320602"/>
                    <a:pt x="341377" y="320797"/>
                  </a:cubicBezTo>
                  <a:cubicBezTo>
                    <a:pt x="339723" y="321932"/>
                    <a:pt x="338036" y="323068"/>
                    <a:pt x="336349" y="324171"/>
                  </a:cubicBezTo>
                  <a:cubicBezTo>
                    <a:pt x="334662" y="325306"/>
                    <a:pt x="332943" y="326377"/>
                    <a:pt x="331223" y="327415"/>
                  </a:cubicBezTo>
                  <a:cubicBezTo>
                    <a:pt x="330283" y="328031"/>
                    <a:pt x="329310" y="328615"/>
                    <a:pt x="328336" y="329199"/>
                  </a:cubicBezTo>
                  <a:cubicBezTo>
                    <a:pt x="326974" y="330010"/>
                    <a:pt x="325611" y="330788"/>
                    <a:pt x="324216" y="331567"/>
                  </a:cubicBezTo>
                  <a:cubicBezTo>
                    <a:pt x="322822" y="332346"/>
                    <a:pt x="321459" y="333092"/>
                    <a:pt x="320032" y="333838"/>
                  </a:cubicBezTo>
                  <a:cubicBezTo>
                    <a:pt x="318637" y="334584"/>
                    <a:pt x="317242" y="335330"/>
                    <a:pt x="315815" y="336044"/>
                  </a:cubicBezTo>
                  <a:lnTo>
                    <a:pt x="314322" y="336790"/>
                  </a:lnTo>
                  <a:cubicBezTo>
                    <a:pt x="306569" y="340650"/>
                    <a:pt x="298622" y="344056"/>
                    <a:pt x="290674" y="346846"/>
                  </a:cubicBezTo>
                  <a:cubicBezTo>
                    <a:pt x="258785" y="358070"/>
                    <a:pt x="225502" y="361412"/>
                    <a:pt x="191765" y="356740"/>
                  </a:cubicBezTo>
                  <a:cubicBezTo>
                    <a:pt x="135968" y="349019"/>
                    <a:pt x="86530" y="320018"/>
                    <a:pt x="52501" y="275089"/>
                  </a:cubicBezTo>
                  <a:cubicBezTo>
                    <a:pt x="18504" y="230193"/>
                    <a:pt x="4036" y="174721"/>
                    <a:pt x="11757" y="118924"/>
                  </a:cubicBezTo>
                  <a:cubicBezTo>
                    <a:pt x="17498" y="77628"/>
                    <a:pt x="35438" y="38895"/>
                    <a:pt x="62882" y="7915"/>
                  </a:cubicBezTo>
                  <a:lnTo>
                    <a:pt x="56913" y="0"/>
                  </a:lnTo>
                  <a:cubicBezTo>
                    <a:pt x="27457" y="32667"/>
                    <a:pt x="8188" y="73736"/>
                    <a:pt x="2122" y="117594"/>
                  </a:cubicBezTo>
                  <a:cubicBezTo>
                    <a:pt x="-5956" y="175953"/>
                    <a:pt x="9194" y="233988"/>
                    <a:pt x="44748" y="280961"/>
                  </a:cubicBezTo>
                  <a:cubicBezTo>
                    <a:pt x="80334" y="327966"/>
                    <a:pt x="132076" y="358297"/>
                    <a:pt x="190435" y="366375"/>
                  </a:cubicBezTo>
                  <a:cubicBezTo>
                    <a:pt x="200751" y="367802"/>
                    <a:pt x="211002" y="368516"/>
                    <a:pt x="221220" y="368516"/>
                  </a:cubicBezTo>
                  <a:cubicBezTo>
                    <a:pt x="245939" y="368516"/>
                    <a:pt x="270237" y="364331"/>
                    <a:pt x="293885" y="356027"/>
                  </a:cubicBezTo>
                  <a:lnTo>
                    <a:pt x="293918" y="356027"/>
                  </a:lnTo>
                  <a:cubicBezTo>
                    <a:pt x="301509" y="353334"/>
                    <a:pt x="309100" y="350155"/>
                    <a:pt x="316528" y="346522"/>
                  </a:cubicBezTo>
                  <a:lnTo>
                    <a:pt x="316561" y="346522"/>
                  </a:lnTo>
                  <a:lnTo>
                    <a:pt x="352374" y="393884"/>
                  </a:lnTo>
                  <a:lnTo>
                    <a:pt x="330218" y="410655"/>
                  </a:lnTo>
                  <a:lnTo>
                    <a:pt x="371643" y="465381"/>
                  </a:lnTo>
                  <a:lnTo>
                    <a:pt x="523916" y="465381"/>
                  </a:lnTo>
                  <a:lnTo>
                    <a:pt x="516552" y="455649"/>
                  </a:lnTo>
                  <a:close/>
                </a:path>
              </a:pathLst>
            </a:custGeom>
            <a:grpFill/>
            <a:ln w="3242" cap="flat">
              <a:noFill/>
              <a:prstDash val="solid"/>
              <a:miter/>
            </a:ln>
          </p:spPr>
          <p:txBody>
            <a:bodyPr rtlCol="0" anchor="ctr"/>
            <a:lstStyle/>
            <a:p>
              <a:endParaRPr lang="en-US"/>
            </a:p>
          </p:txBody>
        </p:sp>
        <p:sp>
          <p:nvSpPr>
            <p:cNvPr id="537" name="Freeform: Shape 1125"/>
            <p:cNvSpPr/>
            <p:nvPr/>
          </p:nvSpPr>
          <p:spPr>
            <a:xfrm>
              <a:off x="2040606" y="2694542"/>
              <a:ext cx="342057" cy="342047"/>
            </a:xfrm>
            <a:custGeom>
              <a:avLst/>
              <a:gdLst>
                <a:gd name="connsiteX0" fmla="*/ 147571 w 342057"/>
                <a:gd name="connsiteY0" fmla="*/ 340426 h 342047"/>
                <a:gd name="connsiteX1" fmla="*/ 171155 w 342057"/>
                <a:gd name="connsiteY1" fmla="*/ 342048 h 342047"/>
                <a:gd name="connsiteX2" fmla="*/ 282845 w 342057"/>
                <a:gd name="connsiteY2" fmla="*/ 300330 h 342047"/>
                <a:gd name="connsiteX3" fmla="*/ 340426 w 342057"/>
                <a:gd name="connsiteY3" fmla="*/ 194479 h 342047"/>
                <a:gd name="connsiteX4" fmla="*/ 194479 w 342057"/>
                <a:gd name="connsiteY4" fmla="*/ 1625 h 342047"/>
                <a:gd name="connsiteX5" fmla="*/ 1625 w 342057"/>
                <a:gd name="connsiteY5" fmla="*/ 147571 h 342047"/>
                <a:gd name="connsiteX6" fmla="*/ 147571 w 342057"/>
                <a:gd name="connsiteY6" fmla="*/ 340426 h 342047"/>
                <a:gd name="connsiteX7" fmla="*/ 11259 w 342057"/>
                <a:gd name="connsiteY7" fmla="*/ 148901 h 342047"/>
                <a:gd name="connsiteX8" fmla="*/ 170928 w 342057"/>
                <a:gd name="connsiteY8" fmla="*/ 9735 h 342047"/>
                <a:gd name="connsiteX9" fmla="*/ 193149 w 342057"/>
                <a:gd name="connsiteY9" fmla="*/ 11259 h 342047"/>
                <a:gd name="connsiteX10" fmla="*/ 330791 w 342057"/>
                <a:gd name="connsiteY10" fmla="*/ 193149 h 342047"/>
                <a:gd name="connsiteX11" fmla="*/ 148934 w 342057"/>
                <a:gd name="connsiteY11" fmla="*/ 330791 h 342047"/>
                <a:gd name="connsiteX12" fmla="*/ 11259 w 342057"/>
                <a:gd name="connsiteY12" fmla="*/ 148901 h 34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057" h="342047">
                  <a:moveTo>
                    <a:pt x="147571" y="340426"/>
                  </a:moveTo>
                  <a:cubicBezTo>
                    <a:pt x="155519" y="341529"/>
                    <a:pt x="163369" y="342048"/>
                    <a:pt x="171155" y="342048"/>
                  </a:cubicBezTo>
                  <a:cubicBezTo>
                    <a:pt x="213132" y="342048"/>
                    <a:pt x="252481" y="326509"/>
                    <a:pt x="282845" y="300330"/>
                  </a:cubicBezTo>
                  <a:cubicBezTo>
                    <a:pt x="313176" y="274119"/>
                    <a:pt x="334489" y="237235"/>
                    <a:pt x="340426" y="194479"/>
                  </a:cubicBezTo>
                  <a:cubicBezTo>
                    <a:pt x="353369" y="101052"/>
                    <a:pt x="287873" y="14568"/>
                    <a:pt x="194479" y="1625"/>
                  </a:cubicBezTo>
                  <a:cubicBezTo>
                    <a:pt x="101052" y="-11287"/>
                    <a:pt x="14568" y="54177"/>
                    <a:pt x="1625" y="147571"/>
                  </a:cubicBezTo>
                  <a:cubicBezTo>
                    <a:pt x="-11287" y="240998"/>
                    <a:pt x="54177" y="327482"/>
                    <a:pt x="147571" y="340426"/>
                  </a:cubicBezTo>
                  <a:close/>
                  <a:moveTo>
                    <a:pt x="11259" y="148901"/>
                  </a:moveTo>
                  <a:cubicBezTo>
                    <a:pt x="22418" y="68288"/>
                    <a:pt x="91710" y="9735"/>
                    <a:pt x="170928" y="9735"/>
                  </a:cubicBezTo>
                  <a:cubicBezTo>
                    <a:pt x="178259" y="9735"/>
                    <a:pt x="185688" y="10221"/>
                    <a:pt x="193149" y="11259"/>
                  </a:cubicBezTo>
                  <a:cubicBezTo>
                    <a:pt x="281223" y="23456"/>
                    <a:pt x="342988" y="105042"/>
                    <a:pt x="330791" y="193149"/>
                  </a:cubicBezTo>
                  <a:cubicBezTo>
                    <a:pt x="318594" y="281223"/>
                    <a:pt x="236943" y="342956"/>
                    <a:pt x="148934" y="330791"/>
                  </a:cubicBezTo>
                  <a:cubicBezTo>
                    <a:pt x="60827" y="318594"/>
                    <a:pt x="-906" y="237007"/>
                    <a:pt x="11259" y="148901"/>
                  </a:cubicBezTo>
                  <a:close/>
                </a:path>
              </a:pathLst>
            </a:custGeom>
            <a:grpFill/>
            <a:ln w="3242" cap="flat">
              <a:noFill/>
              <a:prstDash val="solid"/>
              <a:miter/>
            </a:ln>
          </p:spPr>
          <p:txBody>
            <a:bodyPr rtlCol="0" anchor="ctr"/>
            <a:lstStyle/>
            <a:p>
              <a:endParaRPr lang="en-US"/>
            </a:p>
          </p:txBody>
        </p:sp>
        <p:sp>
          <p:nvSpPr>
            <p:cNvPr id="538" name="Freeform: Shape 824"/>
            <p:cNvSpPr/>
            <p:nvPr/>
          </p:nvSpPr>
          <p:spPr>
            <a:xfrm>
              <a:off x="2019653" y="2623907"/>
              <a:ext cx="535905" cy="559213"/>
            </a:xfrm>
            <a:custGeom>
              <a:avLst/>
              <a:gdLst>
                <a:gd name="connsiteX0" fmla="*/ 535905 w 535905"/>
                <a:gd name="connsiteY0" fmla="*/ 559213 h 559213"/>
                <a:gd name="connsiteX1" fmla="*/ 495226 w 535905"/>
                <a:gd name="connsiteY1" fmla="*/ 559213 h 559213"/>
                <a:gd name="connsiteX2" fmla="*/ 404232 w 535905"/>
                <a:gd name="connsiteY2" fmla="*/ 438959 h 559213"/>
                <a:gd name="connsiteX3" fmla="*/ 382043 w 535905"/>
                <a:gd name="connsiteY3" fmla="*/ 455763 h 559213"/>
                <a:gd name="connsiteX4" fmla="*/ 372246 w 535905"/>
                <a:gd name="connsiteY4" fmla="*/ 442722 h 559213"/>
                <a:gd name="connsiteX5" fmla="*/ 342305 w 535905"/>
                <a:gd name="connsiteY5" fmla="*/ 403146 h 559213"/>
                <a:gd name="connsiteX6" fmla="*/ 336400 w 535905"/>
                <a:gd name="connsiteY6" fmla="*/ 395360 h 559213"/>
                <a:gd name="connsiteX7" fmla="*/ 344478 w 535905"/>
                <a:gd name="connsiteY7" fmla="*/ 387347 h 559213"/>
                <a:gd name="connsiteX8" fmla="*/ 348695 w 535905"/>
                <a:gd name="connsiteY8" fmla="*/ 382871 h 559213"/>
                <a:gd name="connsiteX9" fmla="*/ 360957 w 535905"/>
                <a:gd name="connsiteY9" fmla="*/ 367527 h 559213"/>
                <a:gd name="connsiteX10" fmla="*/ 362807 w 535905"/>
                <a:gd name="connsiteY10" fmla="*/ 364899 h 559213"/>
                <a:gd name="connsiteX11" fmla="*/ 365694 w 535905"/>
                <a:gd name="connsiteY11" fmla="*/ 360714 h 559213"/>
                <a:gd name="connsiteX12" fmla="*/ 399269 w 535905"/>
                <a:gd name="connsiteY12" fmla="*/ 272348 h 559213"/>
                <a:gd name="connsiteX13" fmla="*/ 358492 w 535905"/>
                <a:gd name="connsiteY13" fmla="*/ 116086 h 559213"/>
                <a:gd name="connsiteX14" fmla="*/ 219196 w 535905"/>
                <a:gd name="connsiteY14" fmla="*/ 34467 h 559213"/>
                <a:gd name="connsiteX15" fmla="*/ 46778 w 535905"/>
                <a:gd name="connsiteY15" fmla="*/ 88804 h 559213"/>
                <a:gd name="connsiteX16" fmla="*/ 45253 w 535905"/>
                <a:gd name="connsiteY16" fmla="*/ 90167 h 559213"/>
                <a:gd name="connsiteX17" fmla="*/ 45124 w 535905"/>
                <a:gd name="connsiteY17" fmla="*/ 90296 h 559213"/>
                <a:gd name="connsiteX18" fmla="*/ 34191 w 535905"/>
                <a:gd name="connsiteY18" fmla="*/ 101748 h 559213"/>
                <a:gd name="connsiteX19" fmla="*/ 28223 w 535905"/>
                <a:gd name="connsiteY19" fmla="*/ 93832 h 559213"/>
                <a:gd name="connsiteX20" fmla="*/ 0 w 535905"/>
                <a:gd name="connsiteY20" fmla="*/ 56527 h 559213"/>
                <a:gd name="connsiteX21" fmla="*/ 62609 w 535905"/>
                <a:gd name="connsiteY21" fmla="*/ 9327 h 559213"/>
                <a:gd name="connsiteX22" fmla="*/ 76785 w 535905"/>
                <a:gd name="connsiteY22" fmla="*/ 28044 h 559213"/>
                <a:gd name="connsiteX23" fmla="*/ 223640 w 535905"/>
                <a:gd name="connsiteY23" fmla="*/ 2320 h 559213"/>
                <a:gd name="connsiteX24" fmla="*/ 384346 w 535905"/>
                <a:gd name="connsiteY24" fmla="*/ 96525 h 559213"/>
                <a:gd name="connsiteX25" fmla="*/ 431384 w 535905"/>
                <a:gd name="connsiteY25" fmla="*/ 276793 h 559213"/>
                <a:gd name="connsiteX26" fmla="*/ 392684 w 535905"/>
                <a:gd name="connsiteY26" fmla="*/ 378751 h 559213"/>
                <a:gd name="connsiteX27" fmla="*/ 389375 w 535905"/>
                <a:gd name="connsiteY27" fmla="*/ 383552 h 559213"/>
                <a:gd name="connsiteX28" fmla="*/ 387234 w 535905"/>
                <a:gd name="connsiteY28" fmla="*/ 386536 h 559213"/>
                <a:gd name="connsiteX29" fmla="*/ 378767 w 535905"/>
                <a:gd name="connsiteY29" fmla="*/ 397598 h 559213"/>
                <a:gd name="connsiteX30" fmla="*/ 388369 w 535905"/>
                <a:gd name="connsiteY30" fmla="*/ 410282 h 559213"/>
                <a:gd name="connsiteX31" fmla="*/ 410525 w 535905"/>
                <a:gd name="connsiteY31" fmla="*/ 393511 h 559213"/>
                <a:gd name="connsiteX32" fmla="*/ 535905 w 535905"/>
                <a:gd name="connsiteY32" fmla="*/ 559213 h 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5905" h="559213">
                  <a:moveTo>
                    <a:pt x="535905" y="559213"/>
                  </a:moveTo>
                  <a:lnTo>
                    <a:pt x="495226" y="559213"/>
                  </a:lnTo>
                  <a:lnTo>
                    <a:pt x="404232" y="438959"/>
                  </a:lnTo>
                  <a:lnTo>
                    <a:pt x="382043" y="455763"/>
                  </a:lnTo>
                  <a:lnTo>
                    <a:pt x="372246" y="442722"/>
                  </a:lnTo>
                  <a:lnTo>
                    <a:pt x="342305" y="403146"/>
                  </a:lnTo>
                  <a:lnTo>
                    <a:pt x="336400" y="395360"/>
                  </a:lnTo>
                  <a:cubicBezTo>
                    <a:pt x="339158" y="392765"/>
                    <a:pt x="341850" y="390105"/>
                    <a:pt x="344478" y="387347"/>
                  </a:cubicBezTo>
                  <a:cubicBezTo>
                    <a:pt x="344835" y="386958"/>
                    <a:pt x="348241" y="383357"/>
                    <a:pt x="348695" y="382871"/>
                  </a:cubicBezTo>
                  <a:cubicBezTo>
                    <a:pt x="352977" y="378070"/>
                    <a:pt x="357000" y="373041"/>
                    <a:pt x="360957" y="367527"/>
                  </a:cubicBezTo>
                  <a:cubicBezTo>
                    <a:pt x="361606" y="366651"/>
                    <a:pt x="362223" y="365775"/>
                    <a:pt x="362807" y="364899"/>
                  </a:cubicBezTo>
                  <a:cubicBezTo>
                    <a:pt x="362839" y="364867"/>
                    <a:pt x="364785" y="362142"/>
                    <a:pt x="365694" y="360714"/>
                  </a:cubicBezTo>
                  <a:cubicBezTo>
                    <a:pt x="383535" y="334081"/>
                    <a:pt x="394825" y="304366"/>
                    <a:pt x="399269" y="272348"/>
                  </a:cubicBezTo>
                  <a:cubicBezTo>
                    <a:pt x="406989" y="216520"/>
                    <a:pt x="392489" y="161015"/>
                    <a:pt x="358492" y="116086"/>
                  </a:cubicBezTo>
                  <a:cubicBezTo>
                    <a:pt x="324463" y="71157"/>
                    <a:pt x="275024" y="42156"/>
                    <a:pt x="219196" y="34467"/>
                  </a:cubicBezTo>
                  <a:cubicBezTo>
                    <a:pt x="156262" y="25741"/>
                    <a:pt x="93427" y="45562"/>
                    <a:pt x="46778" y="88804"/>
                  </a:cubicBezTo>
                  <a:lnTo>
                    <a:pt x="45253" y="90167"/>
                  </a:lnTo>
                  <a:lnTo>
                    <a:pt x="45124" y="90296"/>
                  </a:lnTo>
                  <a:cubicBezTo>
                    <a:pt x="41328" y="93994"/>
                    <a:pt x="37663" y="97790"/>
                    <a:pt x="34191" y="101748"/>
                  </a:cubicBezTo>
                  <a:lnTo>
                    <a:pt x="28223" y="93832"/>
                  </a:lnTo>
                  <a:lnTo>
                    <a:pt x="0" y="56527"/>
                  </a:lnTo>
                  <a:lnTo>
                    <a:pt x="62609" y="9327"/>
                  </a:lnTo>
                  <a:lnTo>
                    <a:pt x="76785" y="28044"/>
                  </a:lnTo>
                  <a:cubicBezTo>
                    <a:pt x="121357" y="4493"/>
                    <a:pt x="172482" y="-4752"/>
                    <a:pt x="223640" y="2320"/>
                  </a:cubicBezTo>
                  <a:cubicBezTo>
                    <a:pt x="288033" y="11208"/>
                    <a:pt x="345094" y="44654"/>
                    <a:pt x="384346" y="96525"/>
                  </a:cubicBezTo>
                  <a:cubicBezTo>
                    <a:pt x="423599" y="148364"/>
                    <a:pt x="440305" y="212400"/>
                    <a:pt x="431384" y="276793"/>
                  </a:cubicBezTo>
                  <a:cubicBezTo>
                    <a:pt x="426291" y="313709"/>
                    <a:pt x="413250" y="348030"/>
                    <a:pt x="392684" y="378751"/>
                  </a:cubicBezTo>
                  <a:cubicBezTo>
                    <a:pt x="391613" y="380373"/>
                    <a:pt x="389375" y="383552"/>
                    <a:pt x="389375" y="383552"/>
                  </a:cubicBezTo>
                  <a:cubicBezTo>
                    <a:pt x="388661" y="384558"/>
                    <a:pt x="387947" y="385563"/>
                    <a:pt x="387234" y="386536"/>
                  </a:cubicBezTo>
                  <a:cubicBezTo>
                    <a:pt x="384444" y="390397"/>
                    <a:pt x="381654" y="394062"/>
                    <a:pt x="378767" y="397598"/>
                  </a:cubicBezTo>
                  <a:lnTo>
                    <a:pt x="388369" y="410282"/>
                  </a:lnTo>
                  <a:lnTo>
                    <a:pt x="410525" y="393511"/>
                  </a:lnTo>
                  <a:lnTo>
                    <a:pt x="535905" y="559213"/>
                  </a:lnTo>
                  <a:close/>
                </a:path>
              </a:pathLst>
            </a:custGeom>
            <a:grpFill/>
            <a:ln w="3242" cap="flat">
              <a:noFill/>
              <a:prstDash val="solid"/>
              <a:miter/>
            </a:ln>
          </p:spPr>
          <p:txBody>
            <a:bodyPr rtlCol="0" anchor="ctr"/>
            <a:lstStyle/>
            <a:p>
              <a:endParaRPr lang="en-US"/>
            </a:p>
          </p:txBody>
        </p:sp>
      </p:grpSp>
      <p:grpSp>
        <p:nvGrpSpPr>
          <p:cNvPr id="539" name="Group 51"/>
          <p:cNvGrpSpPr/>
          <p:nvPr/>
        </p:nvGrpSpPr>
        <p:grpSpPr>
          <a:xfrm>
            <a:off x="10133189" y="3940595"/>
            <a:ext cx="1540809" cy="1578344"/>
            <a:chOff x="816523" y="1297953"/>
            <a:chExt cx="628919" cy="644240"/>
          </a:xfrm>
          <a:solidFill>
            <a:srgbClr val="D9D9D9"/>
          </a:solidFill>
        </p:grpSpPr>
        <p:sp>
          <p:nvSpPr>
            <p:cNvPr id="540" name="Freeform: Shape 770"/>
            <p:cNvSpPr/>
            <p:nvPr/>
          </p:nvSpPr>
          <p:spPr>
            <a:xfrm>
              <a:off x="816523" y="1297953"/>
              <a:ext cx="628919" cy="613372"/>
            </a:xfrm>
            <a:custGeom>
              <a:avLst/>
              <a:gdLst>
                <a:gd name="connsiteX0" fmla="*/ 544170 w 628919"/>
                <a:gd name="connsiteY0" fmla="*/ 239708 h 613372"/>
                <a:gd name="connsiteX1" fmla="*/ 523169 w 628919"/>
                <a:gd name="connsiteY1" fmla="*/ 242467 h 613372"/>
                <a:gd name="connsiteX2" fmla="*/ 529077 w 628919"/>
                <a:gd name="connsiteY2" fmla="*/ 204620 h 613372"/>
                <a:gd name="connsiteX3" fmla="*/ 404338 w 628919"/>
                <a:gd name="connsiteY3" fmla="*/ 79913 h 613372"/>
                <a:gd name="connsiteX4" fmla="*/ 370192 w 628919"/>
                <a:gd name="connsiteY4" fmla="*/ 84652 h 613372"/>
                <a:gd name="connsiteX5" fmla="*/ 204587 w 628919"/>
                <a:gd name="connsiteY5" fmla="*/ 0 h 613372"/>
                <a:gd name="connsiteX6" fmla="*/ 0 w 628919"/>
                <a:gd name="connsiteY6" fmla="*/ 204620 h 613372"/>
                <a:gd name="connsiteX7" fmla="*/ 204587 w 628919"/>
                <a:gd name="connsiteY7" fmla="*/ 409239 h 613372"/>
                <a:gd name="connsiteX8" fmla="*/ 209456 w 628919"/>
                <a:gd name="connsiteY8" fmla="*/ 409239 h 613372"/>
                <a:gd name="connsiteX9" fmla="*/ 209456 w 628919"/>
                <a:gd name="connsiteY9" fmla="*/ 329586 h 613372"/>
                <a:gd name="connsiteX10" fmla="*/ 163754 w 628919"/>
                <a:gd name="connsiteY10" fmla="*/ 329586 h 613372"/>
                <a:gd name="connsiteX11" fmla="*/ 247725 w 628919"/>
                <a:gd name="connsiteY11" fmla="*/ 203678 h 613372"/>
                <a:gd name="connsiteX12" fmla="*/ 241850 w 628919"/>
                <a:gd name="connsiteY12" fmla="*/ 194915 h 613372"/>
                <a:gd name="connsiteX13" fmla="*/ 145577 w 628919"/>
                <a:gd name="connsiteY13" fmla="*/ 339323 h 613372"/>
                <a:gd name="connsiteX14" fmla="*/ 199718 w 628919"/>
                <a:gd name="connsiteY14" fmla="*/ 339323 h 613372"/>
                <a:gd name="connsiteX15" fmla="*/ 199718 w 628919"/>
                <a:gd name="connsiteY15" fmla="*/ 399437 h 613372"/>
                <a:gd name="connsiteX16" fmla="*/ 9738 w 628919"/>
                <a:gd name="connsiteY16" fmla="*/ 204620 h 613372"/>
                <a:gd name="connsiteX17" fmla="*/ 204587 w 628919"/>
                <a:gd name="connsiteY17" fmla="*/ 9738 h 613372"/>
                <a:gd name="connsiteX18" fmla="*/ 362661 w 628919"/>
                <a:gd name="connsiteY18" fmla="*/ 90819 h 613372"/>
                <a:gd name="connsiteX19" fmla="*/ 365096 w 628919"/>
                <a:gd name="connsiteY19" fmla="*/ 94293 h 613372"/>
                <a:gd name="connsiteX20" fmla="*/ 369413 w 628919"/>
                <a:gd name="connsiteY20" fmla="*/ 95039 h 613372"/>
                <a:gd name="connsiteX21" fmla="*/ 371879 w 628919"/>
                <a:gd name="connsiteY21" fmla="*/ 94293 h 613372"/>
                <a:gd name="connsiteX22" fmla="*/ 404338 w 628919"/>
                <a:gd name="connsiteY22" fmla="*/ 89651 h 613372"/>
                <a:gd name="connsiteX23" fmla="*/ 519339 w 628919"/>
                <a:gd name="connsiteY23" fmla="*/ 204620 h 613372"/>
                <a:gd name="connsiteX24" fmla="*/ 510705 w 628919"/>
                <a:gd name="connsiteY24" fmla="*/ 248212 h 613372"/>
                <a:gd name="connsiteX25" fmla="*/ 509732 w 628919"/>
                <a:gd name="connsiteY25" fmla="*/ 250873 h 613372"/>
                <a:gd name="connsiteX26" fmla="*/ 513627 w 628919"/>
                <a:gd name="connsiteY26" fmla="*/ 256034 h 613372"/>
                <a:gd name="connsiteX27" fmla="*/ 517067 w 628919"/>
                <a:gd name="connsiteY27" fmla="*/ 254704 h 613372"/>
                <a:gd name="connsiteX28" fmla="*/ 544170 w 628919"/>
                <a:gd name="connsiteY28" fmla="*/ 249445 h 613372"/>
                <a:gd name="connsiteX29" fmla="*/ 619182 w 628919"/>
                <a:gd name="connsiteY29" fmla="*/ 324457 h 613372"/>
                <a:gd name="connsiteX30" fmla="*/ 544170 w 628919"/>
                <a:gd name="connsiteY30" fmla="*/ 399502 h 613372"/>
                <a:gd name="connsiteX31" fmla="*/ 399469 w 628919"/>
                <a:gd name="connsiteY31" fmla="*/ 399502 h 613372"/>
                <a:gd name="connsiteX32" fmla="*/ 399469 w 628919"/>
                <a:gd name="connsiteY32" fmla="*/ 469158 h 613372"/>
                <a:gd name="connsiteX33" fmla="*/ 445496 w 628919"/>
                <a:gd name="connsiteY33" fmla="*/ 469158 h 613372"/>
                <a:gd name="connsiteX34" fmla="*/ 361103 w 628919"/>
                <a:gd name="connsiteY34" fmla="*/ 604187 h 613372"/>
                <a:gd name="connsiteX35" fmla="*/ 366848 w 628919"/>
                <a:gd name="connsiteY35" fmla="*/ 613372 h 613372"/>
                <a:gd name="connsiteX36" fmla="*/ 463056 w 628919"/>
                <a:gd name="connsiteY36" fmla="*/ 459421 h 613372"/>
                <a:gd name="connsiteX37" fmla="*/ 409207 w 628919"/>
                <a:gd name="connsiteY37" fmla="*/ 459421 h 613372"/>
                <a:gd name="connsiteX38" fmla="*/ 409207 w 628919"/>
                <a:gd name="connsiteY38" fmla="*/ 409239 h 613372"/>
                <a:gd name="connsiteX39" fmla="*/ 544170 w 628919"/>
                <a:gd name="connsiteY39" fmla="*/ 409239 h 613372"/>
                <a:gd name="connsiteX40" fmla="*/ 628920 w 628919"/>
                <a:gd name="connsiteY40" fmla="*/ 324457 h 613372"/>
                <a:gd name="connsiteX41" fmla="*/ 544170 w 628919"/>
                <a:gd name="connsiteY41" fmla="*/ 239708 h 6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8919" h="613372">
                  <a:moveTo>
                    <a:pt x="544170" y="239708"/>
                  </a:moveTo>
                  <a:cubicBezTo>
                    <a:pt x="537159" y="239708"/>
                    <a:pt x="530116" y="240616"/>
                    <a:pt x="523169" y="242467"/>
                  </a:cubicBezTo>
                  <a:cubicBezTo>
                    <a:pt x="527064" y="230262"/>
                    <a:pt x="529077" y="217571"/>
                    <a:pt x="529077" y="204620"/>
                  </a:cubicBezTo>
                  <a:cubicBezTo>
                    <a:pt x="529077" y="135840"/>
                    <a:pt x="473118" y="79913"/>
                    <a:pt x="404338" y="79913"/>
                  </a:cubicBezTo>
                  <a:cubicBezTo>
                    <a:pt x="392783" y="79913"/>
                    <a:pt x="381292" y="81504"/>
                    <a:pt x="370192" y="84652"/>
                  </a:cubicBezTo>
                  <a:cubicBezTo>
                    <a:pt x="331760" y="31647"/>
                    <a:pt x="269894" y="0"/>
                    <a:pt x="204587" y="0"/>
                  </a:cubicBezTo>
                  <a:cubicBezTo>
                    <a:pt x="91761" y="0"/>
                    <a:pt x="0" y="91793"/>
                    <a:pt x="0" y="204620"/>
                  </a:cubicBezTo>
                  <a:cubicBezTo>
                    <a:pt x="0" y="317446"/>
                    <a:pt x="91761" y="409239"/>
                    <a:pt x="204587" y="409239"/>
                  </a:cubicBezTo>
                  <a:lnTo>
                    <a:pt x="209456" y="409239"/>
                  </a:lnTo>
                  <a:lnTo>
                    <a:pt x="209456" y="329586"/>
                  </a:lnTo>
                  <a:lnTo>
                    <a:pt x="163754" y="329586"/>
                  </a:lnTo>
                  <a:lnTo>
                    <a:pt x="247725" y="203678"/>
                  </a:lnTo>
                  <a:lnTo>
                    <a:pt x="241850" y="194915"/>
                  </a:lnTo>
                  <a:lnTo>
                    <a:pt x="145577" y="339323"/>
                  </a:lnTo>
                  <a:lnTo>
                    <a:pt x="199718" y="339323"/>
                  </a:lnTo>
                  <a:lnTo>
                    <a:pt x="199718" y="399437"/>
                  </a:lnTo>
                  <a:cubicBezTo>
                    <a:pt x="94520" y="396840"/>
                    <a:pt x="9738" y="310468"/>
                    <a:pt x="9738" y="204620"/>
                  </a:cubicBezTo>
                  <a:cubicBezTo>
                    <a:pt x="9738" y="98772"/>
                    <a:pt x="97149" y="9738"/>
                    <a:pt x="204587" y="9738"/>
                  </a:cubicBezTo>
                  <a:cubicBezTo>
                    <a:pt x="266973" y="9738"/>
                    <a:pt x="326048" y="40054"/>
                    <a:pt x="362661" y="90819"/>
                  </a:cubicBezTo>
                  <a:lnTo>
                    <a:pt x="365096" y="94293"/>
                  </a:lnTo>
                  <a:lnTo>
                    <a:pt x="369413" y="95039"/>
                  </a:lnTo>
                  <a:lnTo>
                    <a:pt x="371879" y="94293"/>
                  </a:lnTo>
                  <a:cubicBezTo>
                    <a:pt x="382396" y="91209"/>
                    <a:pt x="393335" y="89651"/>
                    <a:pt x="404338" y="89651"/>
                  </a:cubicBezTo>
                  <a:cubicBezTo>
                    <a:pt x="467730" y="89651"/>
                    <a:pt x="519339" y="141228"/>
                    <a:pt x="519339" y="204620"/>
                  </a:cubicBezTo>
                  <a:cubicBezTo>
                    <a:pt x="519339" y="219648"/>
                    <a:pt x="516418" y="234319"/>
                    <a:pt x="510705" y="248212"/>
                  </a:cubicBezTo>
                  <a:lnTo>
                    <a:pt x="509732" y="250873"/>
                  </a:lnTo>
                  <a:lnTo>
                    <a:pt x="513627" y="256034"/>
                  </a:lnTo>
                  <a:lnTo>
                    <a:pt x="517067" y="254704"/>
                  </a:lnTo>
                  <a:cubicBezTo>
                    <a:pt x="525993" y="251198"/>
                    <a:pt x="535114" y="249445"/>
                    <a:pt x="544170" y="249445"/>
                  </a:cubicBezTo>
                  <a:cubicBezTo>
                    <a:pt x="585555" y="249445"/>
                    <a:pt x="619182" y="283105"/>
                    <a:pt x="619182" y="324457"/>
                  </a:cubicBezTo>
                  <a:cubicBezTo>
                    <a:pt x="619182" y="365810"/>
                    <a:pt x="585555" y="399502"/>
                    <a:pt x="544170" y="399502"/>
                  </a:cubicBezTo>
                  <a:lnTo>
                    <a:pt x="399469" y="399502"/>
                  </a:lnTo>
                  <a:lnTo>
                    <a:pt x="399469" y="469158"/>
                  </a:lnTo>
                  <a:lnTo>
                    <a:pt x="445496" y="469158"/>
                  </a:lnTo>
                  <a:lnTo>
                    <a:pt x="361103" y="604187"/>
                  </a:lnTo>
                  <a:lnTo>
                    <a:pt x="366848" y="613372"/>
                  </a:lnTo>
                  <a:lnTo>
                    <a:pt x="463056" y="459421"/>
                  </a:lnTo>
                  <a:lnTo>
                    <a:pt x="409207" y="459421"/>
                  </a:lnTo>
                  <a:lnTo>
                    <a:pt x="409207" y="409239"/>
                  </a:lnTo>
                  <a:lnTo>
                    <a:pt x="544170" y="409239"/>
                  </a:lnTo>
                  <a:cubicBezTo>
                    <a:pt x="590911" y="409239"/>
                    <a:pt x="628920" y="371198"/>
                    <a:pt x="628920" y="324457"/>
                  </a:cubicBezTo>
                  <a:cubicBezTo>
                    <a:pt x="628920" y="277717"/>
                    <a:pt x="590911" y="239708"/>
                    <a:pt x="544170" y="239708"/>
                  </a:cubicBezTo>
                  <a:close/>
                </a:path>
              </a:pathLst>
            </a:custGeom>
            <a:grpFill/>
            <a:ln w="3246" cap="flat">
              <a:noFill/>
              <a:prstDash val="solid"/>
              <a:miter/>
            </a:ln>
          </p:spPr>
          <p:txBody>
            <a:bodyPr rtlCol="0" anchor="ctr"/>
            <a:lstStyle/>
            <a:p>
              <a:endParaRPr lang="en-US"/>
            </a:p>
          </p:txBody>
        </p:sp>
        <p:sp>
          <p:nvSpPr>
            <p:cNvPr id="541" name="Freeform: Shape 368"/>
            <p:cNvSpPr/>
            <p:nvPr/>
          </p:nvSpPr>
          <p:spPr>
            <a:xfrm>
              <a:off x="1041786" y="1463363"/>
              <a:ext cx="159469" cy="478830"/>
            </a:xfrm>
            <a:custGeom>
              <a:avLst/>
              <a:gdLst>
                <a:gd name="connsiteX0" fmla="*/ 122597 w 159469"/>
                <a:gd name="connsiteY0" fmla="*/ 478831 h 478830"/>
                <a:gd name="connsiteX1" fmla="*/ 0 w 159469"/>
                <a:gd name="connsiteY1" fmla="*/ 282650 h 478830"/>
                <a:gd name="connsiteX2" fmla="*/ 62970 w 159469"/>
                <a:gd name="connsiteY2" fmla="*/ 282650 h 478830"/>
                <a:gd name="connsiteX3" fmla="*/ 62970 w 159469"/>
                <a:gd name="connsiteY3" fmla="*/ 152816 h 478830"/>
                <a:gd name="connsiteX4" fmla="*/ 98804 w 159469"/>
                <a:gd name="connsiteY4" fmla="*/ 152816 h 478830"/>
                <a:gd name="connsiteX5" fmla="*/ 16586 w 159469"/>
                <a:gd name="connsiteY5" fmla="*/ 29473 h 478830"/>
                <a:gd name="connsiteX6" fmla="*/ 35932 w 159469"/>
                <a:gd name="connsiteY6" fmla="*/ 0 h 478830"/>
                <a:gd name="connsiteX7" fmla="*/ 159470 w 159469"/>
                <a:gd name="connsiteY7" fmla="*/ 185274 h 478830"/>
                <a:gd name="connsiteX8" fmla="*/ 95429 w 159469"/>
                <a:gd name="connsiteY8" fmla="*/ 185274 h 478830"/>
                <a:gd name="connsiteX9" fmla="*/ 95429 w 159469"/>
                <a:gd name="connsiteY9" fmla="*/ 315109 h 478830"/>
                <a:gd name="connsiteX10" fmla="*/ 58556 w 159469"/>
                <a:gd name="connsiteY10" fmla="*/ 315109 h 478830"/>
                <a:gd name="connsiteX11" fmla="*/ 141585 w 159469"/>
                <a:gd name="connsiteY11" fmla="*/ 447963 h 478830"/>
                <a:gd name="connsiteX12" fmla="*/ 122597 w 159469"/>
                <a:gd name="connsiteY12" fmla="*/ 478831 h 47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69" h="478830">
                  <a:moveTo>
                    <a:pt x="122597" y="478831"/>
                  </a:moveTo>
                  <a:lnTo>
                    <a:pt x="0" y="282650"/>
                  </a:lnTo>
                  <a:lnTo>
                    <a:pt x="62970" y="282650"/>
                  </a:lnTo>
                  <a:lnTo>
                    <a:pt x="62970" y="152816"/>
                  </a:lnTo>
                  <a:lnTo>
                    <a:pt x="98804" y="152816"/>
                  </a:lnTo>
                  <a:lnTo>
                    <a:pt x="16586" y="29473"/>
                  </a:lnTo>
                  <a:lnTo>
                    <a:pt x="35932" y="0"/>
                  </a:lnTo>
                  <a:lnTo>
                    <a:pt x="159470" y="185274"/>
                  </a:lnTo>
                  <a:lnTo>
                    <a:pt x="95429" y="185274"/>
                  </a:lnTo>
                  <a:lnTo>
                    <a:pt x="95429" y="315109"/>
                  </a:lnTo>
                  <a:lnTo>
                    <a:pt x="58556" y="315109"/>
                  </a:lnTo>
                  <a:lnTo>
                    <a:pt x="141585" y="447963"/>
                  </a:lnTo>
                  <a:lnTo>
                    <a:pt x="122597" y="478831"/>
                  </a:lnTo>
                  <a:close/>
                </a:path>
              </a:pathLst>
            </a:custGeom>
            <a:grpFill/>
            <a:ln w="3246" cap="flat">
              <a:noFill/>
              <a:prstDash val="solid"/>
              <a:miter/>
            </a:ln>
          </p:spPr>
          <p:txBody>
            <a:bodyPr rtlCol="0" anchor="ctr"/>
            <a:lstStyle/>
            <a:p>
              <a:endParaRPr lang="en-US" dirty="0"/>
            </a:p>
          </p:txBody>
        </p:sp>
      </p:grpSp>
      <p:sp>
        <p:nvSpPr>
          <p:cNvPr id="7" name="圆角矩形 6"/>
          <p:cNvSpPr/>
          <p:nvPr/>
        </p:nvSpPr>
        <p:spPr>
          <a:xfrm>
            <a:off x="7216173" y="5429805"/>
            <a:ext cx="630228" cy="617799"/>
          </a:xfrm>
          <a:prstGeom prst="roundRect">
            <a:avLst/>
          </a:prstGeom>
          <a:solidFill>
            <a:srgbClr val="5DB8B2"/>
          </a:solidFill>
          <a:ln w="15875" cap="sq" cmpd="sng">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endParaRPr>
          </a:p>
        </p:txBody>
      </p:sp>
      <p:sp>
        <p:nvSpPr>
          <p:cNvPr id="8" name="椭圆 7"/>
          <p:cNvSpPr/>
          <p:nvPr/>
        </p:nvSpPr>
        <p:spPr>
          <a:xfrm>
            <a:off x="5982634" y="5409021"/>
            <a:ext cx="671796" cy="658548"/>
          </a:xfrm>
          <a:prstGeom prst="ellipse">
            <a:avLst/>
          </a:prstGeom>
          <a:solidFill>
            <a:srgbClr val="5DB8B2">
              <a:alpha val="4023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0" name="椭圆 9"/>
          <p:cNvSpPr/>
          <p:nvPr/>
        </p:nvSpPr>
        <p:spPr>
          <a:xfrm>
            <a:off x="4772548" y="5409021"/>
            <a:ext cx="671796" cy="658548"/>
          </a:xfrm>
          <a:prstGeom prst="ellipse">
            <a:avLst/>
          </a:prstGeom>
          <a:solidFill>
            <a:srgbClr val="5DB8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26" name="椭圆 25"/>
          <p:cNvSpPr/>
          <p:nvPr/>
        </p:nvSpPr>
        <p:spPr>
          <a:xfrm>
            <a:off x="688472" y="5427970"/>
            <a:ext cx="671796" cy="658548"/>
          </a:xfrm>
          <a:prstGeom prst="ellipse">
            <a:avLst/>
          </a:prstGeom>
          <a:noFill/>
          <a:ln>
            <a:solidFill>
              <a:srgbClr val="5DB8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a:p>
        </p:txBody>
      </p:sp>
      <p:grpSp>
        <p:nvGrpSpPr>
          <p:cNvPr id="27" name="组合 26"/>
          <p:cNvGrpSpPr/>
          <p:nvPr/>
        </p:nvGrpSpPr>
        <p:grpSpPr>
          <a:xfrm>
            <a:off x="1872047" y="5415208"/>
            <a:ext cx="707883" cy="683560"/>
            <a:chOff x="8539163" y="1079500"/>
            <a:chExt cx="850899" cy="838200"/>
          </a:xfrm>
          <a:solidFill>
            <a:srgbClr val="9EB736"/>
          </a:solidFill>
        </p:grpSpPr>
        <p:sp>
          <p:nvSpPr>
            <p:cNvPr id="28" name="Freeform 33"/>
            <p:cNvSpPr/>
            <p:nvPr/>
          </p:nvSpPr>
          <p:spPr bwMode="auto">
            <a:xfrm>
              <a:off x="9293225" y="1339850"/>
              <a:ext cx="96837" cy="66675"/>
            </a:xfrm>
            <a:custGeom>
              <a:avLst/>
              <a:gdLst>
                <a:gd name="T0" fmla="*/ 31 w 52"/>
                <a:gd name="T1" fmla="*/ 36 h 36"/>
                <a:gd name="T2" fmla="*/ 29 w 52"/>
                <a:gd name="T3" fmla="*/ 36 h 36"/>
                <a:gd name="T4" fmla="*/ 2 w 52"/>
                <a:gd name="T5" fmla="*/ 17 h 36"/>
                <a:gd name="T6" fmla="*/ 1 w 52"/>
                <a:gd name="T7" fmla="*/ 12 h 36"/>
                <a:gd name="T8" fmla="*/ 6 w 52"/>
                <a:gd name="T9" fmla="*/ 11 h 36"/>
                <a:gd name="T10" fmla="*/ 30 w 52"/>
                <a:gd name="T11" fmla="*/ 27 h 36"/>
                <a:gd name="T12" fmla="*/ 44 w 52"/>
                <a:gd name="T13" fmla="*/ 2 h 36"/>
                <a:gd name="T14" fmla="*/ 49 w 52"/>
                <a:gd name="T15" fmla="*/ 1 h 36"/>
                <a:gd name="T16" fmla="*/ 51 w 52"/>
                <a:gd name="T17" fmla="*/ 6 h 36"/>
                <a:gd name="T18" fmla="*/ 34 w 52"/>
                <a:gd name="T19" fmla="*/ 35 h 36"/>
                <a:gd name="T20" fmla="*/ 32 w 52"/>
                <a:gd name="T21" fmla="*/ 36 h 36"/>
                <a:gd name="T22" fmla="*/ 31 w 5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36">
                  <a:moveTo>
                    <a:pt x="31" y="36"/>
                  </a:moveTo>
                  <a:cubicBezTo>
                    <a:pt x="30" y="36"/>
                    <a:pt x="29" y="36"/>
                    <a:pt x="29" y="36"/>
                  </a:cubicBezTo>
                  <a:cubicBezTo>
                    <a:pt x="2" y="17"/>
                    <a:pt x="2" y="17"/>
                    <a:pt x="2" y="17"/>
                  </a:cubicBezTo>
                  <a:cubicBezTo>
                    <a:pt x="0" y="16"/>
                    <a:pt x="0" y="14"/>
                    <a:pt x="1" y="12"/>
                  </a:cubicBezTo>
                  <a:cubicBezTo>
                    <a:pt x="2" y="10"/>
                    <a:pt x="4" y="10"/>
                    <a:pt x="6" y="11"/>
                  </a:cubicBezTo>
                  <a:cubicBezTo>
                    <a:pt x="30" y="27"/>
                    <a:pt x="30" y="27"/>
                    <a:pt x="30" y="27"/>
                  </a:cubicBezTo>
                  <a:cubicBezTo>
                    <a:pt x="44" y="2"/>
                    <a:pt x="44" y="2"/>
                    <a:pt x="44" y="2"/>
                  </a:cubicBezTo>
                  <a:cubicBezTo>
                    <a:pt x="45" y="1"/>
                    <a:pt x="47" y="0"/>
                    <a:pt x="49" y="1"/>
                  </a:cubicBezTo>
                  <a:cubicBezTo>
                    <a:pt x="51" y="2"/>
                    <a:pt x="52" y="4"/>
                    <a:pt x="51" y="6"/>
                  </a:cubicBezTo>
                  <a:cubicBezTo>
                    <a:pt x="34" y="35"/>
                    <a:pt x="34" y="35"/>
                    <a:pt x="34" y="35"/>
                  </a:cubicBezTo>
                  <a:cubicBezTo>
                    <a:pt x="34" y="35"/>
                    <a:pt x="33" y="36"/>
                    <a:pt x="32" y="36"/>
                  </a:cubicBezTo>
                  <a:lnTo>
                    <a:pt x="31" y="36"/>
                  </a:lnTo>
                  <a:close/>
                </a:path>
              </a:pathLst>
            </a:custGeom>
            <a:solidFill>
              <a:srgbClr val="5DB8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34"/>
            <p:cNvSpPr/>
            <p:nvPr/>
          </p:nvSpPr>
          <p:spPr bwMode="auto">
            <a:xfrm>
              <a:off x="8539163" y="1592263"/>
              <a:ext cx="96837" cy="66675"/>
            </a:xfrm>
            <a:custGeom>
              <a:avLst/>
              <a:gdLst>
                <a:gd name="T0" fmla="*/ 5 w 53"/>
                <a:gd name="T1" fmla="*/ 37 h 37"/>
                <a:gd name="T2" fmla="*/ 3 w 53"/>
                <a:gd name="T3" fmla="*/ 36 h 37"/>
                <a:gd name="T4" fmla="*/ 1 w 53"/>
                <a:gd name="T5" fmla="*/ 31 h 37"/>
                <a:gd name="T6" fmla="*/ 18 w 53"/>
                <a:gd name="T7" fmla="*/ 2 h 37"/>
                <a:gd name="T8" fmla="*/ 20 w 53"/>
                <a:gd name="T9" fmla="*/ 1 h 37"/>
                <a:gd name="T10" fmla="*/ 23 w 53"/>
                <a:gd name="T11" fmla="*/ 1 h 37"/>
                <a:gd name="T12" fmla="*/ 50 w 53"/>
                <a:gd name="T13" fmla="*/ 20 h 37"/>
                <a:gd name="T14" fmla="*/ 51 w 53"/>
                <a:gd name="T15" fmla="*/ 25 h 37"/>
                <a:gd name="T16" fmla="*/ 46 w 53"/>
                <a:gd name="T17" fmla="*/ 26 h 37"/>
                <a:gd name="T18" fmla="*/ 22 w 53"/>
                <a:gd name="T19" fmla="*/ 10 h 37"/>
                <a:gd name="T20" fmla="*/ 8 w 53"/>
                <a:gd name="T21" fmla="*/ 35 h 37"/>
                <a:gd name="T22" fmla="*/ 5 w 53"/>
                <a:gd name="T2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37">
                  <a:moveTo>
                    <a:pt x="5" y="37"/>
                  </a:moveTo>
                  <a:cubicBezTo>
                    <a:pt x="4" y="37"/>
                    <a:pt x="3" y="36"/>
                    <a:pt x="3" y="36"/>
                  </a:cubicBezTo>
                  <a:cubicBezTo>
                    <a:pt x="1" y="35"/>
                    <a:pt x="0" y="33"/>
                    <a:pt x="1" y="31"/>
                  </a:cubicBezTo>
                  <a:cubicBezTo>
                    <a:pt x="18" y="2"/>
                    <a:pt x="18" y="2"/>
                    <a:pt x="18" y="2"/>
                  </a:cubicBezTo>
                  <a:cubicBezTo>
                    <a:pt x="18" y="1"/>
                    <a:pt x="19" y="1"/>
                    <a:pt x="20" y="1"/>
                  </a:cubicBezTo>
                  <a:cubicBezTo>
                    <a:pt x="21" y="0"/>
                    <a:pt x="22" y="1"/>
                    <a:pt x="23" y="1"/>
                  </a:cubicBezTo>
                  <a:cubicBezTo>
                    <a:pt x="50" y="20"/>
                    <a:pt x="50" y="20"/>
                    <a:pt x="50" y="20"/>
                  </a:cubicBezTo>
                  <a:cubicBezTo>
                    <a:pt x="52" y="21"/>
                    <a:pt x="53" y="23"/>
                    <a:pt x="51" y="25"/>
                  </a:cubicBezTo>
                  <a:cubicBezTo>
                    <a:pt x="50" y="27"/>
                    <a:pt x="48" y="27"/>
                    <a:pt x="46" y="26"/>
                  </a:cubicBezTo>
                  <a:cubicBezTo>
                    <a:pt x="22" y="10"/>
                    <a:pt x="22" y="10"/>
                    <a:pt x="22" y="10"/>
                  </a:cubicBezTo>
                  <a:cubicBezTo>
                    <a:pt x="8" y="35"/>
                    <a:pt x="8" y="35"/>
                    <a:pt x="8" y="35"/>
                  </a:cubicBezTo>
                  <a:cubicBezTo>
                    <a:pt x="7" y="36"/>
                    <a:pt x="6" y="37"/>
                    <a:pt x="5" y="37"/>
                  </a:cubicBezTo>
                  <a:close/>
                </a:path>
              </a:pathLst>
            </a:custGeom>
            <a:solidFill>
              <a:srgbClr val="5DB8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37"/>
            <p:cNvSpPr/>
            <p:nvPr/>
          </p:nvSpPr>
          <p:spPr bwMode="auto">
            <a:xfrm>
              <a:off x="8561388" y="1079500"/>
              <a:ext cx="796925" cy="327025"/>
            </a:xfrm>
            <a:custGeom>
              <a:avLst/>
              <a:gdLst>
                <a:gd name="T0" fmla="*/ 431 w 435"/>
                <a:gd name="T1" fmla="*/ 178 h 178"/>
                <a:gd name="T2" fmla="*/ 427 w 435"/>
                <a:gd name="T3" fmla="*/ 175 h 178"/>
                <a:gd name="T4" fmla="*/ 217 w 435"/>
                <a:gd name="T5" fmla="*/ 8 h 178"/>
                <a:gd name="T6" fmla="*/ 8 w 435"/>
                <a:gd name="T7" fmla="*/ 169 h 178"/>
                <a:gd name="T8" fmla="*/ 3 w 435"/>
                <a:gd name="T9" fmla="*/ 171 h 178"/>
                <a:gd name="T10" fmla="*/ 0 w 435"/>
                <a:gd name="T11" fmla="*/ 167 h 178"/>
                <a:gd name="T12" fmla="*/ 217 w 435"/>
                <a:gd name="T13" fmla="*/ 0 h 178"/>
                <a:gd name="T14" fmla="*/ 435 w 435"/>
                <a:gd name="T15" fmla="*/ 174 h 178"/>
                <a:gd name="T16" fmla="*/ 432 w 435"/>
                <a:gd name="T17" fmla="*/ 178 h 178"/>
                <a:gd name="T18" fmla="*/ 431 w 435"/>
                <a:gd name="T19"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178">
                  <a:moveTo>
                    <a:pt x="431" y="178"/>
                  </a:moveTo>
                  <a:cubicBezTo>
                    <a:pt x="429" y="178"/>
                    <a:pt x="428" y="177"/>
                    <a:pt x="427" y="175"/>
                  </a:cubicBezTo>
                  <a:cubicBezTo>
                    <a:pt x="405" y="77"/>
                    <a:pt x="318" y="8"/>
                    <a:pt x="217" y="8"/>
                  </a:cubicBezTo>
                  <a:cubicBezTo>
                    <a:pt x="120" y="8"/>
                    <a:pt x="34" y="74"/>
                    <a:pt x="8" y="169"/>
                  </a:cubicBezTo>
                  <a:cubicBezTo>
                    <a:pt x="7" y="171"/>
                    <a:pt x="5" y="172"/>
                    <a:pt x="3" y="171"/>
                  </a:cubicBezTo>
                  <a:cubicBezTo>
                    <a:pt x="1" y="171"/>
                    <a:pt x="0" y="169"/>
                    <a:pt x="0" y="167"/>
                  </a:cubicBezTo>
                  <a:cubicBezTo>
                    <a:pt x="27" y="69"/>
                    <a:pt x="116" y="0"/>
                    <a:pt x="217" y="0"/>
                  </a:cubicBezTo>
                  <a:cubicBezTo>
                    <a:pt x="322" y="0"/>
                    <a:pt x="412" y="72"/>
                    <a:pt x="435" y="174"/>
                  </a:cubicBezTo>
                  <a:cubicBezTo>
                    <a:pt x="435" y="176"/>
                    <a:pt x="434" y="178"/>
                    <a:pt x="432" y="178"/>
                  </a:cubicBezTo>
                  <a:lnTo>
                    <a:pt x="431" y="178"/>
                  </a:lnTo>
                  <a:close/>
                </a:path>
              </a:pathLst>
            </a:custGeom>
            <a:solidFill>
              <a:srgbClr val="5DB8B2"/>
            </a:solidFill>
            <a:ln w="3175">
              <a:solidFill>
                <a:srgbClr val="5DB8B2"/>
              </a:solid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31" name="Freeform 38"/>
            <p:cNvSpPr/>
            <p:nvPr/>
          </p:nvSpPr>
          <p:spPr bwMode="auto">
            <a:xfrm>
              <a:off x="8569325" y="1577975"/>
              <a:ext cx="804862" cy="339725"/>
            </a:xfrm>
            <a:custGeom>
              <a:avLst/>
              <a:gdLst>
                <a:gd name="T0" fmla="*/ 219 w 439"/>
                <a:gd name="T1" fmla="*/ 185 h 185"/>
                <a:gd name="T2" fmla="*/ 0 w 439"/>
                <a:gd name="T3" fmla="*/ 12 h 185"/>
                <a:gd name="T4" fmla="*/ 3 w 439"/>
                <a:gd name="T5" fmla="*/ 8 h 185"/>
                <a:gd name="T6" fmla="*/ 8 w 439"/>
                <a:gd name="T7" fmla="*/ 11 h 185"/>
                <a:gd name="T8" fmla="*/ 219 w 439"/>
                <a:gd name="T9" fmla="*/ 177 h 185"/>
                <a:gd name="T10" fmla="*/ 431 w 439"/>
                <a:gd name="T11" fmla="*/ 3 h 185"/>
                <a:gd name="T12" fmla="*/ 435 w 439"/>
                <a:gd name="T13" fmla="*/ 0 h 185"/>
                <a:gd name="T14" fmla="*/ 438 w 439"/>
                <a:gd name="T15" fmla="*/ 5 h 185"/>
                <a:gd name="T16" fmla="*/ 219 w 439"/>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85">
                  <a:moveTo>
                    <a:pt x="219" y="185"/>
                  </a:moveTo>
                  <a:cubicBezTo>
                    <a:pt x="113" y="185"/>
                    <a:pt x="23" y="114"/>
                    <a:pt x="0" y="12"/>
                  </a:cubicBezTo>
                  <a:cubicBezTo>
                    <a:pt x="0" y="10"/>
                    <a:pt x="1" y="8"/>
                    <a:pt x="3" y="8"/>
                  </a:cubicBezTo>
                  <a:cubicBezTo>
                    <a:pt x="5" y="7"/>
                    <a:pt x="7" y="8"/>
                    <a:pt x="8" y="11"/>
                  </a:cubicBezTo>
                  <a:cubicBezTo>
                    <a:pt x="30" y="109"/>
                    <a:pt x="117" y="177"/>
                    <a:pt x="219" y="177"/>
                  </a:cubicBezTo>
                  <a:cubicBezTo>
                    <a:pt x="321" y="177"/>
                    <a:pt x="410" y="104"/>
                    <a:pt x="431" y="3"/>
                  </a:cubicBezTo>
                  <a:cubicBezTo>
                    <a:pt x="431" y="1"/>
                    <a:pt x="433" y="0"/>
                    <a:pt x="435" y="0"/>
                  </a:cubicBezTo>
                  <a:cubicBezTo>
                    <a:pt x="438" y="1"/>
                    <a:pt x="439" y="3"/>
                    <a:pt x="438" y="5"/>
                  </a:cubicBezTo>
                  <a:cubicBezTo>
                    <a:pt x="417" y="109"/>
                    <a:pt x="324" y="185"/>
                    <a:pt x="219" y="185"/>
                  </a:cubicBezTo>
                  <a:close/>
                </a:path>
              </a:pathLst>
            </a:custGeom>
            <a:solidFill>
              <a:srgbClr val="5DB8B2"/>
            </a:solidFill>
            <a:ln w="3175">
              <a:solidFill>
                <a:srgbClr val="5DB8B2"/>
              </a:solid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sp>
        <p:nvSpPr>
          <p:cNvPr id="32" name="圆角矩形 31"/>
          <p:cNvSpPr/>
          <p:nvPr/>
        </p:nvSpPr>
        <p:spPr>
          <a:xfrm>
            <a:off x="3145690" y="5448755"/>
            <a:ext cx="630228" cy="617799"/>
          </a:xfrm>
          <a:prstGeom prst="roundRect">
            <a:avLst/>
          </a:prstGeom>
          <a:noFill/>
          <a:ln w="15875" cap="sq" cmpd="sng">
            <a:solidFill>
              <a:srgbClr val="5DB8B2"/>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ndParaRPr>
          </a:p>
        </p:txBody>
      </p:sp>
      <p:grpSp>
        <p:nvGrpSpPr>
          <p:cNvPr id="113" name="Group 78"/>
          <p:cNvGrpSpPr/>
          <p:nvPr/>
        </p:nvGrpSpPr>
        <p:grpSpPr>
          <a:xfrm>
            <a:off x="2040473" y="5533717"/>
            <a:ext cx="403887" cy="369118"/>
            <a:chOff x="1985927" y="1323126"/>
            <a:chExt cx="598460" cy="546940"/>
          </a:xfrm>
          <a:solidFill>
            <a:schemeClr val="tx1"/>
          </a:solidFill>
        </p:grpSpPr>
        <p:sp>
          <p:nvSpPr>
            <p:cNvPr id="114" name="Freeform: Shape 1140"/>
            <p:cNvSpPr/>
            <p:nvPr/>
          </p:nvSpPr>
          <p:spPr>
            <a:xfrm>
              <a:off x="2226758" y="1513734"/>
              <a:ext cx="96715" cy="248261"/>
            </a:xfrm>
            <a:custGeom>
              <a:avLst/>
              <a:gdLst>
                <a:gd name="connsiteX0" fmla="*/ 11745 w 96715"/>
                <a:gd name="connsiteY0" fmla="*/ 248261 h 248261"/>
                <a:gd name="connsiteX1" fmla="*/ 84938 w 96715"/>
                <a:gd name="connsiteY1" fmla="*/ 248261 h 248261"/>
                <a:gd name="connsiteX2" fmla="*/ 96716 w 96715"/>
                <a:gd name="connsiteY2" fmla="*/ 0 h 248261"/>
                <a:gd name="connsiteX3" fmla="*/ 0 w 96715"/>
                <a:gd name="connsiteY3" fmla="*/ 0 h 248261"/>
                <a:gd name="connsiteX4" fmla="*/ 11745 w 96715"/>
                <a:gd name="connsiteY4" fmla="*/ 248261 h 248261"/>
                <a:gd name="connsiteX5" fmla="*/ 75659 w 96715"/>
                <a:gd name="connsiteY5" fmla="*/ 238528 h 248261"/>
                <a:gd name="connsiteX6" fmla="*/ 21024 w 96715"/>
                <a:gd name="connsiteY6" fmla="*/ 238528 h 248261"/>
                <a:gd name="connsiteX7" fmla="*/ 10187 w 96715"/>
                <a:gd name="connsiteY7" fmla="*/ 9733 h 248261"/>
                <a:gd name="connsiteX8" fmla="*/ 86496 w 96715"/>
                <a:gd name="connsiteY8" fmla="*/ 9733 h 248261"/>
                <a:gd name="connsiteX9" fmla="*/ 75659 w 96715"/>
                <a:gd name="connsiteY9" fmla="*/ 238528 h 24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715" h="248261">
                  <a:moveTo>
                    <a:pt x="11745" y="248261"/>
                  </a:moveTo>
                  <a:lnTo>
                    <a:pt x="84938" y="248261"/>
                  </a:lnTo>
                  <a:lnTo>
                    <a:pt x="96716" y="0"/>
                  </a:lnTo>
                  <a:lnTo>
                    <a:pt x="0" y="0"/>
                  </a:lnTo>
                  <a:lnTo>
                    <a:pt x="11745" y="248261"/>
                  </a:lnTo>
                  <a:close/>
                  <a:moveTo>
                    <a:pt x="75659" y="238528"/>
                  </a:moveTo>
                  <a:lnTo>
                    <a:pt x="21024" y="238528"/>
                  </a:lnTo>
                  <a:lnTo>
                    <a:pt x="10187" y="9733"/>
                  </a:lnTo>
                  <a:lnTo>
                    <a:pt x="86496" y="9733"/>
                  </a:lnTo>
                  <a:lnTo>
                    <a:pt x="75659" y="238528"/>
                  </a:lnTo>
                  <a:close/>
                </a:path>
              </a:pathLst>
            </a:custGeom>
            <a:grpFill/>
            <a:ln w="3244" cap="flat">
              <a:noFill/>
              <a:prstDash val="solid"/>
              <a:miter/>
            </a:ln>
          </p:spPr>
          <p:txBody>
            <a:bodyPr rtlCol="0" anchor="ctr"/>
            <a:lstStyle/>
            <a:p>
              <a:endParaRPr lang="en-US"/>
            </a:p>
          </p:txBody>
        </p:sp>
        <p:sp>
          <p:nvSpPr>
            <p:cNvPr id="115" name="Freeform: Shape 1142"/>
            <p:cNvSpPr/>
            <p:nvPr/>
          </p:nvSpPr>
          <p:spPr>
            <a:xfrm>
              <a:off x="1985927" y="1355797"/>
              <a:ext cx="328657" cy="514269"/>
            </a:xfrm>
            <a:custGeom>
              <a:avLst/>
              <a:gdLst>
                <a:gd name="connsiteX0" fmla="*/ 289173 w 328657"/>
                <a:gd name="connsiteY0" fmla="*/ 435301 h 514269"/>
                <a:gd name="connsiteX1" fmla="*/ 250046 w 328657"/>
                <a:gd name="connsiteY1" fmla="*/ 469919 h 514269"/>
                <a:gd name="connsiteX2" fmla="*/ 16871 w 328657"/>
                <a:gd name="connsiteY2" fmla="*/ 469919 h 514269"/>
                <a:gd name="connsiteX3" fmla="*/ 282619 w 328657"/>
                <a:gd name="connsiteY3" fmla="*/ 9733 h 514269"/>
                <a:gd name="connsiteX4" fmla="*/ 277007 w 328657"/>
                <a:gd name="connsiteY4" fmla="*/ 0 h 514269"/>
                <a:gd name="connsiteX5" fmla="*/ 0 w 328657"/>
                <a:gd name="connsiteY5" fmla="*/ 479652 h 514269"/>
                <a:gd name="connsiteX6" fmla="*/ 250046 w 328657"/>
                <a:gd name="connsiteY6" fmla="*/ 479652 h 514269"/>
                <a:gd name="connsiteX7" fmla="*/ 289173 w 328657"/>
                <a:gd name="connsiteY7" fmla="*/ 514269 h 514269"/>
                <a:gd name="connsiteX8" fmla="*/ 328658 w 328657"/>
                <a:gd name="connsiteY8" fmla="*/ 474785 h 514269"/>
                <a:gd name="connsiteX9" fmla="*/ 289173 w 328657"/>
                <a:gd name="connsiteY9" fmla="*/ 435301 h 514269"/>
                <a:gd name="connsiteX10" fmla="*/ 289173 w 328657"/>
                <a:gd name="connsiteY10" fmla="*/ 504504 h 514269"/>
                <a:gd name="connsiteX11" fmla="*/ 259422 w 328657"/>
                <a:gd name="connsiteY11" fmla="*/ 474753 h 514269"/>
                <a:gd name="connsiteX12" fmla="*/ 289173 w 328657"/>
                <a:gd name="connsiteY12" fmla="*/ 445002 h 514269"/>
                <a:gd name="connsiteX13" fmla="*/ 318924 w 328657"/>
                <a:gd name="connsiteY13" fmla="*/ 474753 h 514269"/>
                <a:gd name="connsiteX14" fmla="*/ 289173 w 328657"/>
                <a:gd name="connsiteY14" fmla="*/ 504504 h 51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57" h="514269">
                  <a:moveTo>
                    <a:pt x="289173" y="435301"/>
                  </a:moveTo>
                  <a:cubicBezTo>
                    <a:pt x="269058" y="435301"/>
                    <a:pt x="252447" y="450420"/>
                    <a:pt x="250046" y="469919"/>
                  </a:cubicBezTo>
                  <a:lnTo>
                    <a:pt x="16871" y="469919"/>
                  </a:lnTo>
                  <a:lnTo>
                    <a:pt x="282619" y="9733"/>
                  </a:lnTo>
                  <a:lnTo>
                    <a:pt x="277007" y="0"/>
                  </a:lnTo>
                  <a:lnTo>
                    <a:pt x="0" y="479652"/>
                  </a:lnTo>
                  <a:lnTo>
                    <a:pt x="250046" y="479652"/>
                  </a:lnTo>
                  <a:cubicBezTo>
                    <a:pt x="252447" y="499118"/>
                    <a:pt x="269058" y="514269"/>
                    <a:pt x="289173" y="514269"/>
                  </a:cubicBezTo>
                  <a:cubicBezTo>
                    <a:pt x="310943" y="514269"/>
                    <a:pt x="328658" y="496555"/>
                    <a:pt x="328658" y="474785"/>
                  </a:cubicBezTo>
                  <a:cubicBezTo>
                    <a:pt x="328658" y="453015"/>
                    <a:pt x="310943" y="435301"/>
                    <a:pt x="289173" y="435301"/>
                  </a:cubicBezTo>
                  <a:close/>
                  <a:moveTo>
                    <a:pt x="289173" y="504504"/>
                  </a:moveTo>
                  <a:cubicBezTo>
                    <a:pt x="272789" y="504504"/>
                    <a:pt x="259422" y="491169"/>
                    <a:pt x="259422" y="474753"/>
                  </a:cubicBezTo>
                  <a:cubicBezTo>
                    <a:pt x="259422" y="458336"/>
                    <a:pt x="272756" y="445002"/>
                    <a:pt x="289173" y="445002"/>
                  </a:cubicBezTo>
                  <a:cubicBezTo>
                    <a:pt x="305590" y="445002"/>
                    <a:pt x="318924" y="458336"/>
                    <a:pt x="318924" y="474753"/>
                  </a:cubicBezTo>
                  <a:cubicBezTo>
                    <a:pt x="318924" y="491169"/>
                    <a:pt x="305590" y="504504"/>
                    <a:pt x="289173" y="504504"/>
                  </a:cubicBezTo>
                  <a:close/>
                </a:path>
              </a:pathLst>
            </a:custGeom>
            <a:grpFill/>
            <a:ln w="3244" cap="flat">
              <a:noFill/>
              <a:prstDash val="solid"/>
              <a:miter/>
            </a:ln>
          </p:spPr>
          <p:txBody>
            <a:bodyPr rtlCol="0" anchor="ctr"/>
            <a:lstStyle/>
            <a:p>
              <a:endParaRPr lang="en-US"/>
            </a:p>
          </p:txBody>
        </p:sp>
        <p:sp>
          <p:nvSpPr>
            <p:cNvPr id="116" name="Freeform: Shape 809"/>
            <p:cNvSpPr/>
            <p:nvPr/>
          </p:nvSpPr>
          <p:spPr>
            <a:xfrm>
              <a:off x="2262933" y="1323126"/>
              <a:ext cx="321454" cy="523678"/>
            </a:xfrm>
            <a:custGeom>
              <a:avLst/>
              <a:gdLst>
                <a:gd name="connsiteX0" fmla="*/ 50645 w 321454"/>
                <a:gd name="connsiteY0" fmla="*/ 516346 h 523678"/>
                <a:gd name="connsiteX1" fmla="*/ 51651 w 321454"/>
                <a:gd name="connsiteY1" fmla="*/ 507456 h 523678"/>
                <a:gd name="connsiteX2" fmla="*/ 50645 w 321454"/>
                <a:gd name="connsiteY2" fmla="*/ 498567 h 523678"/>
                <a:gd name="connsiteX3" fmla="*/ 50288 w 321454"/>
                <a:gd name="connsiteY3" fmla="*/ 497172 h 523678"/>
                <a:gd name="connsiteX4" fmla="*/ 48796 w 321454"/>
                <a:gd name="connsiteY4" fmla="*/ 492759 h 523678"/>
                <a:gd name="connsiteX5" fmla="*/ 48147 w 321454"/>
                <a:gd name="connsiteY5" fmla="*/ 491234 h 523678"/>
                <a:gd name="connsiteX6" fmla="*/ 265230 w 321454"/>
                <a:gd name="connsiteY6" fmla="*/ 491234 h 523678"/>
                <a:gd name="connsiteX7" fmla="*/ 5613 w 321454"/>
                <a:gd name="connsiteY7" fmla="*/ 42404 h 523678"/>
                <a:gd name="connsiteX8" fmla="*/ 0 w 321454"/>
                <a:gd name="connsiteY8" fmla="*/ 32671 h 523678"/>
                <a:gd name="connsiteX9" fmla="*/ 941 w 321454"/>
                <a:gd name="connsiteY9" fmla="*/ 31016 h 523678"/>
                <a:gd name="connsiteX10" fmla="*/ 18590 w 321454"/>
                <a:gd name="connsiteY10" fmla="*/ 0 h 523678"/>
                <a:gd name="connsiteX11" fmla="*/ 321455 w 321454"/>
                <a:gd name="connsiteY11" fmla="*/ 523678 h 523678"/>
                <a:gd name="connsiteX12" fmla="*/ 48147 w 321454"/>
                <a:gd name="connsiteY12" fmla="*/ 523678 h 523678"/>
                <a:gd name="connsiteX13" fmla="*/ 48796 w 321454"/>
                <a:gd name="connsiteY13" fmla="*/ 522153 h 523678"/>
                <a:gd name="connsiteX14" fmla="*/ 50288 w 321454"/>
                <a:gd name="connsiteY14" fmla="*/ 517741 h 523678"/>
                <a:gd name="connsiteX15" fmla="*/ 50645 w 321454"/>
                <a:gd name="connsiteY15" fmla="*/ 516346 h 52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454" h="523678">
                  <a:moveTo>
                    <a:pt x="50645" y="516346"/>
                  </a:moveTo>
                  <a:cubicBezTo>
                    <a:pt x="51294" y="513491"/>
                    <a:pt x="51651" y="510506"/>
                    <a:pt x="51651" y="507456"/>
                  </a:cubicBezTo>
                  <a:cubicBezTo>
                    <a:pt x="51651" y="504407"/>
                    <a:pt x="51294" y="501422"/>
                    <a:pt x="50645" y="498567"/>
                  </a:cubicBezTo>
                  <a:cubicBezTo>
                    <a:pt x="50548" y="498112"/>
                    <a:pt x="50418" y="497626"/>
                    <a:pt x="50288" y="497172"/>
                  </a:cubicBezTo>
                  <a:cubicBezTo>
                    <a:pt x="49899" y="495679"/>
                    <a:pt x="49380" y="494187"/>
                    <a:pt x="48796" y="492759"/>
                  </a:cubicBezTo>
                  <a:cubicBezTo>
                    <a:pt x="48601" y="492240"/>
                    <a:pt x="48374" y="491721"/>
                    <a:pt x="48147" y="491234"/>
                  </a:cubicBezTo>
                  <a:lnTo>
                    <a:pt x="265230" y="491234"/>
                  </a:lnTo>
                  <a:lnTo>
                    <a:pt x="5613" y="42404"/>
                  </a:lnTo>
                  <a:lnTo>
                    <a:pt x="0" y="32671"/>
                  </a:lnTo>
                  <a:lnTo>
                    <a:pt x="941" y="31016"/>
                  </a:lnTo>
                  <a:lnTo>
                    <a:pt x="18590" y="0"/>
                  </a:lnTo>
                  <a:lnTo>
                    <a:pt x="321455" y="523678"/>
                  </a:lnTo>
                  <a:lnTo>
                    <a:pt x="48147" y="523678"/>
                  </a:lnTo>
                  <a:cubicBezTo>
                    <a:pt x="48374" y="523192"/>
                    <a:pt x="48601" y="522672"/>
                    <a:pt x="48796" y="522153"/>
                  </a:cubicBezTo>
                  <a:cubicBezTo>
                    <a:pt x="49380" y="520726"/>
                    <a:pt x="49899" y="519233"/>
                    <a:pt x="50288" y="517741"/>
                  </a:cubicBezTo>
                  <a:cubicBezTo>
                    <a:pt x="50418" y="517287"/>
                    <a:pt x="50548" y="516800"/>
                    <a:pt x="50645" y="516346"/>
                  </a:cubicBezTo>
                  <a:close/>
                </a:path>
              </a:pathLst>
            </a:custGeom>
            <a:solidFill>
              <a:schemeClr val="accent1"/>
            </a:solidFill>
            <a:ln w="3244" cap="flat">
              <a:noFill/>
              <a:prstDash val="solid"/>
              <a:miter/>
            </a:ln>
          </p:spPr>
          <p:txBody>
            <a:bodyPr rtlCol="0" anchor="ctr"/>
            <a:lstStyle/>
            <a:p>
              <a:endParaRPr lang="en-US"/>
            </a:p>
          </p:txBody>
        </p:sp>
      </p:grpSp>
      <p:grpSp>
        <p:nvGrpSpPr>
          <p:cNvPr id="117" name="Group 79"/>
          <p:cNvGrpSpPr/>
          <p:nvPr/>
        </p:nvGrpSpPr>
        <p:grpSpPr>
          <a:xfrm>
            <a:off x="3255722" y="5565723"/>
            <a:ext cx="418158" cy="423512"/>
            <a:chOff x="3137461" y="1345544"/>
            <a:chExt cx="557517" cy="564655"/>
          </a:xfrm>
          <a:solidFill>
            <a:schemeClr val="tx1"/>
          </a:solidFill>
        </p:grpSpPr>
        <p:sp>
          <p:nvSpPr>
            <p:cNvPr id="118" name="Freeform: Shape 1136"/>
            <p:cNvSpPr/>
            <p:nvPr/>
          </p:nvSpPr>
          <p:spPr>
            <a:xfrm>
              <a:off x="3137461" y="1345577"/>
              <a:ext cx="525072" cy="531919"/>
            </a:xfrm>
            <a:custGeom>
              <a:avLst/>
              <a:gdLst>
                <a:gd name="connsiteX0" fmla="*/ 448116 w 525073"/>
                <a:gd name="connsiteY0" fmla="*/ 441238 h 531919"/>
                <a:gd name="connsiteX1" fmla="*/ 165464 w 525073"/>
                <a:gd name="connsiteY1" fmla="*/ 441238 h 531919"/>
                <a:gd name="connsiteX2" fmla="*/ 165464 w 525073"/>
                <a:gd name="connsiteY2" fmla="*/ 165464 h 531919"/>
                <a:gd name="connsiteX3" fmla="*/ 369342 w 525073"/>
                <a:gd name="connsiteY3" fmla="*/ 165464 h 531919"/>
                <a:gd name="connsiteX4" fmla="*/ 369342 w 525073"/>
                <a:gd name="connsiteY4" fmla="*/ 155731 h 531919"/>
                <a:gd name="connsiteX5" fmla="*/ 155731 w 525073"/>
                <a:gd name="connsiteY5" fmla="*/ 155731 h 531919"/>
                <a:gd name="connsiteX6" fmla="*/ 155731 w 525073"/>
                <a:gd name="connsiteY6" fmla="*/ 285507 h 531919"/>
                <a:gd name="connsiteX7" fmla="*/ 98046 w 525073"/>
                <a:gd name="connsiteY7" fmla="*/ 285507 h 531919"/>
                <a:gd name="connsiteX8" fmla="*/ 9733 w 525073"/>
                <a:gd name="connsiteY8" fmla="*/ 373787 h 531919"/>
                <a:gd name="connsiteX9" fmla="*/ 9733 w 525073"/>
                <a:gd name="connsiteY9" fmla="*/ 9733 h 531919"/>
                <a:gd name="connsiteX10" fmla="*/ 369342 w 525073"/>
                <a:gd name="connsiteY10" fmla="*/ 9733 h 531919"/>
                <a:gd name="connsiteX11" fmla="*/ 369342 w 525073"/>
                <a:gd name="connsiteY11" fmla="*/ 0 h 531919"/>
                <a:gd name="connsiteX12" fmla="*/ 0 w 525073"/>
                <a:gd name="connsiteY12" fmla="*/ 0 h 531919"/>
                <a:gd name="connsiteX13" fmla="*/ 0 w 525073"/>
                <a:gd name="connsiteY13" fmla="*/ 397277 h 531919"/>
                <a:gd name="connsiteX14" fmla="*/ 102069 w 525073"/>
                <a:gd name="connsiteY14" fmla="*/ 295240 h 531919"/>
                <a:gd name="connsiteX15" fmla="*/ 155731 w 525073"/>
                <a:gd name="connsiteY15" fmla="*/ 295240 h 531919"/>
                <a:gd name="connsiteX16" fmla="*/ 155731 w 525073"/>
                <a:gd name="connsiteY16" fmla="*/ 450971 h 531919"/>
                <a:gd name="connsiteX17" fmla="*/ 444093 w 525073"/>
                <a:gd name="connsiteY17" fmla="*/ 450971 h 531919"/>
                <a:gd name="connsiteX18" fmla="*/ 525074 w 525073"/>
                <a:gd name="connsiteY18" fmla="*/ 531919 h 531919"/>
                <a:gd name="connsiteX19" fmla="*/ 525074 w 525073"/>
                <a:gd name="connsiteY19" fmla="*/ 518163 h 531919"/>
                <a:gd name="connsiteX20" fmla="*/ 448116 w 525073"/>
                <a:gd name="connsiteY20" fmla="*/ 441238 h 53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5073" h="531919">
                  <a:moveTo>
                    <a:pt x="448116" y="441238"/>
                  </a:moveTo>
                  <a:lnTo>
                    <a:pt x="165464" y="441238"/>
                  </a:lnTo>
                  <a:lnTo>
                    <a:pt x="165464" y="165464"/>
                  </a:lnTo>
                  <a:lnTo>
                    <a:pt x="369342" y="165464"/>
                  </a:lnTo>
                  <a:lnTo>
                    <a:pt x="369342" y="155731"/>
                  </a:lnTo>
                  <a:lnTo>
                    <a:pt x="155731" y="155731"/>
                  </a:lnTo>
                  <a:lnTo>
                    <a:pt x="155731" y="285507"/>
                  </a:lnTo>
                  <a:lnTo>
                    <a:pt x="98046" y="285507"/>
                  </a:lnTo>
                  <a:lnTo>
                    <a:pt x="9733" y="373787"/>
                  </a:lnTo>
                  <a:lnTo>
                    <a:pt x="9733" y="9733"/>
                  </a:lnTo>
                  <a:lnTo>
                    <a:pt x="369342" y="9733"/>
                  </a:lnTo>
                  <a:lnTo>
                    <a:pt x="369342" y="0"/>
                  </a:lnTo>
                  <a:lnTo>
                    <a:pt x="0" y="0"/>
                  </a:lnTo>
                  <a:lnTo>
                    <a:pt x="0" y="397277"/>
                  </a:lnTo>
                  <a:lnTo>
                    <a:pt x="102069" y="295240"/>
                  </a:lnTo>
                  <a:lnTo>
                    <a:pt x="155731" y="295240"/>
                  </a:lnTo>
                  <a:lnTo>
                    <a:pt x="155731" y="450971"/>
                  </a:lnTo>
                  <a:lnTo>
                    <a:pt x="444093" y="450971"/>
                  </a:lnTo>
                  <a:lnTo>
                    <a:pt x="525074" y="531919"/>
                  </a:lnTo>
                  <a:lnTo>
                    <a:pt x="525074" y="518163"/>
                  </a:lnTo>
                  <a:lnTo>
                    <a:pt x="448116" y="441238"/>
                  </a:lnTo>
                  <a:close/>
                </a:path>
              </a:pathLst>
            </a:custGeom>
            <a:grpFill/>
            <a:ln w="3244" cap="flat">
              <a:noFill/>
              <a:prstDash val="solid"/>
              <a:miter/>
            </a:ln>
          </p:spPr>
          <p:txBody>
            <a:bodyPr rtlCol="0" anchor="ctr"/>
            <a:lstStyle/>
            <a:p>
              <a:endParaRPr lang="en-US"/>
            </a:p>
          </p:txBody>
        </p:sp>
        <p:sp>
          <p:nvSpPr>
            <p:cNvPr id="119" name="Freeform: Shape 1137"/>
            <p:cNvSpPr/>
            <p:nvPr/>
          </p:nvSpPr>
          <p:spPr>
            <a:xfrm>
              <a:off x="3461057" y="1668070"/>
              <a:ext cx="54700" cy="54700"/>
            </a:xfrm>
            <a:custGeom>
              <a:avLst/>
              <a:gdLst>
                <a:gd name="connsiteX0" fmla="*/ 0 w 54700"/>
                <a:gd name="connsiteY0" fmla="*/ 27350 h 54700"/>
                <a:gd name="connsiteX1" fmla="*/ 27350 w 54700"/>
                <a:gd name="connsiteY1" fmla="*/ 54701 h 54700"/>
                <a:gd name="connsiteX2" fmla="*/ 54701 w 54700"/>
                <a:gd name="connsiteY2" fmla="*/ 27350 h 54700"/>
                <a:gd name="connsiteX3" fmla="*/ 27350 w 54700"/>
                <a:gd name="connsiteY3" fmla="*/ 0 h 54700"/>
                <a:gd name="connsiteX4" fmla="*/ 0 w 54700"/>
                <a:gd name="connsiteY4" fmla="*/ 27350 h 54700"/>
                <a:gd name="connsiteX5" fmla="*/ 44967 w 54700"/>
                <a:gd name="connsiteY5" fmla="*/ 27350 h 54700"/>
                <a:gd name="connsiteX6" fmla="*/ 27350 w 54700"/>
                <a:gd name="connsiteY6" fmla="*/ 44967 h 54700"/>
                <a:gd name="connsiteX7" fmla="*/ 9733 w 54700"/>
                <a:gd name="connsiteY7" fmla="*/ 27350 h 54700"/>
                <a:gd name="connsiteX8" fmla="*/ 27350 w 54700"/>
                <a:gd name="connsiteY8" fmla="*/ 9733 h 54700"/>
                <a:gd name="connsiteX9" fmla="*/ 44967 w 54700"/>
                <a:gd name="connsiteY9" fmla="*/ 27350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00" h="54700">
                  <a:moveTo>
                    <a:pt x="0" y="27350"/>
                  </a:moveTo>
                  <a:cubicBezTo>
                    <a:pt x="0" y="42437"/>
                    <a:pt x="12264" y="54701"/>
                    <a:pt x="27350" y="54701"/>
                  </a:cubicBezTo>
                  <a:cubicBezTo>
                    <a:pt x="42437" y="54701"/>
                    <a:pt x="54701" y="42437"/>
                    <a:pt x="54701" y="27350"/>
                  </a:cubicBezTo>
                  <a:cubicBezTo>
                    <a:pt x="54701" y="12264"/>
                    <a:pt x="42437" y="0"/>
                    <a:pt x="27350" y="0"/>
                  </a:cubicBezTo>
                  <a:cubicBezTo>
                    <a:pt x="12264" y="0"/>
                    <a:pt x="0" y="12264"/>
                    <a:pt x="0" y="27350"/>
                  </a:cubicBezTo>
                  <a:close/>
                  <a:moveTo>
                    <a:pt x="44967" y="27350"/>
                  </a:moveTo>
                  <a:cubicBezTo>
                    <a:pt x="44967" y="37083"/>
                    <a:pt x="37083" y="44967"/>
                    <a:pt x="27350" y="44967"/>
                  </a:cubicBezTo>
                  <a:cubicBezTo>
                    <a:pt x="17617" y="44967"/>
                    <a:pt x="9733" y="37083"/>
                    <a:pt x="9733" y="27350"/>
                  </a:cubicBezTo>
                  <a:cubicBezTo>
                    <a:pt x="9733" y="17617"/>
                    <a:pt x="17617" y="9733"/>
                    <a:pt x="27350" y="9733"/>
                  </a:cubicBezTo>
                  <a:cubicBezTo>
                    <a:pt x="37083" y="9733"/>
                    <a:pt x="44967" y="17617"/>
                    <a:pt x="44967" y="27350"/>
                  </a:cubicBezTo>
                  <a:close/>
                </a:path>
              </a:pathLst>
            </a:custGeom>
            <a:grpFill/>
            <a:ln w="3244" cap="flat">
              <a:noFill/>
              <a:prstDash val="solid"/>
              <a:miter/>
            </a:ln>
          </p:spPr>
          <p:txBody>
            <a:bodyPr rtlCol="0" anchor="ctr"/>
            <a:lstStyle/>
            <a:p>
              <a:endParaRPr lang="en-US"/>
            </a:p>
          </p:txBody>
        </p:sp>
        <p:sp>
          <p:nvSpPr>
            <p:cNvPr id="120" name="Freeform: Shape 1138"/>
            <p:cNvSpPr/>
            <p:nvPr/>
          </p:nvSpPr>
          <p:spPr>
            <a:xfrm>
              <a:off x="3551024" y="1668070"/>
              <a:ext cx="54733" cy="54700"/>
            </a:xfrm>
            <a:custGeom>
              <a:avLst/>
              <a:gdLst>
                <a:gd name="connsiteX0" fmla="*/ 27350 w 54733"/>
                <a:gd name="connsiteY0" fmla="*/ 54701 h 54700"/>
                <a:gd name="connsiteX1" fmla="*/ 54733 w 54733"/>
                <a:gd name="connsiteY1" fmla="*/ 27350 h 54700"/>
                <a:gd name="connsiteX2" fmla="*/ 27350 w 54733"/>
                <a:gd name="connsiteY2" fmla="*/ 0 h 54700"/>
                <a:gd name="connsiteX3" fmla="*/ 0 w 54733"/>
                <a:gd name="connsiteY3" fmla="*/ 27350 h 54700"/>
                <a:gd name="connsiteX4" fmla="*/ 27350 w 54733"/>
                <a:gd name="connsiteY4" fmla="*/ 54701 h 54700"/>
                <a:gd name="connsiteX5" fmla="*/ 27350 w 54733"/>
                <a:gd name="connsiteY5" fmla="*/ 9733 h 54700"/>
                <a:gd name="connsiteX6" fmla="*/ 45000 w 54733"/>
                <a:gd name="connsiteY6" fmla="*/ 27350 h 54700"/>
                <a:gd name="connsiteX7" fmla="*/ 27350 w 54733"/>
                <a:gd name="connsiteY7" fmla="*/ 44967 h 54700"/>
                <a:gd name="connsiteX8" fmla="*/ 9733 w 54733"/>
                <a:gd name="connsiteY8" fmla="*/ 27350 h 54700"/>
                <a:gd name="connsiteX9" fmla="*/ 27350 w 54733"/>
                <a:gd name="connsiteY9" fmla="*/ 9733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3" h="54700">
                  <a:moveTo>
                    <a:pt x="27350" y="54701"/>
                  </a:moveTo>
                  <a:cubicBezTo>
                    <a:pt x="42437" y="54701"/>
                    <a:pt x="54733" y="42437"/>
                    <a:pt x="54733" y="27350"/>
                  </a:cubicBezTo>
                  <a:cubicBezTo>
                    <a:pt x="54733" y="12264"/>
                    <a:pt x="42437" y="0"/>
                    <a:pt x="27350" y="0"/>
                  </a:cubicBezTo>
                  <a:cubicBezTo>
                    <a:pt x="12264" y="0"/>
                    <a:pt x="0" y="12264"/>
                    <a:pt x="0" y="27350"/>
                  </a:cubicBezTo>
                  <a:cubicBezTo>
                    <a:pt x="0" y="42437"/>
                    <a:pt x="12264" y="54701"/>
                    <a:pt x="27350" y="54701"/>
                  </a:cubicBezTo>
                  <a:close/>
                  <a:moveTo>
                    <a:pt x="27350" y="9733"/>
                  </a:moveTo>
                  <a:cubicBezTo>
                    <a:pt x="37084" y="9733"/>
                    <a:pt x="45000" y="17617"/>
                    <a:pt x="45000" y="27350"/>
                  </a:cubicBezTo>
                  <a:cubicBezTo>
                    <a:pt x="45000" y="37083"/>
                    <a:pt x="37084" y="44967"/>
                    <a:pt x="27350" y="44967"/>
                  </a:cubicBezTo>
                  <a:cubicBezTo>
                    <a:pt x="17617" y="44967"/>
                    <a:pt x="9733" y="37083"/>
                    <a:pt x="9733" y="27350"/>
                  </a:cubicBezTo>
                  <a:cubicBezTo>
                    <a:pt x="9733" y="17617"/>
                    <a:pt x="17650" y="9733"/>
                    <a:pt x="27350" y="9733"/>
                  </a:cubicBezTo>
                  <a:close/>
                </a:path>
              </a:pathLst>
            </a:custGeom>
            <a:grpFill/>
            <a:ln w="3244" cap="flat">
              <a:noFill/>
              <a:prstDash val="solid"/>
              <a:miter/>
            </a:ln>
          </p:spPr>
          <p:txBody>
            <a:bodyPr rtlCol="0" anchor="ctr"/>
            <a:lstStyle/>
            <a:p>
              <a:endParaRPr lang="en-US"/>
            </a:p>
          </p:txBody>
        </p:sp>
        <p:sp>
          <p:nvSpPr>
            <p:cNvPr id="121" name="Freeform: Shape 1139"/>
            <p:cNvSpPr/>
            <p:nvPr/>
          </p:nvSpPr>
          <p:spPr>
            <a:xfrm>
              <a:off x="3371058" y="1668070"/>
              <a:ext cx="54732" cy="54700"/>
            </a:xfrm>
            <a:custGeom>
              <a:avLst/>
              <a:gdLst>
                <a:gd name="connsiteX0" fmla="*/ 0 w 54732"/>
                <a:gd name="connsiteY0" fmla="*/ 27350 h 54700"/>
                <a:gd name="connsiteX1" fmla="*/ 27383 w 54732"/>
                <a:gd name="connsiteY1" fmla="*/ 54701 h 54700"/>
                <a:gd name="connsiteX2" fmla="*/ 54733 w 54732"/>
                <a:gd name="connsiteY2" fmla="*/ 27350 h 54700"/>
                <a:gd name="connsiteX3" fmla="*/ 27383 w 54732"/>
                <a:gd name="connsiteY3" fmla="*/ 0 h 54700"/>
                <a:gd name="connsiteX4" fmla="*/ 0 w 54732"/>
                <a:gd name="connsiteY4" fmla="*/ 27350 h 54700"/>
                <a:gd name="connsiteX5" fmla="*/ 45000 w 54732"/>
                <a:gd name="connsiteY5" fmla="*/ 27350 h 54700"/>
                <a:gd name="connsiteX6" fmla="*/ 27383 w 54732"/>
                <a:gd name="connsiteY6" fmla="*/ 44967 h 54700"/>
                <a:gd name="connsiteX7" fmla="*/ 9733 w 54732"/>
                <a:gd name="connsiteY7" fmla="*/ 27350 h 54700"/>
                <a:gd name="connsiteX8" fmla="*/ 27383 w 54732"/>
                <a:gd name="connsiteY8" fmla="*/ 9733 h 54700"/>
                <a:gd name="connsiteX9" fmla="*/ 45000 w 54732"/>
                <a:gd name="connsiteY9" fmla="*/ 27350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2" h="54700">
                  <a:moveTo>
                    <a:pt x="0" y="27350"/>
                  </a:moveTo>
                  <a:cubicBezTo>
                    <a:pt x="0" y="42437"/>
                    <a:pt x="12296" y="54701"/>
                    <a:pt x="27383" y="54701"/>
                  </a:cubicBezTo>
                  <a:cubicBezTo>
                    <a:pt x="42469" y="54701"/>
                    <a:pt x="54733" y="42437"/>
                    <a:pt x="54733" y="27350"/>
                  </a:cubicBezTo>
                  <a:cubicBezTo>
                    <a:pt x="54733" y="12264"/>
                    <a:pt x="42469" y="0"/>
                    <a:pt x="27383" y="0"/>
                  </a:cubicBezTo>
                  <a:cubicBezTo>
                    <a:pt x="12296" y="0"/>
                    <a:pt x="0" y="12264"/>
                    <a:pt x="0" y="27350"/>
                  </a:cubicBezTo>
                  <a:close/>
                  <a:moveTo>
                    <a:pt x="45000" y="27350"/>
                  </a:moveTo>
                  <a:cubicBezTo>
                    <a:pt x="45000" y="37083"/>
                    <a:pt x="37083" y="44967"/>
                    <a:pt x="27383" y="44967"/>
                  </a:cubicBezTo>
                  <a:cubicBezTo>
                    <a:pt x="17682" y="44967"/>
                    <a:pt x="9733" y="37083"/>
                    <a:pt x="9733" y="27350"/>
                  </a:cubicBezTo>
                  <a:cubicBezTo>
                    <a:pt x="9733" y="17617"/>
                    <a:pt x="17650" y="9733"/>
                    <a:pt x="27383" y="9733"/>
                  </a:cubicBezTo>
                  <a:cubicBezTo>
                    <a:pt x="37116" y="9733"/>
                    <a:pt x="45000" y="17617"/>
                    <a:pt x="45000" y="27350"/>
                  </a:cubicBezTo>
                  <a:close/>
                </a:path>
              </a:pathLst>
            </a:custGeom>
            <a:grpFill/>
            <a:ln w="3244" cap="flat">
              <a:noFill/>
              <a:prstDash val="solid"/>
              <a:miter/>
            </a:ln>
          </p:spPr>
          <p:txBody>
            <a:bodyPr rtlCol="0" anchor="ctr"/>
            <a:lstStyle/>
            <a:p>
              <a:endParaRPr lang="en-US"/>
            </a:p>
          </p:txBody>
        </p:sp>
        <p:sp>
          <p:nvSpPr>
            <p:cNvPr id="122" name="Freeform: Shape 810"/>
            <p:cNvSpPr/>
            <p:nvPr/>
          </p:nvSpPr>
          <p:spPr>
            <a:xfrm>
              <a:off x="3506803" y="1345544"/>
              <a:ext cx="188175" cy="564655"/>
            </a:xfrm>
            <a:custGeom>
              <a:avLst/>
              <a:gdLst>
                <a:gd name="connsiteX0" fmla="*/ 188175 w 188175"/>
                <a:gd name="connsiteY0" fmla="*/ 564655 h 564655"/>
                <a:gd name="connsiteX1" fmla="*/ 155731 w 188175"/>
                <a:gd name="connsiteY1" fmla="*/ 531951 h 564655"/>
                <a:gd name="connsiteX2" fmla="*/ 155731 w 188175"/>
                <a:gd name="connsiteY2" fmla="*/ 165464 h 564655"/>
                <a:gd name="connsiteX3" fmla="*/ 0 w 188175"/>
                <a:gd name="connsiteY3" fmla="*/ 165464 h 564655"/>
                <a:gd name="connsiteX4" fmla="*/ 0 w 188175"/>
                <a:gd name="connsiteY4" fmla="*/ 0 h 564655"/>
                <a:gd name="connsiteX5" fmla="*/ 32444 w 188175"/>
                <a:gd name="connsiteY5" fmla="*/ 0 h 564655"/>
                <a:gd name="connsiteX6" fmla="*/ 32444 w 188175"/>
                <a:gd name="connsiteY6" fmla="*/ 133020 h 564655"/>
                <a:gd name="connsiteX7" fmla="*/ 188175 w 188175"/>
                <a:gd name="connsiteY7" fmla="*/ 133020 h 564655"/>
                <a:gd name="connsiteX8" fmla="*/ 188175 w 188175"/>
                <a:gd name="connsiteY8" fmla="*/ 564655 h 56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175" h="564655">
                  <a:moveTo>
                    <a:pt x="188175" y="564655"/>
                  </a:moveTo>
                  <a:lnTo>
                    <a:pt x="155731" y="531951"/>
                  </a:lnTo>
                  <a:lnTo>
                    <a:pt x="155731" y="165464"/>
                  </a:lnTo>
                  <a:lnTo>
                    <a:pt x="0" y="165464"/>
                  </a:lnTo>
                  <a:lnTo>
                    <a:pt x="0" y="0"/>
                  </a:lnTo>
                  <a:lnTo>
                    <a:pt x="32444" y="0"/>
                  </a:lnTo>
                  <a:lnTo>
                    <a:pt x="32444" y="133020"/>
                  </a:lnTo>
                  <a:lnTo>
                    <a:pt x="188175" y="133020"/>
                  </a:lnTo>
                  <a:lnTo>
                    <a:pt x="188175" y="564655"/>
                  </a:lnTo>
                  <a:close/>
                </a:path>
              </a:pathLst>
            </a:custGeom>
            <a:solidFill>
              <a:schemeClr val="accent1"/>
            </a:solidFill>
            <a:ln w="3244" cap="flat">
              <a:noFill/>
              <a:prstDash val="solid"/>
              <a:miter/>
            </a:ln>
          </p:spPr>
          <p:txBody>
            <a:bodyPr rtlCol="0" anchor="ctr"/>
            <a:lstStyle/>
            <a:p>
              <a:endParaRPr lang="en-US"/>
            </a:p>
          </p:txBody>
        </p:sp>
      </p:grpSp>
      <p:grpSp>
        <p:nvGrpSpPr>
          <p:cNvPr id="123" name="Group 322"/>
          <p:cNvGrpSpPr/>
          <p:nvPr/>
        </p:nvGrpSpPr>
        <p:grpSpPr>
          <a:xfrm>
            <a:off x="803891" y="5569154"/>
            <a:ext cx="421812" cy="413868"/>
            <a:chOff x="823881" y="3898431"/>
            <a:chExt cx="642553" cy="630451"/>
          </a:xfrm>
          <a:solidFill>
            <a:schemeClr val="tx1"/>
          </a:solidFill>
        </p:grpSpPr>
        <p:sp>
          <p:nvSpPr>
            <p:cNvPr id="124" name="Freeform: Shape 1113"/>
            <p:cNvSpPr/>
            <p:nvPr/>
          </p:nvSpPr>
          <p:spPr>
            <a:xfrm>
              <a:off x="823881" y="3898431"/>
              <a:ext cx="642553" cy="396076"/>
            </a:xfrm>
            <a:custGeom>
              <a:avLst/>
              <a:gdLst>
                <a:gd name="connsiteX0" fmla="*/ 563552 w 642553"/>
                <a:gd name="connsiteY0" fmla="*/ 0 h 396076"/>
                <a:gd name="connsiteX1" fmla="*/ 518617 w 642553"/>
                <a:gd name="connsiteY1" fmla="*/ 25988 h 396076"/>
                <a:gd name="connsiteX2" fmla="*/ 523873 w 642553"/>
                <a:gd name="connsiteY2" fmla="*/ 35137 h 396076"/>
                <a:gd name="connsiteX3" fmla="*/ 213352 w 642553"/>
                <a:gd name="connsiteY3" fmla="*/ 214357 h 396076"/>
                <a:gd name="connsiteX4" fmla="*/ 223896 w 642553"/>
                <a:gd name="connsiteY4" fmla="*/ 232623 h 396076"/>
                <a:gd name="connsiteX5" fmla="*/ 223896 w 642553"/>
                <a:gd name="connsiteY5" fmla="*/ 232623 h 396076"/>
                <a:gd name="connsiteX6" fmla="*/ 150151 w 642553"/>
                <a:gd name="connsiteY6" fmla="*/ 275222 h 396076"/>
                <a:gd name="connsiteX7" fmla="*/ 133896 w 642553"/>
                <a:gd name="connsiteY7" fmla="*/ 247158 h 396076"/>
                <a:gd name="connsiteX8" fmla="*/ 166211 w 642553"/>
                <a:gd name="connsiteY8" fmla="*/ 228503 h 396076"/>
                <a:gd name="connsiteX9" fmla="*/ 161344 w 642553"/>
                <a:gd name="connsiteY9" fmla="*/ 220068 h 396076"/>
                <a:gd name="connsiteX10" fmla="*/ 88280 w 642553"/>
                <a:gd name="connsiteY10" fmla="*/ 262245 h 396076"/>
                <a:gd name="connsiteX11" fmla="*/ 93147 w 642553"/>
                <a:gd name="connsiteY11" fmla="*/ 270680 h 396076"/>
                <a:gd name="connsiteX12" fmla="*/ 125461 w 642553"/>
                <a:gd name="connsiteY12" fmla="*/ 252025 h 396076"/>
                <a:gd name="connsiteX13" fmla="*/ 141715 w 642553"/>
                <a:gd name="connsiteY13" fmla="*/ 280089 h 396076"/>
                <a:gd name="connsiteX14" fmla="*/ 77801 w 642553"/>
                <a:gd name="connsiteY14" fmla="*/ 317010 h 396076"/>
                <a:gd name="connsiteX15" fmla="*/ 83089 w 642553"/>
                <a:gd name="connsiteY15" fmla="*/ 326159 h 396076"/>
                <a:gd name="connsiteX16" fmla="*/ 54960 w 642553"/>
                <a:gd name="connsiteY16" fmla="*/ 342381 h 396076"/>
                <a:gd name="connsiteX17" fmla="*/ 38479 w 642553"/>
                <a:gd name="connsiteY17" fmla="*/ 313831 h 396076"/>
                <a:gd name="connsiteX18" fmla="*/ 0 w 642553"/>
                <a:gd name="connsiteY18" fmla="*/ 351011 h 396076"/>
                <a:gd name="connsiteX19" fmla="*/ 17812 w 642553"/>
                <a:gd name="connsiteY19" fmla="*/ 381866 h 396076"/>
                <a:gd name="connsiteX20" fmla="*/ 65796 w 642553"/>
                <a:gd name="connsiteY20" fmla="*/ 396076 h 396076"/>
                <a:gd name="connsiteX21" fmla="*/ 109077 w 642553"/>
                <a:gd name="connsiteY21" fmla="*/ 371127 h 396076"/>
                <a:gd name="connsiteX22" fmla="*/ 114333 w 642553"/>
                <a:gd name="connsiteY22" fmla="*/ 380211 h 396076"/>
                <a:gd name="connsiteX23" fmla="*/ 260395 w 642553"/>
                <a:gd name="connsiteY23" fmla="*/ 295857 h 396076"/>
                <a:gd name="connsiteX24" fmla="*/ 270972 w 642553"/>
                <a:gd name="connsiteY24" fmla="*/ 314155 h 396076"/>
                <a:gd name="connsiteX25" fmla="*/ 304552 w 642553"/>
                <a:gd name="connsiteY25" fmla="*/ 294786 h 396076"/>
                <a:gd name="connsiteX26" fmla="*/ 299588 w 642553"/>
                <a:gd name="connsiteY26" fmla="*/ 286383 h 396076"/>
                <a:gd name="connsiteX27" fmla="*/ 274541 w 642553"/>
                <a:gd name="connsiteY27" fmla="*/ 300853 h 396076"/>
                <a:gd name="connsiteX28" fmla="*/ 268831 w 642553"/>
                <a:gd name="connsiteY28" fmla="*/ 290990 h 396076"/>
                <a:gd name="connsiteX29" fmla="*/ 264548 w 642553"/>
                <a:gd name="connsiteY29" fmla="*/ 283593 h 396076"/>
                <a:gd name="connsiteX30" fmla="*/ 232331 w 642553"/>
                <a:gd name="connsiteY30" fmla="*/ 227757 h 396076"/>
                <a:gd name="connsiteX31" fmla="*/ 232331 w 642553"/>
                <a:gd name="connsiteY31" fmla="*/ 227757 h 396076"/>
                <a:gd name="connsiteX32" fmla="*/ 232331 w 642553"/>
                <a:gd name="connsiteY32" fmla="*/ 227757 h 396076"/>
                <a:gd name="connsiteX33" fmla="*/ 226686 w 642553"/>
                <a:gd name="connsiteY33" fmla="*/ 217926 h 396076"/>
                <a:gd name="connsiteX34" fmla="*/ 528772 w 642553"/>
                <a:gd name="connsiteY34" fmla="*/ 43572 h 396076"/>
                <a:gd name="connsiteX35" fmla="*/ 533898 w 642553"/>
                <a:gd name="connsiteY35" fmla="*/ 52462 h 396076"/>
                <a:gd name="connsiteX36" fmla="*/ 576562 w 642553"/>
                <a:gd name="connsiteY36" fmla="*/ 126467 h 396076"/>
                <a:gd name="connsiteX37" fmla="*/ 592752 w 642553"/>
                <a:gd name="connsiteY37" fmla="*/ 154596 h 396076"/>
                <a:gd name="connsiteX38" fmla="*/ 597586 w 642553"/>
                <a:gd name="connsiteY38" fmla="*/ 162966 h 396076"/>
                <a:gd name="connsiteX39" fmla="*/ 642553 w 642553"/>
                <a:gd name="connsiteY39" fmla="*/ 137011 h 396076"/>
                <a:gd name="connsiteX40" fmla="*/ 563584 w 642553"/>
                <a:gd name="connsiteY40" fmla="*/ 0 h 396076"/>
                <a:gd name="connsiteX41" fmla="*/ 64531 w 642553"/>
                <a:gd name="connsiteY41" fmla="*/ 385532 h 396076"/>
                <a:gd name="connsiteX42" fmla="*/ 24301 w 642553"/>
                <a:gd name="connsiteY42" fmla="*/ 373625 h 396076"/>
                <a:gd name="connsiteX43" fmla="*/ 12231 w 642553"/>
                <a:gd name="connsiteY43" fmla="*/ 352699 h 396076"/>
                <a:gd name="connsiteX44" fmla="*/ 36305 w 642553"/>
                <a:gd name="connsiteY44" fmla="*/ 329436 h 396076"/>
                <a:gd name="connsiteX45" fmla="*/ 51424 w 642553"/>
                <a:gd name="connsiteY45" fmla="*/ 355619 h 396076"/>
                <a:gd name="connsiteX46" fmla="*/ 87988 w 642553"/>
                <a:gd name="connsiteY46" fmla="*/ 334562 h 396076"/>
                <a:gd name="connsiteX47" fmla="*/ 104210 w 642553"/>
                <a:gd name="connsiteY47" fmla="*/ 362659 h 396076"/>
                <a:gd name="connsiteX48" fmla="*/ 64564 w 642553"/>
                <a:gd name="connsiteY48" fmla="*/ 385499 h 396076"/>
                <a:gd name="connsiteX49" fmla="*/ 91103 w 642553"/>
                <a:gd name="connsiteY49" fmla="*/ 320546 h 396076"/>
                <a:gd name="connsiteX50" fmla="*/ 228763 w 642553"/>
                <a:gd name="connsiteY50" fmla="*/ 241059 h 396076"/>
                <a:gd name="connsiteX51" fmla="*/ 237685 w 642553"/>
                <a:gd name="connsiteY51" fmla="*/ 256502 h 396076"/>
                <a:gd name="connsiteX52" fmla="*/ 255529 w 642553"/>
                <a:gd name="connsiteY52" fmla="*/ 287454 h 396076"/>
                <a:gd name="connsiteX53" fmla="*/ 117901 w 642553"/>
                <a:gd name="connsiteY53" fmla="*/ 366909 h 396076"/>
                <a:gd name="connsiteX54" fmla="*/ 91135 w 642553"/>
                <a:gd name="connsiteY54" fmla="*/ 320546 h 396076"/>
                <a:gd name="connsiteX55" fmla="*/ 587398 w 642553"/>
                <a:gd name="connsiteY55" fmla="*/ 125818 h 396076"/>
                <a:gd name="connsiteX56" fmla="*/ 587463 w 642553"/>
                <a:gd name="connsiteY56" fmla="*/ 125818 h 396076"/>
                <a:gd name="connsiteX57" fmla="*/ 548693 w 642553"/>
                <a:gd name="connsiteY57" fmla="*/ 58659 h 396076"/>
                <a:gd name="connsiteX58" fmla="*/ 531919 w 642553"/>
                <a:gd name="connsiteY58" fmla="*/ 29524 h 396076"/>
                <a:gd name="connsiteX59" fmla="*/ 559983 w 642553"/>
                <a:gd name="connsiteY59" fmla="*/ 13302 h 396076"/>
                <a:gd name="connsiteX60" fmla="*/ 629219 w 642553"/>
                <a:gd name="connsiteY60" fmla="*/ 133442 h 396076"/>
                <a:gd name="connsiteX61" fmla="*/ 601122 w 642553"/>
                <a:gd name="connsiteY61" fmla="*/ 149664 h 396076"/>
                <a:gd name="connsiteX62" fmla="*/ 587398 w 642553"/>
                <a:gd name="connsiteY62" fmla="*/ 125818 h 39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42553" h="396076">
                  <a:moveTo>
                    <a:pt x="563552" y="0"/>
                  </a:moveTo>
                  <a:lnTo>
                    <a:pt x="518617" y="25988"/>
                  </a:lnTo>
                  <a:lnTo>
                    <a:pt x="523873" y="35137"/>
                  </a:lnTo>
                  <a:lnTo>
                    <a:pt x="213352" y="214357"/>
                  </a:lnTo>
                  <a:lnTo>
                    <a:pt x="223896" y="232623"/>
                  </a:lnTo>
                  <a:lnTo>
                    <a:pt x="223896" y="232623"/>
                  </a:lnTo>
                  <a:cubicBezTo>
                    <a:pt x="223896" y="232623"/>
                    <a:pt x="150151" y="275222"/>
                    <a:pt x="150151" y="275222"/>
                  </a:cubicBezTo>
                  <a:lnTo>
                    <a:pt x="133896" y="247158"/>
                  </a:lnTo>
                  <a:lnTo>
                    <a:pt x="166211" y="228503"/>
                  </a:lnTo>
                  <a:lnTo>
                    <a:pt x="161344" y="220068"/>
                  </a:lnTo>
                  <a:lnTo>
                    <a:pt x="88280" y="262245"/>
                  </a:lnTo>
                  <a:lnTo>
                    <a:pt x="93147" y="270680"/>
                  </a:lnTo>
                  <a:lnTo>
                    <a:pt x="125461" y="252025"/>
                  </a:lnTo>
                  <a:lnTo>
                    <a:pt x="141715" y="280089"/>
                  </a:lnTo>
                  <a:lnTo>
                    <a:pt x="77801" y="317010"/>
                  </a:lnTo>
                  <a:lnTo>
                    <a:pt x="83089" y="326159"/>
                  </a:lnTo>
                  <a:lnTo>
                    <a:pt x="54960" y="342381"/>
                  </a:lnTo>
                  <a:lnTo>
                    <a:pt x="38479" y="313831"/>
                  </a:lnTo>
                  <a:lnTo>
                    <a:pt x="0" y="351011"/>
                  </a:lnTo>
                  <a:lnTo>
                    <a:pt x="17812" y="381866"/>
                  </a:lnTo>
                  <a:lnTo>
                    <a:pt x="65796" y="396076"/>
                  </a:lnTo>
                  <a:lnTo>
                    <a:pt x="109077" y="371127"/>
                  </a:lnTo>
                  <a:lnTo>
                    <a:pt x="114333" y="380211"/>
                  </a:lnTo>
                  <a:lnTo>
                    <a:pt x="260395" y="295857"/>
                  </a:lnTo>
                  <a:lnTo>
                    <a:pt x="270972" y="314155"/>
                  </a:lnTo>
                  <a:lnTo>
                    <a:pt x="304552" y="294786"/>
                  </a:lnTo>
                  <a:lnTo>
                    <a:pt x="299588" y="286383"/>
                  </a:lnTo>
                  <a:lnTo>
                    <a:pt x="274541" y="300853"/>
                  </a:lnTo>
                  <a:lnTo>
                    <a:pt x="268831" y="290990"/>
                  </a:lnTo>
                  <a:lnTo>
                    <a:pt x="264548" y="283593"/>
                  </a:lnTo>
                  <a:lnTo>
                    <a:pt x="232331" y="227757"/>
                  </a:lnTo>
                  <a:lnTo>
                    <a:pt x="232331" y="227757"/>
                  </a:lnTo>
                  <a:cubicBezTo>
                    <a:pt x="232331" y="227757"/>
                    <a:pt x="232331" y="227757"/>
                    <a:pt x="232331" y="227757"/>
                  </a:cubicBezTo>
                  <a:lnTo>
                    <a:pt x="226686" y="217926"/>
                  </a:lnTo>
                  <a:lnTo>
                    <a:pt x="528772" y="43572"/>
                  </a:lnTo>
                  <a:lnTo>
                    <a:pt x="533898" y="52462"/>
                  </a:lnTo>
                  <a:lnTo>
                    <a:pt x="576562" y="126467"/>
                  </a:lnTo>
                  <a:lnTo>
                    <a:pt x="592752" y="154596"/>
                  </a:lnTo>
                  <a:lnTo>
                    <a:pt x="597586" y="162966"/>
                  </a:lnTo>
                  <a:lnTo>
                    <a:pt x="642553" y="137011"/>
                  </a:lnTo>
                  <a:lnTo>
                    <a:pt x="563584" y="0"/>
                  </a:lnTo>
                  <a:close/>
                  <a:moveTo>
                    <a:pt x="64531" y="385532"/>
                  </a:moveTo>
                  <a:lnTo>
                    <a:pt x="24301" y="373625"/>
                  </a:lnTo>
                  <a:lnTo>
                    <a:pt x="12231" y="352699"/>
                  </a:lnTo>
                  <a:lnTo>
                    <a:pt x="36305" y="329436"/>
                  </a:lnTo>
                  <a:lnTo>
                    <a:pt x="51424" y="355619"/>
                  </a:lnTo>
                  <a:lnTo>
                    <a:pt x="87988" y="334562"/>
                  </a:lnTo>
                  <a:lnTo>
                    <a:pt x="104210" y="362659"/>
                  </a:lnTo>
                  <a:lnTo>
                    <a:pt x="64564" y="385499"/>
                  </a:lnTo>
                  <a:close/>
                  <a:moveTo>
                    <a:pt x="91103" y="320546"/>
                  </a:moveTo>
                  <a:lnTo>
                    <a:pt x="228763" y="241059"/>
                  </a:lnTo>
                  <a:lnTo>
                    <a:pt x="237685" y="256502"/>
                  </a:lnTo>
                  <a:lnTo>
                    <a:pt x="255529" y="287454"/>
                  </a:lnTo>
                  <a:lnTo>
                    <a:pt x="117901" y="366909"/>
                  </a:lnTo>
                  <a:lnTo>
                    <a:pt x="91135" y="320546"/>
                  </a:lnTo>
                  <a:close/>
                  <a:moveTo>
                    <a:pt x="587398" y="125818"/>
                  </a:moveTo>
                  <a:lnTo>
                    <a:pt x="587463" y="125818"/>
                  </a:lnTo>
                  <a:cubicBezTo>
                    <a:pt x="587463" y="125818"/>
                    <a:pt x="548693" y="58659"/>
                    <a:pt x="548693" y="58659"/>
                  </a:cubicBezTo>
                  <a:lnTo>
                    <a:pt x="531919" y="29524"/>
                  </a:lnTo>
                  <a:lnTo>
                    <a:pt x="559983" y="13302"/>
                  </a:lnTo>
                  <a:lnTo>
                    <a:pt x="629219" y="133442"/>
                  </a:lnTo>
                  <a:lnTo>
                    <a:pt x="601122" y="149664"/>
                  </a:lnTo>
                  <a:lnTo>
                    <a:pt x="587398" y="125818"/>
                  </a:lnTo>
                  <a:close/>
                </a:path>
              </a:pathLst>
            </a:custGeom>
            <a:grpFill/>
            <a:ln w="3244" cap="flat">
              <a:noFill/>
              <a:prstDash val="solid"/>
              <a:miter/>
            </a:ln>
          </p:spPr>
          <p:txBody>
            <a:bodyPr rtlCol="0" anchor="ctr"/>
            <a:lstStyle/>
            <a:p>
              <a:endParaRPr lang="en-US"/>
            </a:p>
          </p:txBody>
        </p:sp>
        <p:sp>
          <p:nvSpPr>
            <p:cNvPr id="125" name="Freeform: Shape 1114"/>
            <p:cNvSpPr/>
            <p:nvPr/>
          </p:nvSpPr>
          <p:spPr>
            <a:xfrm>
              <a:off x="1344250" y="4119829"/>
              <a:ext cx="49639" cy="49639"/>
            </a:xfrm>
            <a:custGeom>
              <a:avLst/>
              <a:gdLst>
                <a:gd name="connsiteX0" fmla="*/ 24820 w 49639"/>
                <a:gd name="connsiteY0" fmla="*/ 0 h 49639"/>
                <a:gd name="connsiteX1" fmla="*/ 0 w 49639"/>
                <a:gd name="connsiteY1" fmla="*/ 24820 h 49639"/>
                <a:gd name="connsiteX2" fmla="*/ 24820 w 49639"/>
                <a:gd name="connsiteY2" fmla="*/ 49639 h 49639"/>
                <a:gd name="connsiteX3" fmla="*/ 49639 w 49639"/>
                <a:gd name="connsiteY3" fmla="*/ 24820 h 49639"/>
                <a:gd name="connsiteX4" fmla="*/ 24820 w 49639"/>
                <a:gd name="connsiteY4" fmla="*/ 0 h 49639"/>
                <a:gd name="connsiteX5" fmla="*/ 24820 w 49639"/>
                <a:gd name="connsiteY5" fmla="*/ 39939 h 49639"/>
                <a:gd name="connsiteX6" fmla="*/ 9733 w 49639"/>
                <a:gd name="connsiteY6" fmla="*/ 24852 h 49639"/>
                <a:gd name="connsiteX7" fmla="*/ 24820 w 49639"/>
                <a:gd name="connsiteY7" fmla="*/ 9766 h 49639"/>
                <a:gd name="connsiteX8" fmla="*/ 39906 w 49639"/>
                <a:gd name="connsiteY8" fmla="*/ 24852 h 49639"/>
                <a:gd name="connsiteX9" fmla="*/ 24820 w 49639"/>
                <a:gd name="connsiteY9" fmla="*/ 39939 h 4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39" h="49639">
                  <a:moveTo>
                    <a:pt x="24820" y="0"/>
                  </a:moveTo>
                  <a:cubicBezTo>
                    <a:pt x="11128" y="0"/>
                    <a:pt x="0" y="11128"/>
                    <a:pt x="0" y="24820"/>
                  </a:cubicBezTo>
                  <a:cubicBezTo>
                    <a:pt x="0" y="38511"/>
                    <a:pt x="11128" y="49639"/>
                    <a:pt x="24820" y="49639"/>
                  </a:cubicBezTo>
                  <a:cubicBezTo>
                    <a:pt x="38511" y="49639"/>
                    <a:pt x="49639" y="38511"/>
                    <a:pt x="49639" y="24820"/>
                  </a:cubicBezTo>
                  <a:cubicBezTo>
                    <a:pt x="49639" y="11128"/>
                    <a:pt x="38511" y="0"/>
                    <a:pt x="24820" y="0"/>
                  </a:cubicBezTo>
                  <a:close/>
                  <a:moveTo>
                    <a:pt x="24820" y="39939"/>
                  </a:moveTo>
                  <a:cubicBezTo>
                    <a:pt x="16482" y="39939"/>
                    <a:pt x="9733" y="33158"/>
                    <a:pt x="9733" y="24852"/>
                  </a:cubicBezTo>
                  <a:cubicBezTo>
                    <a:pt x="9733" y="16547"/>
                    <a:pt x="16514" y="9766"/>
                    <a:pt x="24820" y="9766"/>
                  </a:cubicBezTo>
                  <a:cubicBezTo>
                    <a:pt x="33125" y="9766"/>
                    <a:pt x="39906" y="16547"/>
                    <a:pt x="39906" y="24852"/>
                  </a:cubicBezTo>
                  <a:cubicBezTo>
                    <a:pt x="39906" y="33158"/>
                    <a:pt x="33125" y="39939"/>
                    <a:pt x="24820" y="39939"/>
                  </a:cubicBezTo>
                  <a:close/>
                </a:path>
              </a:pathLst>
            </a:custGeom>
            <a:grpFill/>
            <a:ln w="3244" cap="flat">
              <a:noFill/>
              <a:prstDash val="solid"/>
              <a:miter/>
            </a:ln>
          </p:spPr>
          <p:txBody>
            <a:bodyPr rtlCol="0" anchor="ctr"/>
            <a:lstStyle/>
            <a:p>
              <a:endParaRPr lang="en-US"/>
            </a:p>
          </p:txBody>
        </p:sp>
        <p:sp>
          <p:nvSpPr>
            <p:cNvPr id="126" name="Freeform: Shape 1115"/>
            <p:cNvSpPr/>
            <p:nvPr/>
          </p:nvSpPr>
          <p:spPr>
            <a:xfrm>
              <a:off x="1264373" y="4229652"/>
              <a:ext cx="59632" cy="59632"/>
            </a:xfrm>
            <a:custGeom>
              <a:avLst/>
              <a:gdLst>
                <a:gd name="connsiteX0" fmla="*/ 29816 w 59632"/>
                <a:gd name="connsiteY0" fmla="*/ 0 h 59632"/>
                <a:gd name="connsiteX1" fmla="*/ 0 w 59632"/>
                <a:gd name="connsiteY1" fmla="*/ 29816 h 59632"/>
                <a:gd name="connsiteX2" fmla="*/ 29816 w 59632"/>
                <a:gd name="connsiteY2" fmla="*/ 59632 h 59632"/>
                <a:gd name="connsiteX3" fmla="*/ 59632 w 59632"/>
                <a:gd name="connsiteY3" fmla="*/ 29816 h 59632"/>
                <a:gd name="connsiteX4" fmla="*/ 29816 w 59632"/>
                <a:gd name="connsiteY4" fmla="*/ 0 h 59632"/>
                <a:gd name="connsiteX5" fmla="*/ 29816 w 59632"/>
                <a:gd name="connsiteY5" fmla="*/ 49899 h 59632"/>
                <a:gd name="connsiteX6" fmla="*/ 9733 w 59632"/>
                <a:gd name="connsiteY6" fmla="*/ 29816 h 59632"/>
                <a:gd name="connsiteX7" fmla="*/ 29816 w 59632"/>
                <a:gd name="connsiteY7" fmla="*/ 9733 h 59632"/>
                <a:gd name="connsiteX8" fmla="*/ 49899 w 59632"/>
                <a:gd name="connsiteY8" fmla="*/ 29816 h 59632"/>
                <a:gd name="connsiteX9" fmla="*/ 29816 w 59632"/>
                <a:gd name="connsiteY9" fmla="*/ 49899 h 59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32" h="59632">
                  <a:moveTo>
                    <a:pt x="29816" y="0"/>
                  </a:moveTo>
                  <a:cubicBezTo>
                    <a:pt x="13367" y="0"/>
                    <a:pt x="0" y="13367"/>
                    <a:pt x="0" y="29816"/>
                  </a:cubicBezTo>
                  <a:cubicBezTo>
                    <a:pt x="0" y="46265"/>
                    <a:pt x="13367" y="59632"/>
                    <a:pt x="29816" y="59632"/>
                  </a:cubicBezTo>
                  <a:cubicBezTo>
                    <a:pt x="46265" y="59632"/>
                    <a:pt x="59632" y="46265"/>
                    <a:pt x="59632" y="29816"/>
                  </a:cubicBezTo>
                  <a:cubicBezTo>
                    <a:pt x="59632" y="13367"/>
                    <a:pt x="46265" y="0"/>
                    <a:pt x="29816" y="0"/>
                  </a:cubicBezTo>
                  <a:close/>
                  <a:moveTo>
                    <a:pt x="29816" y="49899"/>
                  </a:moveTo>
                  <a:cubicBezTo>
                    <a:pt x="18753" y="49899"/>
                    <a:pt x="9733" y="40879"/>
                    <a:pt x="9733" y="29816"/>
                  </a:cubicBezTo>
                  <a:cubicBezTo>
                    <a:pt x="9733" y="18753"/>
                    <a:pt x="18753" y="9733"/>
                    <a:pt x="29816" y="9733"/>
                  </a:cubicBezTo>
                  <a:cubicBezTo>
                    <a:pt x="40879" y="9733"/>
                    <a:pt x="49899" y="18753"/>
                    <a:pt x="49899" y="29816"/>
                  </a:cubicBezTo>
                  <a:cubicBezTo>
                    <a:pt x="49899" y="40879"/>
                    <a:pt x="40879" y="49899"/>
                    <a:pt x="29816" y="49899"/>
                  </a:cubicBezTo>
                  <a:close/>
                </a:path>
              </a:pathLst>
            </a:custGeom>
            <a:grpFill/>
            <a:ln w="3244" cap="flat">
              <a:noFill/>
              <a:prstDash val="solid"/>
              <a:miter/>
            </a:ln>
          </p:spPr>
          <p:txBody>
            <a:bodyPr rtlCol="0" anchor="ctr"/>
            <a:lstStyle/>
            <a:p>
              <a:endParaRPr lang="en-US"/>
            </a:p>
          </p:txBody>
        </p:sp>
        <p:sp>
          <p:nvSpPr>
            <p:cNvPr id="127" name="Freeform: Shape 1116"/>
            <p:cNvSpPr/>
            <p:nvPr/>
          </p:nvSpPr>
          <p:spPr>
            <a:xfrm>
              <a:off x="944929" y="3900215"/>
              <a:ext cx="69624" cy="69624"/>
            </a:xfrm>
            <a:custGeom>
              <a:avLst/>
              <a:gdLst>
                <a:gd name="connsiteX0" fmla="*/ 34812 w 69624"/>
                <a:gd name="connsiteY0" fmla="*/ 69625 h 69624"/>
                <a:gd name="connsiteX1" fmla="*/ 69625 w 69624"/>
                <a:gd name="connsiteY1" fmla="*/ 34813 h 69624"/>
                <a:gd name="connsiteX2" fmla="*/ 34812 w 69624"/>
                <a:gd name="connsiteY2" fmla="*/ 0 h 69624"/>
                <a:gd name="connsiteX3" fmla="*/ 0 w 69624"/>
                <a:gd name="connsiteY3" fmla="*/ 34813 h 69624"/>
                <a:gd name="connsiteX4" fmla="*/ 34812 w 69624"/>
                <a:gd name="connsiteY4" fmla="*/ 69625 h 69624"/>
                <a:gd name="connsiteX5" fmla="*/ 34812 w 69624"/>
                <a:gd name="connsiteY5" fmla="*/ 9733 h 69624"/>
                <a:gd name="connsiteX6" fmla="*/ 59892 w 69624"/>
                <a:gd name="connsiteY6" fmla="*/ 34813 h 69624"/>
                <a:gd name="connsiteX7" fmla="*/ 34812 w 69624"/>
                <a:gd name="connsiteY7" fmla="*/ 59892 h 69624"/>
                <a:gd name="connsiteX8" fmla="*/ 9733 w 69624"/>
                <a:gd name="connsiteY8" fmla="*/ 34813 h 69624"/>
                <a:gd name="connsiteX9" fmla="*/ 34812 w 69624"/>
                <a:gd name="connsiteY9" fmla="*/ 9733 h 6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624" h="69624">
                  <a:moveTo>
                    <a:pt x="34812" y="69625"/>
                  </a:moveTo>
                  <a:cubicBezTo>
                    <a:pt x="54019" y="69625"/>
                    <a:pt x="69625" y="54019"/>
                    <a:pt x="69625" y="34813"/>
                  </a:cubicBezTo>
                  <a:cubicBezTo>
                    <a:pt x="69625" y="15606"/>
                    <a:pt x="54019" y="0"/>
                    <a:pt x="34812" y="0"/>
                  </a:cubicBezTo>
                  <a:cubicBezTo>
                    <a:pt x="15606" y="0"/>
                    <a:pt x="0" y="15606"/>
                    <a:pt x="0" y="34813"/>
                  </a:cubicBezTo>
                  <a:cubicBezTo>
                    <a:pt x="0" y="54019"/>
                    <a:pt x="15606" y="69625"/>
                    <a:pt x="34812" y="69625"/>
                  </a:cubicBezTo>
                  <a:close/>
                  <a:moveTo>
                    <a:pt x="34812" y="9733"/>
                  </a:moveTo>
                  <a:cubicBezTo>
                    <a:pt x="48634" y="9733"/>
                    <a:pt x="59892" y="20991"/>
                    <a:pt x="59892" y="34813"/>
                  </a:cubicBezTo>
                  <a:cubicBezTo>
                    <a:pt x="59892" y="48634"/>
                    <a:pt x="48634" y="59892"/>
                    <a:pt x="34812" y="59892"/>
                  </a:cubicBezTo>
                  <a:cubicBezTo>
                    <a:pt x="20991" y="59892"/>
                    <a:pt x="9733" y="48634"/>
                    <a:pt x="9733" y="34813"/>
                  </a:cubicBezTo>
                  <a:cubicBezTo>
                    <a:pt x="9733" y="20991"/>
                    <a:pt x="20991" y="9733"/>
                    <a:pt x="34812" y="9733"/>
                  </a:cubicBezTo>
                  <a:close/>
                </a:path>
              </a:pathLst>
            </a:custGeom>
            <a:grpFill/>
            <a:ln w="3244" cap="flat">
              <a:noFill/>
              <a:prstDash val="solid"/>
              <a:miter/>
            </a:ln>
          </p:spPr>
          <p:txBody>
            <a:bodyPr rtlCol="0" anchor="ctr"/>
            <a:lstStyle/>
            <a:p>
              <a:endParaRPr lang="en-US"/>
            </a:p>
          </p:txBody>
        </p:sp>
        <p:sp>
          <p:nvSpPr>
            <p:cNvPr id="542" name="Freeform: Shape 1117"/>
            <p:cNvSpPr/>
            <p:nvPr/>
          </p:nvSpPr>
          <p:spPr>
            <a:xfrm>
              <a:off x="1155685" y="4347034"/>
              <a:ext cx="143564" cy="181848"/>
            </a:xfrm>
            <a:custGeom>
              <a:avLst/>
              <a:gdLst>
                <a:gd name="connsiteX0" fmla="*/ 0 w 143564"/>
                <a:gd name="connsiteY0" fmla="*/ 15703 h 181848"/>
                <a:gd name="connsiteX1" fmla="*/ 123482 w 143564"/>
                <a:gd name="connsiteY1" fmla="*/ 172115 h 181848"/>
                <a:gd name="connsiteX2" fmla="*/ 0 w 143564"/>
                <a:gd name="connsiteY2" fmla="*/ 172115 h 181848"/>
                <a:gd name="connsiteX3" fmla="*/ 0 w 143564"/>
                <a:gd name="connsiteY3" fmla="*/ 181848 h 181848"/>
                <a:gd name="connsiteX4" fmla="*/ 143565 w 143564"/>
                <a:gd name="connsiteY4" fmla="*/ 181848 h 181848"/>
                <a:gd name="connsiteX5" fmla="*/ 0 w 143564"/>
                <a:gd name="connsiteY5" fmla="*/ 0 h 181848"/>
                <a:gd name="connsiteX6" fmla="*/ 0 w 143564"/>
                <a:gd name="connsiteY6" fmla="*/ 15703 h 18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64" h="181848">
                  <a:moveTo>
                    <a:pt x="0" y="15703"/>
                  </a:moveTo>
                  <a:lnTo>
                    <a:pt x="123482" y="172115"/>
                  </a:lnTo>
                  <a:lnTo>
                    <a:pt x="0" y="172115"/>
                  </a:lnTo>
                  <a:lnTo>
                    <a:pt x="0" y="181848"/>
                  </a:lnTo>
                  <a:lnTo>
                    <a:pt x="143565" y="181848"/>
                  </a:lnTo>
                  <a:lnTo>
                    <a:pt x="0" y="0"/>
                  </a:lnTo>
                  <a:lnTo>
                    <a:pt x="0" y="15703"/>
                  </a:lnTo>
                  <a:close/>
                </a:path>
              </a:pathLst>
            </a:custGeom>
            <a:grpFill/>
            <a:ln w="3244" cap="flat">
              <a:noFill/>
              <a:prstDash val="solid"/>
              <a:miter/>
            </a:ln>
          </p:spPr>
          <p:txBody>
            <a:bodyPr rtlCol="0" anchor="ctr"/>
            <a:lstStyle/>
            <a:p>
              <a:endParaRPr lang="en-US"/>
            </a:p>
          </p:txBody>
        </p:sp>
        <p:sp>
          <p:nvSpPr>
            <p:cNvPr id="543" name="Freeform: Shape 1118"/>
            <p:cNvSpPr/>
            <p:nvPr/>
          </p:nvSpPr>
          <p:spPr>
            <a:xfrm>
              <a:off x="979677" y="4347034"/>
              <a:ext cx="143564" cy="181848"/>
            </a:xfrm>
            <a:custGeom>
              <a:avLst/>
              <a:gdLst>
                <a:gd name="connsiteX0" fmla="*/ 143565 w 143564"/>
                <a:gd name="connsiteY0" fmla="*/ 181848 h 181848"/>
                <a:gd name="connsiteX1" fmla="*/ 143565 w 143564"/>
                <a:gd name="connsiteY1" fmla="*/ 172115 h 181848"/>
                <a:gd name="connsiteX2" fmla="*/ 20083 w 143564"/>
                <a:gd name="connsiteY2" fmla="*/ 172115 h 181848"/>
                <a:gd name="connsiteX3" fmla="*/ 143565 w 143564"/>
                <a:gd name="connsiteY3" fmla="*/ 15703 h 181848"/>
                <a:gd name="connsiteX4" fmla="*/ 143565 w 143564"/>
                <a:gd name="connsiteY4" fmla="*/ 0 h 181848"/>
                <a:gd name="connsiteX5" fmla="*/ 0 w 143564"/>
                <a:gd name="connsiteY5" fmla="*/ 181848 h 181848"/>
                <a:gd name="connsiteX6" fmla="*/ 143565 w 143564"/>
                <a:gd name="connsiteY6" fmla="*/ 181848 h 18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64" h="181848">
                  <a:moveTo>
                    <a:pt x="143565" y="181848"/>
                  </a:moveTo>
                  <a:lnTo>
                    <a:pt x="143565" y="172115"/>
                  </a:lnTo>
                  <a:lnTo>
                    <a:pt x="20083" y="172115"/>
                  </a:lnTo>
                  <a:lnTo>
                    <a:pt x="143565" y="15703"/>
                  </a:lnTo>
                  <a:lnTo>
                    <a:pt x="143565" y="0"/>
                  </a:lnTo>
                  <a:lnTo>
                    <a:pt x="0" y="181848"/>
                  </a:lnTo>
                  <a:lnTo>
                    <a:pt x="143565" y="181848"/>
                  </a:lnTo>
                  <a:close/>
                </a:path>
              </a:pathLst>
            </a:custGeom>
            <a:grpFill/>
            <a:ln w="3244" cap="flat">
              <a:noFill/>
              <a:prstDash val="solid"/>
              <a:miter/>
            </a:ln>
          </p:spPr>
          <p:txBody>
            <a:bodyPr rtlCol="0" anchor="ctr"/>
            <a:lstStyle/>
            <a:p>
              <a:endParaRPr lang="en-US"/>
            </a:p>
          </p:txBody>
        </p:sp>
        <p:sp>
          <p:nvSpPr>
            <p:cNvPr id="544" name="Freeform: Shape 1119"/>
            <p:cNvSpPr/>
            <p:nvPr/>
          </p:nvSpPr>
          <p:spPr>
            <a:xfrm>
              <a:off x="1058288" y="4194255"/>
              <a:ext cx="76016" cy="91881"/>
            </a:xfrm>
            <a:custGeom>
              <a:avLst/>
              <a:gdLst>
                <a:gd name="connsiteX0" fmla="*/ 10090 w 76016"/>
                <a:gd name="connsiteY0" fmla="*/ 74784 h 91881"/>
                <a:gd name="connsiteX1" fmla="*/ 6294 w 76016"/>
                <a:gd name="connsiteY1" fmla="*/ 71539 h 91881"/>
                <a:gd name="connsiteX2" fmla="*/ 0 w 76016"/>
                <a:gd name="connsiteY2" fmla="*/ 78936 h 91881"/>
                <a:gd name="connsiteX3" fmla="*/ 15151 w 76016"/>
                <a:gd name="connsiteY3" fmla="*/ 91881 h 91881"/>
                <a:gd name="connsiteX4" fmla="*/ 21478 w 76016"/>
                <a:gd name="connsiteY4" fmla="*/ 84452 h 91881"/>
                <a:gd name="connsiteX5" fmla="*/ 17520 w 76016"/>
                <a:gd name="connsiteY5" fmla="*/ 81110 h 91881"/>
                <a:gd name="connsiteX6" fmla="*/ 76016 w 76016"/>
                <a:gd name="connsiteY6" fmla="*/ 8955 h 91881"/>
                <a:gd name="connsiteX7" fmla="*/ 70728 w 76016"/>
                <a:gd name="connsiteY7" fmla="*/ 0 h 91881"/>
                <a:gd name="connsiteX8" fmla="*/ 10090 w 76016"/>
                <a:gd name="connsiteY8" fmla="*/ 74784 h 9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16" h="91881">
                  <a:moveTo>
                    <a:pt x="10090" y="74784"/>
                  </a:moveTo>
                  <a:lnTo>
                    <a:pt x="6294" y="71539"/>
                  </a:lnTo>
                  <a:lnTo>
                    <a:pt x="0" y="78936"/>
                  </a:lnTo>
                  <a:lnTo>
                    <a:pt x="15151" y="91881"/>
                  </a:lnTo>
                  <a:lnTo>
                    <a:pt x="21478" y="84452"/>
                  </a:lnTo>
                  <a:lnTo>
                    <a:pt x="17520" y="81110"/>
                  </a:lnTo>
                  <a:lnTo>
                    <a:pt x="76016" y="8955"/>
                  </a:lnTo>
                  <a:lnTo>
                    <a:pt x="70728" y="0"/>
                  </a:lnTo>
                  <a:lnTo>
                    <a:pt x="10090" y="74784"/>
                  </a:lnTo>
                  <a:close/>
                </a:path>
              </a:pathLst>
            </a:custGeom>
            <a:grpFill/>
            <a:ln w="3244" cap="flat">
              <a:noFill/>
              <a:prstDash val="solid"/>
              <a:miter/>
            </a:ln>
          </p:spPr>
          <p:txBody>
            <a:bodyPr rtlCol="0" anchor="ctr"/>
            <a:lstStyle/>
            <a:p>
              <a:endParaRPr lang="en-US"/>
            </a:p>
          </p:txBody>
        </p:sp>
        <p:sp>
          <p:nvSpPr>
            <p:cNvPr id="545" name="Freeform: Shape 819"/>
            <p:cNvSpPr/>
            <p:nvPr/>
          </p:nvSpPr>
          <p:spPr>
            <a:xfrm>
              <a:off x="1123241" y="4024898"/>
              <a:ext cx="293358" cy="503984"/>
            </a:xfrm>
            <a:custGeom>
              <a:avLst/>
              <a:gdLst>
                <a:gd name="connsiteX0" fmla="*/ 44708 w 293358"/>
                <a:gd name="connsiteY0" fmla="*/ 171693 h 503984"/>
                <a:gd name="connsiteX1" fmla="*/ 70176 w 293358"/>
                <a:gd name="connsiteY1" fmla="*/ 214682 h 503984"/>
                <a:gd name="connsiteX2" fmla="*/ 32444 w 293358"/>
                <a:gd name="connsiteY2" fmla="*/ 238528 h 503984"/>
                <a:gd name="connsiteX3" fmla="*/ 32444 w 293358"/>
                <a:gd name="connsiteY3" fmla="*/ 503985 h 503984"/>
                <a:gd name="connsiteX4" fmla="*/ 0 w 293358"/>
                <a:gd name="connsiteY4" fmla="*/ 503985 h 503984"/>
                <a:gd name="connsiteX5" fmla="*/ 0 w 293358"/>
                <a:gd name="connsiteY5" fmla="*/ 220651 h 503984"/>
                <a:gd name="connsiteX6" fmla="*/ 26312 w 293358"/>
                <a:gd name="connsiteY6" fmla="*/ 204040 h 503984"/>
                <a:gd name="connsiteX7" fmla="*/ 11063 w 293358"/>
                <a:gd name="connsiteY7" fmla="*/ 178312 h 503984"/>
                <a:gd name="connsiteX8" fmla="*/ 5775 w 293358"/>
                <a:gd name="connsiteY8" fmla="*/ 169357 h 503984"/>
                <a:gd name="connsiteX9" fmla="*/ 5159 w 293358"/>
                <a:gd name="connsiteY9" fmla="*/ 168319 h 503984"/>
                <a:gd name="connsiteX10" fmla="*/ 195 w 293358"/>
                <a:gd name="connsiteY10" fmla="*/ 159916 h 503984"/>
                <a:gd name="connsiteX11" fmla="*/ 14438 w 293358"/>
                <a:gd name="connsiteY11" fmla="*/ 151708 h 503984"/>
                <a:gd name="connsiteX12" fmla="*/ 277169 w 293358"/>
                <a:gd name="connsiteY12" fmla="*/ 0 h 503984"/>
                <a:gd name="connsiteX13" fmla="*/ 293358 w 293358"/>
                <a:gd name="connsiteY13" fmla="*/ 28129 h 503984"/>
                <a:gd name="connsiteX14" fmla="*/ 44708 w 293358"/>
                <a:gd name="connsiteY14" fmla="*/ 171693 h 50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58" h="503984">
                  <a:moveTo>
                    <a:pt x="44708" y="171693"/>
                  </a:moveTo>
                  <a:lnTo>
                    <a:pt x="70176" y="214682"/>
                  </a:lnTo>
                  <a:lnTo>
                    <a:pt x="32444" y="238528"/>
                  </a:lnTo>
                  <a:lnTo>
                    <a:pt x="32444" y="503985"/>
                  </a:lnTo>
                  <a:lnTo>
                    <a:pt x="0" y="503985"/>
                  </a:lnTo>
                  <a:lnTo>
                    <a:pt x="0" y="220651"/>
                  </a:lnTo>
                  <a:lnTo>
                    <a:pt x="26312" y="204040"/>
                  </a:lnTo>
                  <a:lnTo>
                    <a:pt x="11063" y="178312"/>
                  </a:lnTo>
                  <a:lnTo>
                    <a:pt x="5775" y="169357"/>
                  </a:lnTo>
                  <a:lnTo>
                    <a:pt x="5159" y="168319"/>
                  </a:lnTo>
                  <a:lnTo>
                    <a:pt x="195" y="159916"/>
                  </a:lnTo>
                  <a:lnTo>
                    <a:pt x="14438" y="151708"/>
                  </a:lnTo>
                  <a:lnTo>
                    <a:pt x="277169" y="0"/>
                  </a:lnTo>
                  <a:lnTo>
                    <a:pt x="293358" y="28129"/>
                  </a:lnTo>
                  <a:lnTo>
                    <a:pt x="44708" y="171693"/>
                  </a:lnTo>
                  <a:close/>
                </a:path>
              </a:pathLst>
            </a:custGeom>
            <a:solidFill>
              <a:schemeClr val="accent1"/>
            </a:solidFill>
            <a:ln w="3244" cap="flat">
              <a:noFill/>
              <a:prstDash val="solid"/>
              <a:miter/>
            </a:ln>
          </p:spPr>
          <p:txBody>
            <a:bodyPr rtlCol="0" anchor="ctr"/>
            <a:lstStyle/>
            <a:p>
              <a:endParaRPr lang="en-US"/>
            </a:p>
          </p:txBody>
        </p:sp>
      </p:grpSp>
      <p:grpSp>
        <p:nvGrpSpPr>
          <p:cNvPr id="546" name="Group 78"/>
          <p:cNvGrpSpPr/>
          <p:nvPr/>
        </p:nvGrpSpPr>
        <p:grpSpPr>
          <a:xfrm>
            <a:off x="6124981" y="5509189"/>
            <a:ext cx="403887" cy="369118"/>
            <a:chOff x="1985927" y="1323126"/>
            <a:chExt cx="598460" cy="546940"/>
          </a:xfrm>
          <a:solidFill>
            <a:schemeClr val="tx1"/>
          </a:solidFill>
        </p:grpSpPr>
        <p:sp>
          <p:nvSpPr>
            <p:cNvPr id="547" name="Freeform: Shape 1140"/>
            <p:cNvSpPr/>
            <p:nvPr/>
          </p:nvSpPr>
          <p:spPr>
            <a:xfrm>
              <a:off x="2226758" y="1513734"/>
              <a:ext cx="96715" cy="248261"/>
            </a:xfrm>
            <a:custGeom>
              <a:avLst/>
              <a:gdLst>
                <a:gd name="connsiteX0" fmla="*/ 11745 w 96715"/>
                <a:gd name="connsiteY0" fmla="*/ 248261 h 248261"/>
                <a:gd name="connsiteX1" fmla="*/ 84938 w 96715"/>
                <a:gd name="connsiteY1" fmla="*/ 248261 h 248261"/>
                <a:gd name="connsiteX2" fmla="*/ 96716 w 96715"/>
                <a:gd name="connsiteY2" fmla="*/ 0 h 248261"/>
                <a:gd name="connsiteX3" fmla="*/ 0 w 96715"/>
                <a:gd name="connsiteY3" fmla="*/ 0 h 248261"/>
                <a:gd name="connsiteX4" fmla="*/ 11745 w 96715"/>
                <a:gd name="connsiteY4" fmla="*/ 248261 h 248261"/>
                <a:gd name="connsiteX5" fmla="*/ 75659 w 96715"/>
                <a:gd name="connsiteY5" fmla="*/ 238528 h 248261"/>
                <a:gd name="connsiteX6" fmla="*/ 21024 w 96715"/>
                <a:gd name="connsiteY6" fmla="*/ 238528 h 248261"/>
                <a:gd name="connsiteX7" fmla="*/ 10187 w 96715"/>
                <a:gd name="connsiteY7" fmla="*/ 9733 h 248261"/>
                <a:gd name="connsiteX8" fmla="*/ 86496 w 96715"/>
                <a:gd name="connsiteY8" fmla="*/ 9733 h 248261"/>
                <a:gd name="connsiteX9" fmla="*/ 75659 w 96715"/>
                <a:gd name="connsiteY9" fmla="*/ 238528 h 24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715" h="248261">
                  <a:moveTo>
                    <a:pt x="11745" y="248261"/>
                  </a:moveTo>
                  <a:lnTo>
                    <a:pt x="84938" y="248261"/>
                  </a:lnTo>
                  <a:lnTo>
                    <a:pt x="96716" y="0"/>
                  </a:lnTo>
                  <a:lnTo>
                    <a:pt x="0" y="0"/>
                  </a:lnTo>
                  <a:lnTo>
                    <a:pt x="11745" y="248261"/>
                  </a:lnTo>
                  <a:close/>
                  <a:moveTo>
                    <a:pt x="75659" y="238528"/>
                  </a:moveTo>
                  <a:lnTo>
                    <a:pt x="21024" y="238528"/>
                  </a:lnTo>
                  <a:lnTo>
                    <a:pt x="10187" y="9733"/>
                  </a:lnTo>
                  <a:lnTo>
                    <a:pt x="86496" y="9733"/>
                  </a:lnTo>
                  <a:lnTo>
                    <a:pt x="75659" y="238528"/>
                  </a:lnTo>
                  <a:close/>
                </a:path>
              </a:pathLst>
            </a:custGeom>
            <a:grpFill/>
            <a:ln w="3244" cap="flat">
              <a:noFill/>
              <a:prstDash val="solid"/>
              <a:miter/>
            </a:ln>
          </p:spPr>
          <p:txBody>
            <a:bodyPr rtlCol="0" anchor="ctr"/>
            <a:lstStyle/>
            <a:p>
              <a:endParaRPr lang="en-US"/>
            </a:p>
          </p:txBody>
        </p:sp>
        <p:sp>
          <p:nvSpPr>
            <p:cNvPr id="548" name="Freeform: Shape 1142"/>
            <p:cNvSpPr/>
            <p:nvPr/>
          </p:nvSpPr>
          <p:spPr>
            <a:xfrm>
              <a:off x="1985927" y="1355797"/>
              <a:ext cx="328657" cy="514269"/>
            </a:xfrm>
            <a:custGeom>
              <a:avLst/>
              <a:gdLst>
                <a:gd name="connsiteX0" fmla="*/ 289173 w 328657"/>
                <a:gd name="connsiteY0" fmla="*/ 435301 h 514269"/>
                <a:gd name="connsiteX1" fmla="*/ 250046 w 328657"/>
                <a:gd name="connsiteY1" fmla="*/ 469919 h 514269"/>
                <a:gd name="connsiteX2" fmla="*/ 16871 w 328657"/>
                <a:gd name="connsiteY2" fmla="*/ 469919 h 514269"/>
                <a:gd name="connsiteX3" fmla="*/ 282619 w 328657"/>
                <a:gd name="connsiteY3" fmla="*/ 9733 h 514269"/>
                <a:gd name="connsiteX4" fmla="*/ 277007 w 328657"/>
                <a:gd name="connsiteY4" fmla="*/ 0 h 514269"/>
                <a:gd name="connsiteX5" fmla="*/ 0 w 328657"/>
                <a:gd name="connsiteY5" fmla="*/ 479652 h 514269"/>
                <a:gd name="connsiteX6" fmla="*/ 250046 w 328657"/>
                <a:gd name="connsiteY6" fmla="*/ 479652 h 514269"/>
                <a:gd name="connsiteX7" fmla="*/ 289173 w 328657"/>
                <a:gd name="connsiteY7" fmla="*/ 514269 h 514269"/>
                <a:gd name="connsiteX8" fmla="*/ 328658 w 328657"/>
                <a:gd name="connsiteY8" fmla="*/ 474785 h 514269"/>
                <a:gd name="connsiteX9" fmla="*/ 289173 w 328657"/>
                <a:gd name="connsiteY9" fmla="*/ 435301 h 514269"/>
                <a:gd name="connsiteX10" fmla="*/ 289173 w 328657"/>
                <a:gd name="connsiteY10" fmla="*/ 504504 h 514269"/>
                <a:gd name="connsiteX11" fmla="*/ 259422 w 328657"/>
                <a:gd name="connsiteY11" fmla="*/ 474753 h 514269"/>
                <a:gd name="connsiteX12" fmla="*/ 289173 w 328657"/>
                <a:gd name="connsiteY12" fmla="*/ 445002 h 514269"/>
                <a:gd name="connsiteX13" fmla="*/ 318924 w 328657"/>
                <a:gd name="connsiteY13" fmla="*/ 474753 h 514269"/>
                <a:gd name="connsiteX14" fmla="*/ 289173 w 328657"/>
                <a:gd name="connsiteY14" fmla="*/ 504504 h 51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57" h="514269">
                  <a:moveTo>
                    <a:pt x="289173" y="435301"/>
                  </a:moveTo>
                  <a:cubicBezTo>
                    <a:pt x="269058" y="435301"/>
                    <a:pt x="252447" y="450420"/>
                    <a:pt x="250046" y="469919"/>
                  </a:cubicBezTo>
                  <a:lnTo>
                    <a:pt x="16871" y="469919"/>
                  </a:lnTo>
                  <a:lnTo>
                    <a:pt x="282619" y="9733"/>
                  </a:lnTo>
                  <a:lnTo>
                    <a:pt x="277007" y="0"/>
                  </a:lnTo>
                  <a:lnTo>
                    <a:pt x="0" y="479652"/>
                  </a:lnTo>
                  <a:lnTo>
                    <a:pt x="250046" y="479652"/>
                  </a:lnTo>
                  <a:cubicBezTo>
                    <a:pt x="252447" y="499118"/>
                    <a:pt x="269058" y="514269"/>
                    <a:pt x="289173" y="514269"/>
                  </a:cubicBezTo>
                  <a:cubicBezTo>
                    <a:pt x="310943" y="514269"/>
                    <a:pt x="328658" y="496555"/>
                    <a:pt x="328658" y="474785"/>
                  </a:cubicBezTo>
                  <a:cubicBezTo>
                    <a:pt x="328658" y="453015"/>
                    <a:pt x="310943" y="435301"/>
                    <a:pt x="289173" y="435301"/>
                  </a:cubicBezTo>
                  <a:close/>
                  <a:moveTo>
                    <a:pt x="289173" y="504504"/>
                  </a:moveTo>
                  <a:cubicBezTo>
                    <a:pt x="272789" y="504504"/>
                    <a:pt x="259422" y="491169"/>
                    <a:pt x="259422" y="474753"/>
                  </a:cubicBezTo>
                  <a:cubicBezTo>
                    <a:pt x="259422" y="458336"/>
                    <a:pt x="272756" y="445002"/>
                    <a:pt x="289173" y="445002"/>
                  </a:cubicBezTo>
                  <a:cubicBezTo>
                    <a:pt x="305590" y="445002"/>
                    <a:pt x="318924" y="458336"/>
                    <a:pt x="318924" y="474753"/>
                  </a:cubicBezTo>
                  <a:cubicBezTo>
                    <a:pt x="318924" y="491169"/>
                    <a:pt x="305590" y="504504"/>
                    <a:pt x="289173" y="504504"/>
                  </a:cubicBezTo>
                  <a:close/>
                </a:path>
              </a:pathLst>
            </a:custGeom>
            <a:grpFill/>
            <a:ln w="3244" cap="flat">
              <a:noFill/>
              <a:prstDash val="solid"/>
              <a:miter/>
            </a:ln>
          </p:spPr>
          <p:txBody>
            <a:bodyPr rtlCol="0" anchor="ctr"/>
            <a:lstStyle/>
            <a:p>
              <a:endParaRPr lang="en-US"/>
            </a:p>
          </p:txBody>
        </p:sp>
        <p:sp>
          <p:nvSpPr>
            <p:cNvPr id="549" name="Freeform: Shape 809"/>
            <p:cNvSpPr/>
            <p:nvPr/>
          </p:nvSpPr>
          <p:spPr>
            <a:xfrm>
              <a:off x="2262933" y="1323126"/>
              <a:ext cx="321454" cy="523678"/>
            </a:xfrm>
            <a:custGeom>
              <a:avLst/>
              <a:gdLst>
                <a:gd name="connsiteX0" fmla="*/ 50645 w 321454"/>
                <a:gd name="connsiteY0" fmla="*/ 516346 h 523678"/>
                <a:gd name="connsiteX1" fmla="*/ 51651 w 321454"/>
                <a:gd name="connsiteY1" fmla="*/ 507456 h 523678"/>
                <a:gd name="connsiteX2" fmla="*/ 50645 w 321454"/>
                <a:gd name="connsiteY2" fmla="*/ 498567 h 523678"/>
                <a:gd name="connsiteX3" fmla="*/ 50288 w 321454"/>
                <a:gd name="connsiteY3" fmla="*/ 497172 h 523678"/>
                <a:gd name="connsiteX4" fmla="*/ 48796 w 321454"/>
                <a:gd name="connsiteY4" fmla="*/ 492759 h 523678"/>
                <a:gd name="connsiteX5" fmla="*/ 48147 w 321454"/>
                <a:gd name="connsiteY5" fmla="*/ 491234 h 523678"/>
                <a:gd name="connsiteX6" fmla="*/ 265230 w 321454"/>
                <a:gd name="connsiteY6" fmla="*/ 491234 h 523678"/>
                <a:gd name="connsiteX7" fmla="*/ 5613 w 321454"/>
                <a:gd name="connsiteY7" fmla="*/ 42404 h 523678"/>
                <a:gd name="connsiteX8" fmla="*/ 0 w 321454"/>
                <a:gd name="connsiteY8" fmla="*/ 32671 h 523678"/>
                <a:gd name="connsiteX9" fmla="*/ 941 w 321454"/>
                <a:gd name="connsiteY9" fmla="*/ 31016 h 523678"/>
                <a:gd name="connsiteX10" fmla="*/ 18590 w 321454"/>
                <a:gd name="connsiteY10" fmla="*/ 0 h 523678"/>
                <a:gd name="connsiteX11" fmla="*/ 321455 w 321454"/>
                <a:gd name="connsiteY11" fmla="*/ 523678 h 523678"/>
                <a:gd name="connsiteX12" fmla="*/ 48147 w 321454"/>
                <a:gd name="connsiteY12" fmla="*/ 523678 h 523678"/>
                <a:gd name="connsiteX13" fmla="*/ 48796 w 321454"/>
                <a:gd name="connsiteY13" fmla="*/ 522153 h 523678"/>
                <a:gd name="connsiteX14" fmla="*/ 50288 w 321454"/>
                <a:gd name="connsiteY14" fmla="*/ 517741 h 523678"/>
                <a:gd name="connsiteX15" fmla="*/ 50645 w 321454"/>
                <a:gd name="connsiteY15" fmla="*/ 516346 h 52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454" h="523678">
                  <a:moveTo>
                    <a:pt x="50645" y="516346"/>
                  </a:moveTo>
                  <a:cubicBezTo>
                    <a:pt x="51294" y="513491"/>
                    <a:pt x="51651" y="510506"/>
                    <a:pt x="51651" y="507456"/>
                  </a:cubicBezTo>
                  <a:cubicBezTo>
                    <a:pt x="51651" y="504407"/>
                    <a:pt x="51294" y="501422"/>
                    <a:pt x="50645" y="498567"/>
                  </a:cubicBezTo>
                  <a:cubicBezTo>
                    <a:pt x="50548" y="498112"/>
                    <a:pt x="50418" y="497626"/>
                    <a:pt x="50288" y="497172"/>
                  </a:cubicBezTo>
                  <a:cubicBezTo>
                    <a:pt x="49899" y="495679"/>
                    <a:pt x="49380" y="494187"/>
                    <a:pt x="48796" y="492759"/>
                  </a:cubicBezTo>
                  <a:cubicBezTo>
                    <a:pt x="48601" y="492240"/>
                    <a:pt x="48374" y="491721"/>
                    <a:pt x="48147" y="491234"/>
                  </a:cubicBezTo>
                  <a:lnTo>
                    <a:pt x="265230" y="491234"/>
                  </a:lnTo>
                  <a:lnTo>
                    <a:pt x="5613" y="42404"/>
                  </a:lnTo>
                  <a:lnTo>
                    <a:pt x="0" y="32671"/>
                  </a:lnTo>
                  <a:lnTo>
                    <a:pt x="941" y="31016"/>
                  </a:lnTo>
                  <a:lnTo>
                    <a:pt x="18590" y="0"/>
                  </a:lnTo>
                  <a:lnTo>
                    <a:pt x="321455" y="523678"/>
                  </a:lnTo>
                  <a:lnTo>
                    <a:pt x="48147" y="523678"/>
                  </a:lnTo>
                  <a:cubicBezTo>
                    <a:pt x="48374" y="523192"/>
                    <a:pt x="48601" y="522672"/>
                    <a:pt x="48796" y="522153"/>
                  </a:cubicBezTo>
                  <a:cubicBezTo>
                    <a:pt x="49380" y="520726"/>
                    <a:pt x="49899" y="519233"/>
                    <a:pt x="50288" y="517741"/>
                  </a:cubicBezTo>
                  <a:cubicBezTo>
                    <a:pt x="50418" y="517287"/>
                    <a:pt x="50548" y="516800"/>
                    <a:pt x="50645" y="516346"/>
                  </a:cubicBezTo>
                  <a:close/>
                </a:path>
              </a:pathLst>
            </a:custGeom>
            <a:solidFill>
              <a:schemeClr val="accent1"/>
            </a:solidFill>
            <a:ln w="3244" cap="flat">
              <a:noFill/>
              <a:prstDash val="solid"/>
              <a:miter/>
            </a:ln>
          </p:spPr>
          <p:txBody>
            <a:bodyPr rtlCol="0" anchor="ctr"/>
            <a:lstStyle/>
            <a:p>
              <a:endParaRPr lang="en-US"/>
            </a:p>
          </p:txBody>
        </p:sp>
      </p:grpSp>
      <p:grpSp>
        <p:nvGrpSpPr>
          <p:cNvPr id="550" name="Group 79"/>
          <p:cNvGrpSpPr/>
          <p:nvPr/>
        </p:nvGrpSpPr>
        <p:grpSpPr>
          <a:xfrm>
            <a:off x="7340230" y="5541195"/>
            <a:ext cx="418158" cy="423512"/>
            <a:chOff x="3137461" y="1345544"/>
            <a:chExt cx="557517" cy="564655"/>
          </a:xfrm>
          <a:solidFill>
            <a:schemeClr val="bg1"/>
          </a:solidFill>
        </p:grpSpPr>
        <p:sp>
          <p:nvSpPr>
            <p:cNvPr id="551" name="Freeform: Shape 1136"/>
            <p:cNvSpPr/>
            <p:nvPr/>
          </p:nvSpPr>
          <p:spPr>
            <a:xfrm>
              <a:off x="3137461" y="1345577"/>
              <a:ext cx="525072" cy="531919"/>
            </a:xfrm>
            <a:custGeom>
              <a:avLst/>
              <a:gdLst>
                <a:gd name="connsiteX0" fmla="*/ 448116 w 525073"/>
                <a:gd name="connsiteY0" fmla="*/ 441238 h 531919"/>
                <a:gd name="connsiteX1" fmla="*/ 165464 w 525073"/>
                <a:gd name="connsiteY1" fmla="*/ 441238 h 531919"/>
                <a:gd name="connsiteX2" fmla="*/ 165464 w 525073"/>
                <a:gd name="connsiteY2" fmla="*/ 165464 h 531919"/>
                <a:gd name="connsiteX3" fmla="*/ 369342 w 525073"/>
                <a:gd name="connsiteY3" fmla="*/ 165464 h 531919"/>
                <a:gd name="connsiteX4" fmla="*/ 369342 w 525073"/>
                <a:gd name="connsiteY4" fmla="*/ 155731 h 531919"/>
                <a:gd name="connsiteX5" fmla="*/ 155731 w 525073"/>
                <a:gd name="connsiteY5" fmla="*/ 155731 h 531919"/>
                <a:gd name="connsiteX6" fmla="*/ 155731 w 525073"/>
                <a:gd name="connsiteY6" fmla="*/ 285507 h 531919"/>
                <a:gd name="connsiteX7" fmla="*/ 98046 w 525073"/>
                <a:gd name="connsiteY7" fmla="*/ 285507 h 531919"/>
                <a:gd name="connsiteX8" fmla="*/ 9733 w 525073"/>
                <a:gd name="connsiteY8" fmla="*/ 373787 h 531919"/>
                <a:gd name="connsiteX9" fmla="*/ 9733 w 525073"/>
                <a:gd name="connsiteY9" fmla="*/ 9733 h 531919"/>
                <a:gd name="connsiteX10" fmla="*/ 369342 w 525073"/>
                <a:gd name="connsiteY10" fmla="*/ 9733 h 531919"/>
                <a:gd name="connsiteX11" fmla="*/ 369342 w 525073"/>
                <a:gd name="connsiteY11" fmla="*/ 0 h 531919"/>
                <a:gd name="connsiteX12" fmla="*/ 0 w 525073"/>
                <a:gd name="connsiteY12" fmla="*/ 0 h 531919"/>
                <a:gd name="connsiteX13" fmla="*/ 0 w 525073"/>
                <a:gd name="connsiteY13" fmla="*/ 397277 h 531919"/>
                <a:gd name="connsiteX14" fmla="*/ 102069 w 525073"/>
                <a:gd name="connsiteY14" fmla="*/ 295240 h 531919"/>
                <a:gd name="connsiteX15" fmla="*/ 155731 w 525073"/>
                <a:gd name="connsiteY15" fmla="*/ 295240 h 531919"/>
                <a:gd name="connsiteX16" fmla="*/ 155731 w 525073"/>
                <a:gd name="connsiteY16" fmla="*/ 450971 h 531919"/>
                <a:gd name="connsiteX17" fmla="*/ 444093 w 525073"/>
                <a:gd name="connsiteY17" fmla="*/ 450971 h 531919"/>
                <a:gd name="connsiteX18" fmla="*/ 525074 w 525073"/>
                <a:gd name="connsiteY18" fmla="*/ 531919 h 531919"/>
                <a:gd name="connsiteX19" fmla="*/ 525074 w 525073"/>
                <a:gd name="connsiteY19" fmla="*/ 518163 h 531919"/>
                <a:gd name="connsiteX20" fmla="*/ 448116 w 525073"/>
                <a:gd name="connsiteY20" fmla="*/ 441238 h 53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5073" h="531919">
                  <a:moveTo>
                    <a:pt x="448116" y="441238"/>
                  </a:moveTo>
                  <a:lnTo>
                    <a:pt x="165464" y="441238"/>
                  </a:lnTo>
                  <a:lnTo>
                    <a:pt x="165464" y="165464"/>
                  </a:lnTo>
                  <a:lnTo>
                    <a:pt x="369342" y="165464"/>
                  </a:lnTo>
                  <a:lnTo>
                    <a:pt x="369342" y="155731"/>
                  </a:lnTo>
                  <a:lnTo>
                    <a:pt x="155731" y="155731"/>
                  </a:lnTo>
                  <a:lnTo>
                    <a:pt x="155731" y="285507"/>
                  </a:lnTo>
                  <a:lnTo>
                    <a:pt x="98046" y="285507"/>
                  </a:lnTo>
                  <a:lnTo>
                    <a:pt x="9733" y="373787"/>
                  </a:lnTo>
                  <a:lnTo>
                    <a:pt x="9733" y="9733"/>
                  </a:lnTo>
                  <a:lnTo>
                    <a:pt x="369342" y="9733"/>
                  </a:lnTo>
                  <a:lnTo>
                    <a:pt x="369342" y="0"/>
                  </a:lnTo>
                  <a:lnTo>
                    <a:pt x="0" y="0"/>
                  </a:lnTo>
                  <a:lnTo>
                    <a:pt x="0" y="397277"/>
                  </a:lnTo>
                  <a:lnTo>
                    <a:pt x="102069" y="295240"/>
                  </a:lnTo>
                  <a:lnTo>
                    <a:pt x="155731" y="295240"/>
                  </a:lnTo>
                  <a:lnTo>
                    <a:pt x="155731" y="450971"/>
                  </a:lnTo>
                  <a:lnTo>
                    <a:pt x="444093" y="450971"/>
                  </a:lnTo>
                  <a:lnTo>
                    <a:pt x="525074" y="531919"/>
                  </a:lnTo>
                  <a:lnTo>
                    <a:pt x="525074" y="518163"/>
                  </a:lnTo>
                  <a:lnTo>
                    <a:pt x="448116" y="441238"/>
                  </a:lnTo>
                  <a:close/>
                </a:path>
              </a:pathLst>
            </a:custGeom>
            <a:grpFill/>
            <a:ln w="3244" cap="flat">
              <a:noFill/>
              <a:prstDash val="solid"/>
              <a:miter/>
            </a:ln>
          </p:spPr>
          <p:txBody>
            <a:bodyPr rtlCol="0" anchor="ctr"/>
            <a:lstStyle/>
            <a:p>
              <a:endParaRPr lang="en-US"/>
            </a:p>
          </p:txBody>
        </p:sp>
        <p:sp>
          <p:nvSpPr>
            <p:cNvPr id="552" name="Freeform: Shape 1137"/>
            <p:cNvSpPr/>
            <p:nvPr/>
          </p:nvSpPr>
          <p:spPr>
            <a:xfrm>
              <a:off x="3461057" y="1668070"/>
              <a:ext cx="54700" cy="54700"/>
            </a:xfrm>
            <a:custGeom>
              <a:avLst/>
              <a:gdLst>
                <a:gd name="connsiteX0" fmla="*/ 0 w 54700"/>
                <a:gd name="connsiteY0" fmla="*/ 27350 h 54700"/>
                <a:gd name="connsiteX1" fmla="*/ 27350 w 54700"/>
                <a:gd name="connsiteY1" fmla="*/ 54701 h 54700"/>
                <a:gd name="connsiteX2" fmla="*/ 54701 w 54700"/>
                <a:gd name="connsiteY2" fmla="*/ 27350 h 54700"/>
                <a:gd name="connsiteX3" fmla="*/ 27350 w 54700"/>
                <a:gd name="connsiteY3" fmla="*/ 0 h 54700"/>
                <a:gd name="connsiteX4" fmla="*/ 0 w 54700"/>
                <a:gd name="connsiteY4" fmla="*/ 27350 h 54700"/>
                <a:gd name="connsiteX5" fmla="*/ 44967 w 54700"/>
                <a:gd name="connsiteY5" fmla="*/ 27350 h 54700"/>
                <a:gd name="connsiteX6" fmla="*/ 27350 w 54700"/>
                <a:gd name="connsiteY6" fmla="*/ 44967 h 54700"/>
                <a:gd name="connsiteX7" fmla="*/ 9733 w 54700"/>
                <a:gd name="connsiteY7" fmla="*/ 27350 h 54700"/>
                <a:gd name="connsiteX8" fmla="*/ 27350 w 54700"/>
                <a:gd name="connsiteY8" fmla="*/ 9733 h 54700"/>
                <a:gd name="connsiteX9" fmla="*/ 44967 w 54700"/>
                <a:gd name="connsiteY9" fmla="*/ 27350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00" h="54700">
                  <a:moveTo>
                    <a:pt x="0" y="27350"/>
                  </a:moveTo>
                  <a:cubicBezTo>
                    <a:pt x="0" y="42437"/>
                    <a:pt x="12264" y="54701"/>
                    <a:pt x="27350" y="54701"/>
                  </a:cubicBezTo>
                  <a:cubicBezTo>
                    <a:pt x="42437" y="54701"/>
                    <a:pt x="54701" y="42437"/>
                    <a:pt x="54701" y="27350"/>
                  </a:cubicBezTo>
                  <a:cubicBezTo>
                    <a:pt x="54701" y="12264"/>
                    <a:pt x="42437" y="0"/>
                    <a:pt x="27350" y="0"/>
                  </a:cubicBezTo>
                  <a:cubicBezTo>
                    <a:pt x="12264" y="0"/>
                    <a:pt x="0" y="12264"/>
                    <a:pt x="0" y="27350"/>
                  </a:cubicBezTo>
                  <a:close/>
                  <a:moveTo>
                    <a:pt x="44967" y="27350"/>
                  </a:moveTo>
                  <a:cubicBezTo>
                    <a:pt x="44967" y="37083"/>
                    <a:pt x="37083" y="44967"/>
                    <a:pt x="27350" y="44967"/>
                  </a:cubicBezTo>
                  <a:cubicBezTo>
                    <a:pt x="17617" y="44967"/>
                    <a:pt x="9733" y="37083"/>
                    <a:pt x="9733" y="27350"/>
                  </a:cubicBezTo>
                  <a:cubicBezTo>
                    <a:pt x="9733" y="17617"/>
                    <a:pt x="17617" y="9733"/>
                    <a:pt x="27350" y="9733"/>
                  </a:cubicBezTo>
                  <a:cubicBezTo>
                    <a:pt x="37083" y="9733"/>
                    <a:pt x="44967" y="17617"/>
                    <a:pt x="44967" y="27350"/>
                  </a:cubicBezTo>
                  <a:close/>
                </a:path>
              </a:pathLst>
            </a:custGeom>
            <a:grpFill/>
            <a:ln w="3244" cap="flat">
              <a:noFill/>
              <a:prstDash val="solid"/>
              <a:miter/>
            </a:ln>
          </p:spPr>
          <p:txBody>
            <a:bodyPr rtlCol="0" anchor="ctr"/>
            <a:lstStyle/>
            <a:p>
              <a:endParaRPr lang="en-US"/>
            </a:p>
          </p:txBody>
        </p:sp>
        <p:sp>
          <p:nvSpPr>
            <p:cNvPr id="553" name="Freeform: Shape 1138"/>
            <p:cNvSpPr/>
            <p:nvPr/>
          </p:nvSpPr>
          <p:spPr>
            <a:xfrm>
              <a:off x="3551024" y="1668070"/>
              <a:ext cx="54733" cy="54700"/>
            </a:xfrm>
            <a:custGeom>
              <a:avLst/>
              <a:gdLst>
                <a:gd name="connsiteX0" fmla="*/ 27350 w 54733"/>
                <a:gd name="connsiteY0" fmla="*/ 54701 h 54700"/>
                <a:gd name="connsiteX1" fmla="*/ 54733 w 54733"/>
                <a:gd name="connsiteY1" fmla="*/ 27350 h 54700"/>
                <a:gd name="connsiteX2" fmla="*/ 27350 w 54733"/>
                <a:gd name="connsiteY2" fmla="*/ 0 h 54700"/>
                <a:gd name="connsiteX3" fmla="*/ 0 w 54733"/>
                <a:gd name="connsiteY3" fmla="*/ 27350 h 54700"/>
                <a:gd name="connsiteX4" fmla="*/ 27350 w 54733"/>
                <a:gd name="connsiteY4" fmla="*/ 54701 h 54700"/>
                <a:gd name="connsiteX5" fmla="*/ 27350 w 54733"/>
                <a:gd name="connsiteY5" fmla="*/ 9733 h 54700"/>
                <a:gd name="connsiteX6" fmla="*/ 45000 w 54733"/>
                <a:gd name="connsiteY6" fmla="*/ 27350 h 54700"/>
                <a:gd name="connsiteX7" fmla="*/ 27350 w 54733"/>
                <a:gd name="connsiteY7" fmla="*/ 44967 h 54700"/>
                <a:gd name="connsiteX8" fmla="*/ 9733 w 54733"/>
                <a:gd name="connsiteY8" fmla="*/ 27350 h 54700"/>
                <a:gd name="connsiteX9" fmla="*/ 27350 w 54733"/>
                <a:gd name="connsiteY9" fmla="*/ 9733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3" h="54700">
                  <a:moveTo>
                    <a:pt x="27350" y="54701"/>
                  </a:moveTo>
                  <a:cubicBezTo>
                    <a:pt x="42437" y="54701"/>
                    <a:pt x="54733" y="42437"/>
                    <a:pt x="54733" y="27350"/>
                  </a:cubicBezTo>
                  <a:cubicBezTo>
                    <a:pt x="54733" y="12264"/>
                    <a:pt x="42437" y="0"/>
                    <a:pt x="27350" y="0"/>
                  </a:cubicBezTo>
                  <a:cubicBezTo>
                    <a:pt x="12264" y="0"/>
                    <a:pt x="0" y="12264"/>
                    <a:pt x="0" y="27350"/>
                  </a:cubicBezTo>
                  <a:cubicBezTo>
                    <a:pt x="0" y="42437"/>
                    <a:pt x="12264" y="54701"/>
                    <a:pt x="27350" y="54701"/>
                  </a:cubicBezTo>
                  <a:close/>
                  <a:moveTo>
                    <a:pt x="27350" y="9733"/>
                  </a:moveTo>
                  <a:cubicBezTo>
                    <a:pt x="37084" y="9733"/>
                    <a:pt x="45000" y="17617"/>
                    <a:pt x="45000" y="27350"/>
                  </a:cubicBezTo>
                  <a:cubicBezTo>
                    <a:pt x="45000" y="37083"/>
                    <a:pt x="37084" y="44967"/>
                    <a:pt x="27350" y="44967"/>
                  </a:cubicBezTo>
                  <a:cubicBezTo>
                    <a:pt x="17617" y="44967"/>
                    <a:pt x="9733" y="37083"/>
                    <a:pt x="9733" y="27350"/>
                  </a:cubicBezTo>
                  <a:cubicBezTo>
                    <a:pt x="9733" y="17617"/>
                    <a:pt x="17650" y="9733"/>
                    <a:pt x="27350" y="9733"/>
                  </a:cubicBezTo>
                  <a:close/>
                </a:path>
              </a:pathLst>
            </a:custGeom>
            <a:grpFill/>
            <a:ln w="3244" cap="flat">
              <a:noFill/>
              <a:prstDash val="solid"/>
              <a:miter/>
            </a:ln>
          </p:spPr>
          <p:txBody>
            <a:bodyPr rtlCol="0" anchor="ctr"/>
            <a:lstStyle/>
            <a:p>
              <a:endParaRPr lang="en-US"/>
            </a:p>
          </p:txBody>
        </p:sp>
        <p:sp>
          <p:nvSpPr>
            <p:cNvPr id="554" name="Freeform: Shape 1139"/>
            <p:cNvSpPr/>
            <p:nvPr/>
          </p:nvSpPr>
          <p:spPr>
            <a:xfrm>
              <a:off x="3371058" y="1668070"/>
              <a:ext cx="54732" cy="54700"/>
            </a:xfrm>
            <a:custGeom>
              <a:avLst/>
              <a:gdLst>
                <a:gd name="connsiteX0" fmla="*/ 0 w 54732"/>
                <a:gd name="connsiteY0" fmla="*/ 27350 h 54700"/>
                <a:gd name="connsiteX1" fmla="*/ 27383 w 54732"/>
                <a:gd name="connsiteY1" fmla="*/ 54701 h 54700"/>
                <a:gd name="connsiteX2" fmla="*/ 54733 w 54732"/>
                <a:gd name="connsiteY2" fmla="*/ 27350 h 54700"/>
                <a:gd name="connsiteX3" fmla="*/ 27383 w 54732"/>
                <a:gd name="connsiteY3" fmla="*/ 0 h 54700"/>
                <a:gd name="connsiteX4" fmla="*/ 0 w 54732"/>
                <a:gd name="connsiteY4" fmla="*/ 27350 h 54700"/>
                <a:gd name="connsiteX5" fmla="*/ 45000 w 54732"/>
                <a:gd name="connsiteY5" fmla="*/ 27350 h 54700"/>
                <a:gd name="connsiteX6" fmla="*/ 27383 w 54732"/>
                <a:gd name="connsiteY6" fmla="*/ 44967 h 54700"/>
                <a:gd name="connsiteX7" fmla="*/ 9733 w 54732"/>
                <a:gd name="connsiteY7" fmla="*/ 27350 h 54700"/>
                <a:gd name="connsiteX8" fmla="*/ 27383 w 54732"/>
                <a:gd name="connsiteY8" fmla="*/ 9733 h 54700"/>
                <a:gd name="connsiteX9" fmla="*/ 45000 w 54732"/>
                <a:gd name="connsiteY9" fmla="*/ 27350 h 5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2" h="54700">
                  <a:moveTo>
                    <a:pt x="0" y="27350"/>
                  </a:moveTo>
                  <a:cubicBezTo>
                    <a:pt x="0" y="42437"/>
                    <a:pt x="12296" y="54701"/>
                    <a:pt x="27383" y="54701"/>
                  </a:cubicBezTo>
                  <a:cubicBezTo>
                    <a:pt x="42469" y="54701"/>
                    <a:pt x="54733" y="42437"/>
                    <a:pt x="54733" y="27350"/>
                  </a:cubicBezTo>
                  <a:cubicBezTo>
                    <a:pt x="54733" y="12264"/>
                    <a:pt x="42469" y="0"/>
                    <a:pt x="27383" y="0"/>
                  </a:cubicBezTo>
                  <a:cubicBezTo>
                    <a:pt x="12296" y="0"/>
                    <a:pt x="0" y="12264"/>
                    <a:pt x="0" y="27350"/>
                  </a:cubicBezTo>
                  <a:close/>
                  <a:moveTo>
                    <a:pt x="45000" y="27350"/>
                  </a:moveTo>
                  <a:cubicBezTo>
                    <a:pt x="45000" y="37083"/>
                    <a:pt x="37083" y="44967"/>
                    <a:pt x="27383" y="44967"/>
                  </a:cubicBezTo>
                  <a:cubicBezTo>
                    <a:pt x="17682" y="44967"/>
                    <a:pt x="9733" y="37083"/>
                    <a:pt x="9733" y="27350"/>
                  </a:cubicBezTo>
                  <a:cubicBezTo>
                    <a:pt x="9733" y="17617"/>
                    <a:pt x="17650" y="9733"/>
                    <a:pt x="27383" y="9733"/>
                  </a:cubicBezTo>
                  <a:cubicBezTo>
                    <a:pt x="37116" y="9733"/>
                    <a:pt x="45000" y="17617"/>
                    <a:pt x="45000" y="27350"/>
                  </a:cubicBezTo>
                  <a:close/>
                </a:path>
              </a:pathLst>
            </a:custGeom>
            <a:grpFill/>
            <a:ln w="3244" cap="flat">
              <a:noFill/>
              <a:prstDash val="solid"/>
              <a:miter/>
            </a:ln>
          </p:spPr>
          <p:txBody>
            <a:bodyPr rtlCol="0" anchor="ctr"/>
            <a:lstStyle/>
            <a:p>
              <a:endParaRPr lang="en-US"/>
            </a:p>
          </p:txBody>
        </p:sp>
        <p:sp>
          <p:nvSpPr>
            <p:cNvPr id="555" name="Freeform: Shape 810"/>
            <p:cNvSpPr/>
            <p:nvPr/>
          </p:nvSpPr>
          <p:spPr>
            <a:xfrm>
              <a:off x="3506803" y="1345544"/>
              <a:ext cx="188175" cy="564655"/>
            </a:xfrm>
            <a:custGeom>
              <a:avLst/>
              <a:gdLst>
                <a:gd name="connsiteX0" fmla="*/ 188175 w 188175"/>
                <a:gd name="connsiteY0" fmla="*/ 564655 h 564655"/>
                <a:gd name="connsiteX1" fmla="*/ 155731 w 188175"/>
                <a:gd name="connsiteY1" fmla="*/ 531951 h 564655"/>
                <a:gd name="connsiteX2" fmla="*/ 155731 w 188175"/>
                <a:gd name="connsiteY2" fmla="*/ 165464 h 564655"/>
                <a:gd name="connsiteX3" fmla="*/ 0 w 188175"/>
                <a:gd name="connsiteY3" fmla="*/ 165464 h 564655"/>
                <a:gd name="connsiteX4" fmla="*/ 0 w 188175"/>
                <a:gd name="connsiteY4" fmla="*/ 0 h 564655"/>
                <a:gd name="connsiteX5" fmla="*/ 32444 w 188175"/>
                <a:gd name="connsiteY5" fmla="*/ 0 h 564655"/>
                <a:gd name="connsiteX6" fmla="*/ 32444 w 188175"/>
                <a:gd name="connsiteY6" fmla="*/ 133020 h 564655"/>
                <a:gd name="connsiteX7" fmla="*/ 188175 w 188175"/>
                <a:gd name="connsiteY7" fmla="*/ 133020 h 564655"/>
                <a:gd name="connsiteX8" fmla="*/ 188175 w 188175"/>
                <a:gd name="connsiteY8" fmla="*/ 564655 h 56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175" h="564655">
                  <a:moveTo>
                    <a:pt x="188175" y="564655"/>
                  </a:moveTo>
                  <a:lnTo>
                    <a:pt x="155731" y="531951"/>
                  </a:lnTo>
                  <a:lnTo>
                    <a:pt x="155731" y="165464"/>
                  </a:lnTo>
                  <a:lnTo>
                    <a:pt x="0" y="165464"/>
                  </a:lnTo>
                  <a:lnTo>
                    <a:pt x="0" y="0"/>
                  </a:lnTo>
                  <a:lnTo>
                    <a:pt x="32444" y="0"/>
                  </a:lnTo>
                  <a:lnTo>
                    <a:pt x="32444" y="133020"/>
                  </a:lnTo>
                  <a:lnTo>
                    <a:pt x="188175" y="133020"/>
                  </a:lnTo>
                  <a:lnTo>
                    <a:pt x="188175" y="564655"/>
                  </a:lnTo>
                  <a:close/>
                </a:path>
              </a:pathLst>
            </a:custGeom>
            <a:grpFill/>
            <a:ln w="3244" cap="flat">
              <a:noFill/>
              <a:prstDash val="solid"/>
              <a:miter/>
            </a:ln>
          </p:spPr>
          <p:txBody>
            <a:bodyPr rtlCol="0" anchor="ctr"/>
            <a:lstStyle/>
            <a:p>
              <a:endParaRPr lang="en-US"/>
            </a:p>
          </p:txBody>
        </p:sp>
      </p:grpSp>
      <p:grpSp>
        <p:nvGrpSpPr>
          <p:cNvPr id="556" name="Group 322"/>
          <p:cNvGrpSpPr/>
          <p:nvPr/>
        </p:nvGrpSpPr>
        <p:grpSpPr>
          <a:xfrm>
            <a:off x="4888399" y="5544626"/>
            <a:ext cx="421812" cy="413868"/>
            <a:chOff x="823881" y="3898431"/>
            <a:chExt cx="642553" cy="630451"/>
          </a:xfrm>
          <a:solidFill>
            <a:schemeClr val="bg1"/>
          </a:solidFill>
        </p:grpSpPr>
        <p:sp>
          <p:nvSpPr>
            <p:cNvPr id="557" name="Freeform: Shape 1113"/>
            <p:cNvSpPr/>
            <p:nvPr/>
          </p:nvSpPr>
          <p:spPr>
            <a:xfrm>
              <a:off x="823881" y="3898431"/>
              <a:ext cx="642553" cy="396076"/>
            </a:xfrm>
            <a:custGeom>
              <a:avLst/>
              <a:gdLst>
                <a:gd name="connsiteX0" fmla="*/ 563552 w 642553"/>
                <a:gd name="connsiteY0" fmla="*/ 0 h 396076"/>
                <a:gd name="connsiteX1" fmla="*/ 518617 w 642553"/>
                <a:gd name="connsiteY1" fmla="*/ 25988 h 396076"/>
                <a:gd name="connsiteX2" fmla="*/ 523873 w 642553"/>
                <a:gd name="connsiteY2" fmla="*/ 35137 h 396076"/>
                <a:gd name="connsiteX3" fmla="*/ 213352 w 642553"/>
                <a:gd name="connsiteY3" fmla="*/ 214357 h 396076"/>
                <a:gd name="connsiteX4" fmla="*/ 223896 w 642553"/>
                <a:gd name="connsiteY4" fmla="*/ 232623 h 396076"/>
                <a:gd name="connsiteX5" fmla="*/ 223896 w 642553"/>
                <a:gd name="connsiteY5" fmla="*/ 232623 h 396076"/>
                <a:gd name="connsiteX6" fmla="*/ 150151 w 642553"/>
                <a:gd name="connsiteY6" fmla="*/ 275222 h 396076"/>
                <a:gd name="connsiteX7" fmla="*/ 133896 w 642553"/>
                <a:gd name="connsiteY7" fmla="*/ 247158 h 396076"/>
                <a:gd name="connsiteX8" fmla="*/ 166211 w 642553"/>
                <a:gd name="connsiteY8" fmla="*/ 228503 h 396076"/>
                <a:gd name="connsiteX9" fmla="*/ 161344 w 642553"/>
                <a:gd name="connsiteY9" fmla="*/ 220068 h 396076"/>
                <a:gd name="connsiteX10" fmla="*/ 88280 w 642553"/>
                <a:gd name="connsiteY10" fmla="*/ 262245 h 396076"/>
                <a:gd name="connsiteX11" fmla="*/ 93147 w 642553"/>
                <a:gd name="connsiteY11" fmla="*/ 270680 h 396076"/>
                <a:gd name="connsiteX12" fmla="*/ 125461 w 642553"/>
                <a:gd name="connsiteY12" fmla="*/ 252025 h 396076"/>
                <a:gd name="connsiteX13" fmla="*/ 141715 w 642553"/>
                <a:gd name="connsiteY13" fmla="*/ 280089 h 396076"/>
                <a:gd name="connsiteX14" fmla="*/ 77801 w 642553"/>
                <a:gd name="connsiteY14" fmla="*/ 317010 h 396076"/>
                <a:gd name="connsiteX15" fmla="*/ 83089 w 642553"/>
                <a:gd name="connsiteY15" fmla="*/ 326159 h 396076"/>
                <a:gd name="connsiteX16" fmla="*/ 54960 w 642553"/>
                <a:gd name="connsiteY16" fmla="*/ 342381 h 396076"/>
                <a:gd name="connsiteX17" fmla="*/ 38479 w 642553"/>
                <a:gd name="connsiteY17" fmla="*/ 313831 h 396076"/>
                <a:gd name="connsiteX18" fmla="*/ 0 w 642553"/>
                <a:gd name="connsiteY18" fmla="*/ 351011 h 396076"/>
                <a:gd name="connsiteX19" fmla="*/ 17812 w 642553"/>
                <a:gd name="connsiteY19" fmla="*/ 381866 h 396076"/>
                <a:gd name="connsiteX20" fmla="*/ 65796 w 642553"/>
                <a:gd name="connsiteY20" fmla="*/ 396076 h 396076"/>
                <a:gd name="connsiteX21" fmla="*/ 109077 w 642553"/>
                <a:gd name="connsiteY21" fmla="*/ 371127 h 396076"/>
                <a:gd name="connsiteX22" fmla="*/ 114333 w 642553"/>
                <a:gd name="connsiteY22" fmla="*/ 380211 h 396076"/>
                <a:gd name="connsiteX23" fmla="*/ 260395 w 642553"/>
                <a:gd name="connsiteY23" fmla="*/ 295857 h 396076"/>
                <a:gd name="connsiteX24" fmla="*/ 270972 w 642553"/>
                <a:gd name="connsiteY24" fmla="*/ 314155 h 396076"/>
                <a:gd name="connsiteX25" fmla="*/ 304552 w 642553"/>
                <a:gd name="connsiteY25" fmla="*/ 294786 h 396076"/>
                <a:gd name="connsiteX26" fmla="*/ 299588 w 642553"/>
                <a:gd name="connsiteY26" fmla="*/ 286383 h 396076"/>
                <a:gd name="connsiteX27" fmla="*/ 274541 w 642553"/>
                <a:gd name="connsiteY27" fmla="*/ 300853 h 396076"/>
                <a:gd name="connsiteX28" fmla="*/ 268831 w 642553"/>
                <a:gd name="connsiteY28" fmla="*/ 290990 h 396076"/>
                <a:gd name="connsiteX29" fmla="*/ 264548 w 642553"/>
                <a:gd name="connsiteY29" fmla="*/ 283593 h 396076"/>
                <a:gd name="connsiteX30" fmla="*/ 232331 w 642553"/>
                <a:gd name="connsiteY30" fmla="*/ 227757 h 396076"/>
                <a:gd name="connsiteX31" fmla="*/ 232331 w 642553"/>
                <a:gd name="connsiteY31" fmla="*/ 227757 h 396076"/>
                <a:gd name="connsiteX32" fmla="*/ 232331 w 642553"/>
                <a:gd name="connsiteY32" fmla="*/ 227757 h 396076"/>
                <a:gd name="connsiteX33" fmla="*/ 226686 w 642553"/>
                <a:gd name="connsiteY33" fmla="*/ 217926 h 396076"/>
                <a:gd name="connsiteX34" fmla="*/ 528772 w 642553"/>
                <a:gd name="connsiteY34" fmla="*/ 43572 h 396076"/>
                <a:gd name="connsiteX35" fmla="*/ 533898 w 642553"/>
                <a:gd name="connsiteY35" fmla="*/ 52462 h 396076"/>
                <a:gd name="connsiteX36" fmla="*/ 576562 w 642553"/>
                <a:gd name="connsiteY36" fmla="*/ 126467 h 396076"/>
                <a:gd name="connsiteX37" fmla="*/ 592752 w 642553"/>
                <a:gd name="connsiteY37" fmla="*/ 154596 h 396076"/>
                <a:gd name="connsiteX38" fmla="*/ 597586 w 642553"/>
                <a:gd name="connsiteY38" fmla="*/ 162966 h 396076"/>
                <a:gd name="connsiteX39" fmla="*/ 642553 w 642553"/>
                <a:gd name="connsiteY39" fmla="*/ 137011 h 396076"/>
                <a:gd name="connsiteX40" fmla="*/ 563584 w 642553"/>
                <a:gd name="connsiteY40" fmla="*/ 0 h 396076"/>
                <a:gd name="connsiteX41" fmla="*/ 64531 w 642553"/>
                <a:gd name="connsiteY41" fmla="*/ 385532 h 396076"/>
                <a:gd name="connsiteX42" fmla="*/ 24301 w 642553"/>
                <a:gd name="connsiteY42" fmla="*/ 373625 h 396076"/>
                <a:gd name="connsiteX43" fmla="*/ 12231 w 642553"/>
                <a:gd name="connsiteY43" fmla="*/ 352699 h 396076"/>
                <a:gd name="connsiteX44" fmla="*/ 36305 w 642553"/>
                <a:gd name="connsiteY44" fmla="*/ 329436 h 396076"/>
                <a:gd name="connsiteX45" fmla="*/ 51424 w 642553"/>
                <a:gd name="connsiteY45" fmla="*/ 355619 h 396076"/>
                <a:gd name="connsiteX46" fmla="*/ 87988 w 642553"/>
                <a:gd name="connsiteY46" fmla="*/ 334562 h 396076"/>
                <a:gd name="connsiteX47" fmla="*/ 104210 w 642553"/>
                <a:gd name="connsiteY47" fmla="*/ 362659 h 396076"/>
                <a:gd name="connsiteX48" fmla="*/ 64564 w 642553"/>
                <a:gd name="connsiteY48" fmla="*/ 385499 h 396076"/>
                <a:gd name="connsiteX49" fmla="*/ 91103 w 642553"/>
                <a:gd name="connsiteY49" fmla="*/ 320546 h 396076"/>
                <a:gd name="connsiteX50" fmla="*/ 228763 w 642553"/>
                <a:gd name="connsiteY50" fmla="*/ 241059 h 396076"/>
                <a:gd name="connsiteX51" fmla="*/ 237685 w 642553"/>
                <a:gd name="connsiteY51" fmla="*/ 256502 h 396076"/>
                <a:gd name="connsiteX52" fmla="*/ 255529 w 642553"/>
                <a:gd name="connsiteY52" fmla="*/ 287454 h 396076"/>
                <a:gd name="connsiteX53" fmla="*/ 117901 w 642553"/>
                <a:gd name="connsiteY53" fmla="*/ 366909 h 396076"/>
                <a:gd name="connsiteX54" fmla="*/ 91135 w 642553"/>
                <a:gd name="connsiteY54" fmla="*/ 320546 h 396076"/>
                <a:gd name="connsiteX55" fmla="*/ 587398 w 642553"/>
                <a:gd name="connsiteY55" fmla="*/ 125818 h 396076"/>
                <a:gd name="connsiteX56" fmla="*/ 587463 w 642553"/>
                <a:gd name="connsiteY56" fmla="*/ 125818 h 396076"/>
                <a:gd name="connsiteX57" fmla="*/ 548693 w 642553"/>
                <a:gd name="connsiteY57" fmla="*/ 58659 h 396076"/>
                <a:gd name="connsiteX58" fmla="*/ 531919 w 642553"/>
                <a:gd name="connsiteY58" fmla="*/ 29524 h 396076"/>
                <a:gd name="connsiteX59" fmla="*/ 559983 w 642553"/>
                <a:gd name="connsiteY59" fmla="*/ 13302 h 396076"/>
                <a:gd name="connsiteX60" fmla="*/ 629219 w 642553"/>
                <a:gd name="connsiteY60" fmla="*/ 133442 h 396076"/>
                <a:gd name="connsiteX61" fmla="*/ 601122 w 642553"/>
                <a:gd name="connsiteY61" fmla="*/ 149664 h 396076"/>
                <a:gd name="connsiteX62" fmla="*/ 587398 w 642553"/>
                <a:gd name="connsiteY62" fmla="*/ 125818 h 39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42553" h="396076">
                  <a:moveTo>
                    <a:pt x="563552" y="0"/>
                  </a:moveTo>
                  <a:lnTo>
                    <a:pt x="518617" y="25988"/>
                  </a:lnTo>
                  <a:lnTo>
                    <a:pt x="523873" y="35137"/>
                  </a:lnTo>
                  <a:lnTo>
                    <a:pt x="213352" y="214357"/>
                  </a:lnTo>
                  <a:lnTo>
                    <a:pt x="223896" y="232623"/>
                  </a:lnTo>
                  <a:lnTo>
                    <a:pt x="223896" y="232623"/>
                  </a:lnTo>
                  <a:cubicBezTo>
                    <a:pt x="223896" y="232623"/>
                    <a:pt x="150151" y="275222"/>
                    <a:pt x="150151" y="275222"/>
                  </a:cubicBezTo>
                  <a:lnTo>
                    <a:pt x="133896" y="247158"/>
                  </a:lnTo>
                  <a:lnTo>
                    <a:pt x="166211" y="228503"/>
                  </a:lnTo>
                  <a:lnTo>
                    <a:pt x="161344" y="220068"/>
                  </a:lnTo>
                  <a:lnTo>
                    <a:pt x="88280" y="262245"/>
                  </a:lnTo>
                  <a:lnTo>
                    <a:pt x="93147" y="270680"/>
                  </a:lnTo>
                  <a:lnTo>
                    <a:pt x="125461" y="252025"/>
                  </a:lnTo>
                  <a:lnTo>
                    <a:pt x="141715" y="280089"/>
                  </a:lnTo>
                  <a:lnTo>
                    <a:pt x="77801" y="317010"/>
                  </a:lnTo>
                  <a:lnTo>
                    <a:pt x="83089" y="326159"/>
                  </a:lnTo>
                  <a:lnTo>
                    <a:pt x="54960" y="342381"/>
                  </a:lnTo>
                  <a:lnTo>
                    <a:pt x="38479" y="313831"/>
                  </a:lnTo>
                  <a:lnTo>
                    <a:pt x="0" y="351011"/>
                  </a:lnTo>
                  <a:lnTo>
                    <a:pt x="17812" y="381866"/>
                  </a:lnTo>
                  <a:lnTo>
                    <a:pt x="65796" y="396076"/>
                  </a:lnTo>
                  <a:lnTo>
                    <a:pt x="109077" y="371127"/>
                  </a:lnTo>
                  <a:lnTo>
                    <a:pt x="114333" y="380211"/>
                  </a:lnTo>
                  <a:lnTo>
                    <a:pt x="260395" y="295857"/>
                  </a:lnTo>
                  <a:lnTo>
                    <a:pt x="270972" y="314155"/>
                  </a:lnTo>
                  <a:lnTo>
                    <a:pt x="304552" y="294786"/>
                  </a:lnTo>
                  <a:lnTo>
                    <a:pt x="299588" y="286383"/>
                  </a:lnTo>
                  <a:lnTo>
                    <a:pt x="274541" y="300853"/>
                  </a:lnTo>
                  <a:lnTo>
                    <a:pt x="268831" y="290990"/>
                  </a:lnTo>
                  <a:lnTo>
                    <a:pt x="264548" y="283593"/>
                  </a:lnTo>
                  <a:lnTo>
                    <a:pt x="232331" y="227757"/>
                  </a:lnTo>
                  <a:lnTo>
                    <a:pt x="232331" y="227757"/>
                  </a:lnTo>
                  <a:cubicBezTo>
                    <a:pt x="232331" y="227757"/>
                    <a:pt x="232331" y="227757"/>
                    <a:pt x="232331" y="227757"/>
                  </a:cubicBezTo>
                  <a:lnTo>
                    <a:pt x="226686" y="217926"/>
                  </a:lnTo>
                  <a:lnTo>
                    <a:pt x="528772" y="43572"/>
                  </a:lnTo>
                  <a:lnTo>
                    <a:pt x="533898" y="52462"/>
                  </a:lnTo>
                  <a:lnTo>
                    <a:pt x="576562" y="126467"/>
                  </a:lnTo>
                  <a:lnTo>
                    <a:pt x="592752" y="154596"/>
                  </a:lnTo>
                  <a:lnTo>
                    <a:pt x="597586" y="162966"/>
                  </a:lnTo>
                  <a:lnTo>
                    <a:pt x="642553" y="137011"/>
                  </a:lnTo>
                  <a:lnTo>
                    <a:pt x="563584" y="0"/>
                  </a:lnTo>
                  <a:close/>
                  <a:moveTo>
                    <a:pt x="64531" y="385532"/>
                  </a:moveTo>
                  <a:lnTo>
                    <a:pt x="24301" y="373625"/>
                  </a:lnTo>
                  <a:lnTo>
                    <a:pt x="12231" y="352699"/>
                  </a:lnTo>
                  <a:lnTo>
                    <a:pt x="36305" y="329436"/>
                  </a:lnTo>
                  <a:lnTo>
                    <a:pt x="51424" y="355619"/>
                  </a:lnTo>
                  <a:lnTo>
                    <a:pt x="87988" y="334562"/>
                  </a:lnTo>
                  <a:lnTo>
                    <a:pt x="104210" y="362659"/>
                  </a:lnTo>
                  <a:lnTo>
                    <a:pt x="64564" y="385499"/>
                  </a:lnTo>
                  <a:close/>
                  <a:moveTo>
                    <a:pt x="91103" y="320546"/>
                  </a:moveTo>
                  <a:lnTo>
                    <a:pt x="228763" y="241059"/>
                  </a:lnTo>
                  <a:lnTo>
                    <a:pt x="237685" y="256502"/>
                  </a:lnTo>
                  <a:lnTo>
                    <a:pt x="255529" y="287454"/>
                  </a:lnTo>
                  <a:lnTo>
                    <a:pt x="117901" y="366909"/>
                  </a:lnTo>
                  <a:lnTo>
                    <a:pt x="91135" y="320546"/>
                  </a:lnTo>
                  <a:close/>
                  <a:moveTo>
                    <a:pt x="587398" y="125818"/>
                  </a:moveTo>
                  <a:lnTo>
                    <a:pt x="587463" y="125818"/>
                  </a:lnTo>
                  <a:cubicBezTo>
                    <a:pt x="587463" y="125818"/>
                    <a:pt x="548693" y="58659"/>
                    <a:pt x="548693" y="58659"/>
                  </a:cubicBezTo>
                  <a:lnTo>
                    <a:pt x="531919" y="29524"/>
                  </a:lnTo>
                  <a:lnTo>
                    <a:pt x="559983" y="13302"/>
                  </a:lnTo>
                  <a:lnTo>
                    <a:pt x="629219" y="133442"/>
                  </a:lnTo>
                  <a:lnTo>
                    <a:pt x="601122" y="149664"/>
                  </a:lnTo>
                  <a:lnTo>
                    <a:pt x="587398" y="125818"/>
                  </a:lnTo>
                  <a:close/>
                </a:path>
              </a:pathLst>
            </a:custGeom>
            <a:grpFill/>
            <a:ln w="3244" cap="flat">
              <a:noFill/>
              <a:prstDash val="solid"/>
              <a:miter/>
            </a:ln>
          </p:spPr>
          <p:txBody>
            <a:bodyPr rtlCol="0" anchor="ctr"/>
            <a:lstStyle/>
            <a:p>
              <a:endParaRPr lang="en-US"/>
            </a:p>
          </p:txBody>
        </p:sp>
        <p:sp>
          <p:nvSpPr>
            <p:cNvPr id="558" name="Freeform: Shape 1114"/>
            <p:cNvSpPr/>
            <p:nvPr/>
          </p:nvSpPr>
          <p:spPr>
            <a:xfrm>
              <a:off x="1344250" y="4119829"/>
              <a:ext cx="49639" cy="49639"/>
            </a:xfrm>
            <a:custGeom>
              <a:avLst/>
              <a:gdLst>
                <a:gd name="connsiteX0" fmla="*/ 24820 w 49639"/>
                <a:gd name="connsiteY0" fmla="*/ 0 h 49639"/>
                <a:gd name="connsiteX1" fmla="*/ 0 w 49639"/>
                <a:gd name="connsiteY1" fmla="*/ 24820 h 49639"/>
                <a:gd name="connsiteX2" fmla="*/ 24820 w 49639"/>
                <a:gd name="connsiteY2" fmla="*/ 49639 h 49639"/>
                <a:gd name="connsiteX3" fmla="*/ 49639 w 49639"/>
                <a:gd name="connsiteY3" fmla="*/ 24820 h 49639"/>
                <a:gd name="connsiteX4" fmla="*/ 24820 w 49639"/>
                <a:gd name="connsiteY4" fmla="*/ 0 h 49639"/>
                <a:gd name="connsiteX5" fmla="*/ 24820 w 49639"/>
                <a:gd name="connsiteY5" fmla="*/ 39939 h 49639"/>
                <a:gd name="connsiteX6" fmla="*/ 9733 w 49639"/>
                <a:gd name="connsiteY6" fmla="*/ 24852 h 49639"/>
                <a:gd name="connsiteX7" fmla="*/ 24820 w 49639"/>
                <a:gd name="connsiteY7" fmla="*/ 9766 h 49639"/>
                <a:gd name="connsiteX8" fmla="*/ 39906 w 49639"/>
                <a:gd name="connsiteY8" fmla="*/ 24852 h 49639"/>
                <a:gd name="connsiteX9" fmla="*/ 24820 w 49639"/>
                <a:gd name="connsiteY9" fmla="*/ 39939 h 4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39" h="49639">
                  <a:moveTo>
                    <a:pt x="24820" y="0"/>
                  </a:moveTo>
                  <a:cubicBezTo>
                    <a:pt x="11128" y="0"/>
                    <a:pt x="0" y="11128"/>
                    <a:pt x="0" y="24820"/>
                  </a:cubicBezTo>
                  <a:cubicBezTo>
                    <a:pt x="0" y="38511"/>
                    <a:pt x="11128" y="49639"/>
                    <a:pt x="24820" y="49639"/>
                  </a:cubicBezTo>
                  <a:cubicBezTo>
                    <a:pt x="38511" y="49639"/>
                    <a:pt x="49639" y="38511"/>
                    <a:pt x="49639" y="24820"/>
                  </a:cubicBezTo>
                  <a:cubicBezTo>
                    <a:pt x="49639" y="11128"/>
                    <a:pt x="38511" y="0"/>
                    <a:pt x="24820" y="0"/>
                  </a:cubicBezTo>
                  <a:close/>
                  <a:moveTo>
                    <a:pt x="24820" y="39939"/>
                  </a:moveTo>
                  <a:cubicBezTo>
                    <a:pt x="16482" y="39939"/>
                    <a:pt x="9733" y="33158"/>
                    <a:pt x="9733" y="24852"/>
                  </a:cubicBezTo>
                  <a:cubicBezTo>
                    <a:pt x="9733" y="16547"/>
                    <a:pt x="16514" y="9766"/>
                    <a:pt x="24820" y="9766"/>
                  </a:cubicBezTo>
                  <a:cubicBezTo>
                    <a:pt x="33125" y="9766"/>
                    <a:pt x="39906" y="16547"/>
                    <a:pt x="39906" y="24852"/>
                  </a:cubicBezTo>
                  <a:cubicBezTo>
                    <a:pt x="39906" y="33158"/>
                    <a:pt x="33125" y="39939"/>
                    <a:pt x="24820" y="39939"/>
                  </a:cubicBezTo>
                  <a:close/>
                </a:path>
              </a:pathLst>
            </a:custGeom>
            <a:grpFill/>
            <a:ln w="3244" cap="flat">
              <a:noFill/>
              <a:prstDash val="solid"/>
              <a:miter/>
            </a:ln>
          </p:spPr>
          <p:txBody>
            <a:bodyPr rtlCol="0" anchor="ctr"/>
            <a:lstStyle/>
            <a:p>
              <a:endParaRPr lang="en-US"/>
            </a:p>
          </p:txBody>
        </p:sp>
        <p:sp>
          <p:nvSpPr>
            <p:cNvPr id="559" name="Freeform: Shape 1115"/>
            <p:cNvSpPr/>
            <p:nvPr/>
          </p:nvSpPr>
          <p:spPr>
            <a:xfrm>
              <a:off x="1264373" y="4229652"/>
              <a:ext cx="59632" cy="59632"/>
            </a:xfrm>
            <a:custGeom>
              <a:avLst/>
              <a:gdLst>
                <a:gd name="connsiteX0" fmla="*/ 29816 w 59632"/>
                <a:gd name="connsiteY0" fmla="*/ 0 h 59632"/>
                <a:gd name="connsiteX1" fmla="*/ 0 w 59632"/>
                <a:gd name="connsiteY1" fmla="*/ 29816 h 59632"/>
                <a:gd name="connsiteX2" fmla="*/ 29816 w 59632"/>
                <a:gd name="connsiteY2" fmla="*/ 59632 h 59632"/>
                <a:gd name="connsiteX3" fmla="*/ 59632 w 59632"/>
                <a:gd name="connsiteY3" fmla="*/ 29816 h 59632"/>
                <a:gd name="connsiteX4" fmla="*/ 29816 w 59632"/>
                <a:gd name="connsiteY4" fmla="*/ 0 h 59632"/>
                <a:gd name="connsiteX5" fmla="*/ 29816 w 59632"/>
                <a:gd name="connsiteY5" fmla="*/ 49899 h 59632"/>
                <a:gd name="connsiteX6" fmla="*/ 9733 w 59632"/>
                <a:gd name="connsiteY6" fmla="*/ 29816 h 59632"/>
                <a:gd name="connsiteX7" fmla="*/ 29816 w 59632"/>
                <a:gd name="connsiteY7" fmla="*/ 9733 h 59632"/>
                <a:gd name="connsiteX8" fmla="*/ 49899 w 59632"/>
                <a:gd name="connsiteY8" fmla="*/ 29816 h 59632"/>
                <a:gd name="connsiteX9" fmla="*/ 29816 w 59632"/>
                <a:gd name="connsiteY9" fmla="*/ 49899 h 59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32" h="59632">
                  <a:moveTo>
                    <a:pt x="29816" y="0"/>
                  </a:moveTo>
                  <a:cubicBezTo>
                    <a:pt x="13367" y="0"/>
                    <a:pt x="0" y="13367"/>
                    <a:pt x="0" y="29816"/>
                  </a:cubicBezTo>
                  <a:cubicBezTo>
                    <a:pt x="0" y="46265"/>
                    <a:pt x="13367" y="59632"/>
                    <a:pt x="29816" y="59632"/>
                  </a:cubicBezTo>
                  <a:cubicBezTo>
                    <a:pt x="46265" y="59632"/>
                    <a:pt x="59632" y="46265"/>
                    <a:pt x="59632" y="29816"/>
                  </a:cubicBezTo>
                  <a:cubicBezTo>
                    <a:pt x="59632" y="13367"/>
                    <a:pt x="46265" y="0"/>
                    <a:pt x="29816" y="0"/>
                  </a:cubicBezTo>
                  <a:close/>
                  <a:moveTo>
                    <a:pt x="29816" y="49899"/>
                  </a:moveTo>
                  <a:cubicBezTo>
                    <a:pt x="18753" y="49899"/>
                    <a:pt x="9733" y="40879"/>
                    <a:pt x="9733" y="29816"/>
                  </a:cubicBezTo>
                  <a:cubicBezTo>
                    <a:pt x="9733" y="18753"/>
                    <a:pt x="18753" y="9733"/>
                    <a:pt x="29816" y="9733"/>
                  </a:cubicBezTo>
                  <a:cubicBezTo>
                    <a:pt x="40879" y="9733"/>
                    <a:pt x="49899" y="18753"/>
                    <a:pt x="49899" y="29816"/>
                  </a:cubicBezTo>
                  <a:cubicBezTo>
                    <a:pt x="49899" y="40879"/>
                    <a:pt x="40879" y="49899"/>
                    <a:pt x="29816" y="49899"/>
                  </a:cubicBezTo>
                  <a:close/>
                </a:path>
              </a:pathLst>
            </a:custGeom>
            <a:grpFill/>
            <a:ln w="3244" cap="flat">
              <a:noFill/>
              <a:prstDash val="solid"/>
              <a:miter/>
            </a:ln>
          </p:spPr>
          <p:txBody>
            <a:bodyPr rtlCol="0" anchor="ctr"/>
            <a:lstStyle/>
            <a:p>
              <a:endParaRPr lang="en-US"/>
            </a:p>
          </p:txBody>
        </p:sp>
        <p:sp>
          <p:nvSpPr>
            <p:cNvPr id="560" name="Freeform: Shape 1116"/>
            <p:cNvSpPr/>
            <p:nvPr/>
          </p:nvSpPr>
          <p:spPr>
            <a:xfrm>
              <a:off x="944929" y="3900215"/>
              <a:ext cx="69624" cy="69624"/>
            </a:xfrm>
            <a:custGeom>
              <a:avLst/>
              <a:gdLst>
                <a:gd name="connsiteX0" fmla="*/ 34812 w 69624"/>
                <a:gd name="connsiteY0" fmla="*/ 69625 h 69624"/>
                <a:gd name="connsiteX1" fmla="*/ 69625 w 69624"/>
                <a:gd name="connsiteY1" fmla="*/ 34813 h 69624"/>
                <a:gd name="connsiteX2" fmla="*/ 34812 w 69624"/>
                <a:gd name="connsiteY2" fmla="*/ 0 h 69624"/>
                <a:gd name="connsiteX3" fmla="*/ 0 w 69624"/>
                <a:gd name="connsiteY3" fmla="*/ 34813 h 69624"/>
                <a:gd name="connsiteX4" fmla="*/ 34812 w 69624"/>
                <a:gd name="connsiteY4" fmla="*/ 69625 h 69624"/>
                <a:gd name="connsiteX5" fmla="*/ 34812 w 69624"/>
                <a:gd name="connsiteY5" fmla="*/ 9733 h 69624"/>
                <a:gd name="connsiteX6" fmla="*/ 59892 w 69624"/>
                <a:gd name="connsiteY6" fmla="*/ 34813 h 69624"/>
                <a:gd name="connsiteX7" fmla="*/ 34812 w 69624"/>
                <a:gd name="connsiteY7" fmla="*/ 59892 h 69624"/>
                <a:gd name="connsiteX8" fmla="*/ 9733 w 69624"/>
                <a:gd name="connsiteY8" fmla="*/ 34813 h 69624"/>
                <a:gd name="connsiteX9" fmla="*/ 34812 w 69624"/>
                <a:gd name="connsiteY9" fmla="*/ 9733 h 6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624" h="69624">
                  <a:moveTo>
                    <a:pt x="34812" y="69625"/>
                  </a:moveTo>
                  <a:cubicBezTo>
                    <a:pt x="54019" y="69625"/>
                    <a:pt x="69625" y="54019"/>
                    <a:pt x="69625" y="34813"/>
                  </a:cubicBezTo>
                  <a:cubicBezTo>
                    <a:pt x="69625" y="15606"/>
                    <a:pt x="54019" y="0"/>
                    <a:pt x="34812" y="0"/>
                  </a:cubicBezTo>
                  <a:cubicBezTo>
                    <a:pt x="15606" y="0"/>
                    <a:pt x="0" y="15606"/>
                    <a:pt x="0" y="34813"/>
                  </a:cubicBezTo>
                  <a:cubicBezTo>
                    <a:pt x="0" y="54019"/>
                    <a:pt x="15606" y="69625"/>
                    <a:pt x="34812" y="69625"/>
                  </a:cubicBezTo>
                  <a:close/>
                  <a:moveTo>
                    <a:pt x="34812" y="9733"/>
                  </a:moveTo>
                  <a:cubicBezTo>
                    <a:pt x="48634" y="9733"/>
                    <a:pt x="59892" y="20991"/>
                    <a:pt x="59892" y="34813"/>
                  </a:cubicBezTo>
                  <a:cubicBezTo>
                    <a:pt x="59892" y="48634"/>
                    <a:pt x="48634" y="59892"/>
                    <a:pt x="34812" y="59892"/>
                  </a:cubicBezTo>
                  <a:cubicBezTo>
                    <a:pt x="20991" y="59892"/>
                    <a:pt x="9733" y="48634"/>
                    <a:pt x="9733" y="34813"/>
                  </a:cubicBezTo>
                  <a:cubicBezTo>
                    <a:pt x="9733" y="20991"/>
                    <a:pt x="20991" y="9733"/>
                    <a:pt x="34812" y="9733"/>
                  </a:cubicBezTo>
                  <a:close/>
                </a:path>
              </a:pathLst>
            </a:custGeom>
            <a:grpFill/>
            <a:ln w="3244" cap="flat">
              <a:noFill/>
              <a:prstDash val="solid"/>
              <a:miter/>
            </a:ln>
          </p:spPr>
          <p:txBody>
            <a:bodyPr rtlCol="0" anchor="ctr"/>
            <a:lstStyle/>
            <a:p>
              <a:endParaRPr lang="en-US"/>
            </a:p>
          </p:txBody>
        </p:sp>
        <p:sp>
          <p:nvSpPr>
            <p:cNvPr id="561" name="Freeform: Shape 1117"/>
            <p:cNvSpPr/>
            <p:nvPr/>
          </p:nvSpPr>
          <p:spPr>
            <a:xfrm>
              <a:off x="1155685" y="4347034"/>
              <a:ext cx="143564" cy="181848"/>
            </a:xfrm>
            <a:custGeom>
              <a:avLst/>
              <a:gdLst>
                <a:gd name="connsiteX0" fmla="*/ 0 w 143564"/>
                <a:gd name="connsiteY0" fmla="*/ 15703 h 181848"/>
                <a:gd name="connsiteX1" fmla="*/ 123482 w 143564"/>
                <a:gd name="connsiteY1" fmla="*/ 172115 h 181848"/>
                <a:gd name="connsiteX2" fmla="*/ 0 w 143564"/>
                <a:gd name="connsiteY2" fmla="*/ 172115 h 181848"/>
                <a:gd name="connsiteX3" fmla="*/ 0 w 143564"/>
                <a:gd name="connsiteY3" fmla="*/ 181848 h 181848"/>
                <a:gd name="connsiteX4" fmla="*/ 143565 w 143564"/>
                <a:gd name="connsiteY4" fmla="*/ 181848 h 181848"/>
                <a:gd name="connsiteX5" fmla="*/ 0 w 143564"/>
                <a:gd name="connsiteY5" fmla="*/ 0 h 181848"/>
                <a:gd name="connsiteX6" fmla="*/ 0 w 143564"/>
                <a:gd name="connsiteY6" fmla="*/ 15703 h 18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64" h="181848">
                  <a:moveTo>
                    <a:pt x="0" y="15703"/>
                  </a:moveTo>
                  <a:lnTo>
                    <a:pt x="123482" y="172115"/>
                  </a:lnTo>
                  <a:lnTo>
                    <a:pt x="0" y="172115"/>
                  </a:lnTo>
                  <a:lnTo>
                    <a:pt x="0" y="181848"/>
                  </a:lnTo>
                  <a:lnTo>
                    <a:pt x="143565" y="181848"/>
                  </a:lnTo>
                  <a:lnTo>
                    <a:pt x="0" y="0"/>
                  </a:lnTo>
                  <a:lnTo>
                    <a:pt x="0" y="15703"/>
                  </a:lnTo>
                  <a:close/>
                </a:path>
              </a:pathLst>
            </a:custGeom>
            <a:grpFill/>
            <a:ln w="3244" cap="flat">
              <a:noFill/>
              <a:prstDash val="solid"/>
              <a:miter/>
            </a:ln>
          </p:spPr>
          <p:txBody>
            <a:bodyPr rtlCol="0" anchor="ctr"/>
            <a:lstStyle/>
            <a:p>
              <a:endParaRPr lang="en-US"/>
            </a:p>
          </p:txBody>
        </p:sp>
        <p:sp>
          <p:nvSpPr>
            <p:cNvPr id="562" name="Freeform: Shape 1118"/>
            <p:cNvSpPr/>
            <p:nvPr/>
          </p:nvSpPr>
          <p:spPr>
            <a:xfrm>
              <a:off x="979677" y="4347034"/>
              <a:ext cx="143564" cy="181848"/>
            </a:xfrm>
            <a:custGeom>
              <a:avLst/>
              <a:gdLst>
                <a:gd name="connsiteX0" fmla="*/ 143565 w 143564"/>
                <a:gd name="connsiteY0" fmla="*/ 181848 h 181848"/>
                <a:gd name="connsiteX1" fmla="*/ 143565 w 143564"/>
                <a:gd name="connsiteY1" fmla="*/ 172115 h 181848"/>
                <a:gd name="connsiteX2" fmla="*/ 20083 w 143564"/>
                <a:gd name="connsiteY2" fmla="*/ 172115 h 181848"/>
                <a:gd name="connsiteX3" fmla="*/ 143565 w 143564"/>
                <a:gd name="connsiteY3" fmla="*/ 15703 h 181848"/>
                <a:gd name="connsiteX4" fmla="*/ 143565 w 143564"/>
                <a:gd name="connsiteY4" fmla="*/ 0 h 181848"/>
                <a:gd name="connsiteX5" fmla="*/ 0 w 143564"/>
                <a:gd name="connsiteY5" fmla="*/ 181848 h 181848"/>
                <a:gd name="connsiteX6" fmla="*/ 143565 w 143564"/>
                <a:gd name="connsiteY6" fmla="*/ 181848 h 18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64" h="181848">
                  <a:moveTo>
                    <a:pt x="143565" y="181848"/>
                  </a:moveTo>
                  <a:lnTo>
                    <a:pt x="143565" y="172115"/>
                  </a:lnTo>
                  <a:lnTo>
                    <a:pt x="20083" y="172115"/>
                  </a:lnTo>
                  <a:lnTo>
                    <a:pt x="143565" y="15703"/>
                  </a:lnTo>
                  <a:lnTo>
                    <a:pt x="143565" y="0"/>
                  </a:lnTo>
                  <a:lnTo>
                    <a:pt x="0" y="181848"/>
                  </a:lnTo>
                  <a:lnTo>
                    <a:pt x="143565" y="181848"/>
                  </a:lnTo>
                  <a:close/>
                </a:path>
              </a:pathLst>
            </a:custGeom>
            <a:grpFill/>
            <a:ln w="3244" cap="flat">
              <a:noFill/>
              <a:prstDash val="solid"/>
              <a:miter/>
            </a:ln>
          </p:spPr>
          <p:txBody>
            <a:bodyPr rtlCol="0" anchor="ctr"/>
            <a:lstStyle/>
            <a:p>
              <a:endParaRPr lang="en-US"/>
            </a:p>
          </p:txBody>
        </p:sp>
        <p:sp>
          <p:nvSpPr>
            <p:cNvPr id="563" name="Freeform: Shape 1119"/>
            <p:cNvSpPr/>
            <p:nvPr/>
          </p:nvSpPr>
          <p:spPr>
            <a:xfrm>
              <a:off x="1058288" y="4194255"/>
              <a:ext cx="76016" cy="91881"/>
            </a:xfrm>
            <a:custGeom>
              <a:avLst/>
              <a:gdLst>
                <a:gd name="connsiteX0" fmla="*/ 10090 w 76016"/>
                <a:gd name="connsiteY0" fmla="*/ 74784 h 91881"/>
                <a:gd name="connsiteX1" fmla="*/ 6294 w 76016"/>
                <a:gd name="connsiteY1" fmla="*/ 71539 h 91881"/>
                <a:gd name="connsiteX2" fmla="*/ 0 w 76016"/>
                <a:gd name="connsiteY2" fmla="*/ 78936 h 91881"/>
                <a:gd name="connsiteX3" fmla="*/ 15151 w 76016"/>
                <a:gd name="connsiteY3" fmla="*/ 91881 h 91881"/>
                <a:gd name="connsiteX4" fmla="*/ 21478 w 76016"/>
                <a:gd name="connsiteY4" fmla="*/ 84452 h 91881"/>
                <a:gd name="connsiteX5" fmla="*/ 17520 w 76016"/>
                <a:gd name="connsiteY5" fmla="*/ 81110 h 91881"/>
                <a:gd name="connsiteX6" fmla="*/ 76016 w 76016"/>
                <a:gd name="connsiteY6" fmla="*/ 8955 h 91881"/>
                <a:gd name="connsiteX7" fmla="*/ 70728 w 76016"/>
                <a:gd name="connsiteY7" fmla="*/ 0 h 91881"/>
                <a:gd name="connsiteX8" fmla="*/ 10090 w 76016"/>
                <a:gd name="connsiteY8" fmla="*/ 74784 h 9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16" h="91881">
                  <a:moveTo>
                    <a:pt x="10090" y="74784"/>
                  </a:moveTo>
                  <a:lnTo>
                    <a:pt x="6294" y="71539"/>
                  </a:lnTo>
                  <a:lnTo>
                    <a:pt x="0" y="78936"/>
                  </a:lnTo>
                  <a:lnTo>
                    <a:pt x="15151" y="91881"/>
                  </a:lnTo>
                  <a:lnTo>
                    <a:pt x="21478" y="84452"/>
                  </a:lnTo>
                  <a:lnTo>
                    <a:pt x="17520" y="81110"/>
                  </a:lnTo>
                  <a:lnTo>
                    <a:pt x="76016" y="8955"/>
                  </a:lnTo>
                  <a:lnTo>
                    <a:pt x="70728" y="0"/>
                  </a:lnTo>
                  <a:lnTo>
                    <a:pt x="10090" y="74784"/>
                  </a:lnTo>
                  <a:close/>
                </a:path>
              </a:pathLst>
            </a:custGeom>
            <a:grpFill/>
            <a:ln w="3244" cap="flat">
              <a:noFill/>
              <a:prstDash val="solid"/>
              <a:miter/>
            </a:ln>
          </p:spPr>
          <p:txBody>
            <a:bodyPr rtlCol="0" anchor="ctr"/>
            <a:lstStyle/>
            <a:p>
              <a:endParaRPr lang="en-US"/>
            </a:p>
          </p:txBody>
        </p:sp>
        <p:sp>
          <p:nvSpPr>
            <p:cNvPr id="564" name="Freeform: Shape 819"/>
            <p:cNvSpPr/>
            <p:nvPr/>
          </p:nvSpPr>
          <p:spPr>
            <a:xfrm>
              <a:off x="1123241" y="4024898"/>
              <a:ext cx="293358" cy="503984"/>
            </a:xfrm>
            <a:custGeom>
              <a:avLst/>
              <a:gdLst>
                <a:gd name="connsiteX0" fmla="*/ 44708 w 293358"/>
                <a:gd name="connsiteY0" fmla="*/ 171693 h 503984"/>
                <a:gd name="connsiteX1" fmla="*/ 70176 w 293358"/>
                <a:gd name="connsiteY1" fmla="*/ 214682 h 503984"/>
                <a:gd name="connsiteX2" fmla="*/ 32444 w 293358"/>
                <a:gd name="connsiteY2" fmla="*/ 238528 h 503984"/>
                <a:gd name="connsiteX3" fmla="*/ 32444 w 293358"/>
                <a:gd name="connsiteY3" fmla="*/ 503985 h 503984"/>
                <a:gd name="connsiteX4" fmla="*/ 0 w 293358"/>
                <a:gd name="connsiteY4" fmla="*/ 503985 h 503984"/>
                <a:gd name="connsiteX5" fmla="*/ 0 w 293358"/>
                <a:gd name="connsiteY5" fmla="*/ 220651 h 503984"/>
                <a:gd name="connsiteX6" fmla="*/ 26312 w 293358"/>
                <a:gd name="connsiteY6" fmla="*/ 204040 h 503984"/>
                <a:gd name="connsiteX7" fmla="*/ 11063 w 293358"/>
                <a:gd name="connsiteY7" fmla="*/ 178312 h 503984"/>
                <a:gd name="connsiteX8" fmla="*/ 5775 w 293358"/>
                <a:gd name="connsiteY8" fmla="*/ 169357 h 503984"/>
                <a:gd name="connsiteX9" fmla="*/ 5159 w 293358"/>
                <a:gd name="connsiteY9" fmla="*/ 168319 h 503984"/>
                <a:gd name="connsiteX10" fmla="*/ 195 w 293358"/>
                <a:gd name="connsiteY10" fmla="*/ 159916 h 503984"/>
                <a:gd name="connsiteX11" fmla="*/ 14438 w 293358"/>
                <a:gd name="connsiteY11" fmla="*/ 151708 h 503984"/>
                <a:gd name="connsiteX12" fmla="*/ 277169 w 293358"/>
                <a:gd name="connsiteY12" fmla="*/ 0 h 503984"/>
                <a:gd name="connsiteX13" fmla="*/ 293358 w 293358"/>
                <a:gd name="connsiteY13" fmla="*/ 28129 h 503984"/>
                <a:gd name="connsiteX14" fmla="*/ 44708 w 293358"/>
                <a:gd name="connsiteY14" fmla="*/ 171693 h 50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58" h="503984">
                  <a:moveTo>
                    <a:pt x="44708" y="171693"/>
                  </a:moveTo>
                  <a:lnTo>
                    <a:pt x="70176" y="214682"/>
                  </a:lnTo>
                  <a:lnTo>
                    <a:pt x="32444" y="238528"/>
                  </a:lnTo>
                  <a:lnTo>
                    <a:pt x="32444" y="503985"/>
                  </a:lnTo>
                  <a:lnTo>
                    <a:pt x="0" y="503985"/>
                  </a:lnTo>
                  <a:lnTo>
                    <a:pt x="0" y="220651"/>
                  </a:lnTo>
                  <a:lnTo>
                    <a:pt x="26312" y="204040"/>
                  </a:lnTo>
                  <a:lnTo>
                    <a:pt x="11063" y="178312"/>
                  </a:lnTo>
                  <a:lnTo>
                    <a:pt x="5775" y="169357"/>
                  </a:lnTo>
                  <a:lnTo>
                    <a:pt x="5159" y="168319"/>
                  </a:lnTo>
                  <a:lnTo>
                    <a:pt x="195" y="159916"/>
                  </a:lnTo>
                  <a:lnTo>
                    <a:pt x="14438" y="151708"/>
                  </a:lnTo>
                  <a:lnTo>
                    <a:pt x="277169" y="0"/>
                  </a:lnTo>
                  <a:lnTo>
                    <a:pt x="293358" y="28129"/>
                  </a:lnTo>
                  <a:lnTo>
                    <a:pt x="44708" y="171693"/>
                  </a:lnTo>
                  <a:close/>
                </a:path>
              </a:pathLst>
            </a:custGeom>
            <a:grpFill/>
            <a:ln w="3244" cap="flat">
              <a:noFill/>
              <a:prstDash val="solid"/>
              <a:miter/>
            </a:ln>
          </p:spPr>
          <p:txBody>
            <a:bodyPr rtlCol="0" anchor="ctr"/>
            <a:lstStyle/>
            <a:p>
              <a:endParaRPr lang="en-US"/>
            </a:p>
          </p:txBody>
        </p:sp>
      </p:grpSp>
      <p:sp>
        <p:nvSpPr>
          <p:cNvPr id="6" name="标题 5"/>
          <p:cNvSpPr>
            <a:spLocks noGrp="1"/>
          </p:cNvSpPr>
          <p:nvPr>
            <p:ph type="title"/>
          </p:nvPr>
        </p:nvSpPr>
        <p:spPr/>
        <p:txBody>
          <a:bodyPr>
            <a:norm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常用</a:t>
            </a: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cs typeface="Archer Bold" panose="02000000000000000000" charset="0"/>
              </a:rPr>
              <a:t>图标</a:t>
            </a:r>
            <a:endParaRPr lang="zh-CN" altLang="en-US" dirty="0"/>
          </a:p>
        </p:txBody>
      </p:sp>
      <p:sp>
        <p:nvSpPr>
          <p:cNvPr id="54" name="灯片编号占位符 53"/>
          <p:cNvSpPr>
            <a:spLocks noGrp="1"/>
          </p:cNvSpPr>
          <p:nvPr>
            <p:ph type="sldNum" sz="quarter" idx="12"/>
          </p:nvPr>
        </p:nvSpPr>
        <p:spPr/>
        <p:txBody>
          <a:bodyPr/>
          <a:lstStyle/>
          <a:p>
            <a:fld id="{153AF625-0792-41B6-A2B6-BF3733C00B4B}" type="slidenum">
              <a:rPr lang="zh-CN" altLang="en-US" smtClean="0"/>
              <a:t>22</a:t>
            </a:fld>
            <a:endParaRPr lang="zh-CN" altLang="en-US"/>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M3YWYyYTExMmUzOGM2OWI2MThlZTdmMTg1ODMzNzMifQ=="/>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ad0df6ca-ce7c-40da-8848-32ba3c51d8f1}"/>
</p:tagLst>
</file>

<file path=ppt/tags/tag2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2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3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3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3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heme/theme1.xml><?xml version="1.0" encoding="utf-8"?>
<a:theme xmlns:a="http://schemas.openxmlformats.org/drawingml/2006/main" name="Office 主题​​">
  <a:themeElements>
    <a:clrScheme name="自定义 5">
      <a:dk1>
        <a:srgbClr val="000000"/>
      </a:dk1>
      <a:lt1>
        <a:srgbClr val="FFFFFF"/>
      </a:lt1>
      <a:dk2>
        <a:srgbClr val="E60012"/>
      </a:dk2>
      <a:lt2>
        <a:srgbClr val="D4C09B"/>
      </a:lt2>
      <a:accent1>
        <a:srgbClr val="5CB8B1"/>
      </a:accent1>
      <a:accent2>
        <a:srgbClr val="CDAACE"/>
      </a:accent2>
      <a:accent3>
        <a:srgbClr val="FFD867"/>
      </a:accent3>
      <a:accent4>
        <a:srgbClr val="BED269"/>
      </a:accent4>
      <a:accent5>
        <a:srgbClr val="EFA967"/>
      </a:accent5>
      <a:accent6>
        <a:srgbClr val="69BBE9"/>
      </a:accent6>
      <a:hlink>
        <a:srgbClr val="0070C0"/>
      </a:hlink>
      <a:folHlink>
        <a:srgbClr val="0070C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lumMod val="40000"/>
            <a:lumOff val="60000"/>
          </a:schemeClr>
        </a:solidFill>
        <a:ln w="12700" cmpd="sng">
          <a:noFill/>
          <a:prstDash val="solid"/>
        </a:ln>
        <a:effectLst>
          <a:outerShdw blurRad="190500" dist="50800" dir="5400000" algn="t" rotWithShape="0">
            <a:prstClr val="black">
              <a:alpha val="8000"/>
            </a:prstClr>
          </a:outerShdw>
        </a:effectLst>
      </a:spPr>
      <a:bodyPr rtlCol="0" anchor="ctr"/>
      <a:lstStyle>
        <a:defPPr algn="ctr">
          <a:defRPr>
            <a:solidFill>
              <a:schemeClr val="accent2"/>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1169</Words>
  <Application>Microsoft Office PowerPoint</Application>
  <PresentationFormat>宽屏</PresentationFormat>
  <Paragraphs>300</Paragraphs>
  <Slides>22</Slides>
  <Notes>16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22</vt:i4>
      </vt:variant>
    </vt:vector>
  </HeadingPairs>
  <TitlesOfParts>
    <vt:vector size="37" baseType="lpstr">
      <vt:lpstr>Aparajita</vt:lpstr>
      <vt:lpstr>Archer Bold</vt:lpstr>
      <vt:lpstr>Gill Sans</vt:lpstr>
      <vt:lpstr>Glegoo</vt:lpstr>
      <vt:lpstr>Neutraface Text Bold</vt:lpstr>
      <vt:lpstr>Source Han Serif SC</vt:lpstr>
      <vt:lpstr>等线</vt:lpstr>
      <vt:lpstr>等线 Light</vt:lpstr>
      <vt:lpstr>微软雅黑</vt:lpstr>
      <vt:lpstr>微软雅黑 Light</vt:lpstr>
      <vt:lpstr>Arial</vt:lpstr>
      <vt:lpstr>Calibri</vt:lpstr>
      <vt:lpstr>Calibri Light</vt:lpstr>
      <vt:lpstr>Verdana</vt:lpstr>
      <vt:lpstr>Office 主题​​</vt:lpstr>
      <vt:lpstr>PowerPoint 演示文稿</vt:lpstr>
      <vt:lpstr>主题文字 | Theme</vt:lpstr>
      <vt:lpstr>PowerPoint 演示文稿</vt:lpstr>
      <vt:lpstr>PowerPoint 演示文稿</vt:lpstr>
      <vt:lpstr>PowerPoint 演示文稿</vt:lpstr>
      <vt:lpstr>主封面样式使用说明</vt:lpstr>
      <vt:lpstr>内页-文字内容页 | 示例文字</vt:lpstr>
      <vt:lpstr>内页-文字内容页 | 示例文字</vt:lpstr>
      <vt:lpstr>内页-文字内容页 | 示例文字</vt:lpstr>
      <vt:lpstr>PowerPoint 演示文稿</vt:lpstr>
      <vt:lpstr>PowerPoint 演示文稿</vt:lpstr>
      <vt:lpstr>PowerPoint 演示文稿</vt:lpstr>
      <vt:lpstr>内页-表格内容页 | 示例文字</vt:lpstr>
      <vt:lpstr>内页-柱状图内容页 | 示例文字</vt:lpstr>
      <vt:lpstr>内页-柱状图内容页 | 示例文字</vt:lpstr>
      <vt:lpstr>内页-折线图内容页 | 示例文字</vt:lpstr>
      <vt:lpstr>内页-饼图内容页 | 示例文字</vt:lpstr>
      <vt:lpstr>品牌标准色与辅助色</vt:lpstr>
      <vt:lpstr>FESCO Adecco Logo及CSR项目Logo</vt:lpstr>
      <vt:lpstr>关联公司Logo</vt:lpstr>
      <vt:lpstr>常用图标</vt:lpstr>
      <vt:lpstr>常用图标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dc:title>
  <dc:creator>Microsoft Office User</dc:creator>
  <cp:lastModifiedBy>Xin, Yuping</cp:lastModifiedBy>
  <cp:revision>157</cp:revision>
  <dcterms:created xsi:type="dcterms:W3CDTF">2023-09-07T06:52:00Z</dcterms:created>
  <dcterms:modified xsi:type="dcterms:W3CDTF">2026-06-05T02:19:45Z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82F847724E6343799DC0AD75019D1F9E_12</vt:lpwstr>
  </property>
  <property fmtid="{D5CDD505-2E9C-101B-9397-08002B2CF9AE}" pid="3" name="KSOProductBuildVer">
    <vt:lpwstr>2052-12.1.0.16120</vt:lpwstr>
  </property>
</Properties>
</file>